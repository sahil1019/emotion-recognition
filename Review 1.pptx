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7" r:id="rId21"/>
    <p:sldId id="276" r:id="rId22"/>
    <p:sldId id="278" r:id="rId23"/>
    <p:sldId id="279" r:id="rId24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8276BBE-176A-4B1B-A5B7-20ADB2747BDB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7"/>
          </p14:sldIdLst>
        </p14:section>
        <p14:section name="Untitled Section" id="{D5241BFC-532B-4C0A-BD83-2E23DA3132CC}">
          <p14:sldIdLst>
            <p14:sldId id="276"/>
            <p14:sldId id="278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533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09814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DA9E8-F736-3B6D-C949-33A05C80A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9FE7EF-0F5C-22F7-A143-E7B1B23007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6763C5-EE29-5046-E090-724F8D84BC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B1EA2B-67FF-3489-12AB-242F403AAB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77375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7ED22-EB08-EA8E-EAFC-52FC0AC9B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4E9A7F-EBA8-B3B4-EC94-B8D2B68CC5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DE50CD-76D5-C627-474A-0CAC4EB972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AE1678-662D-EE75-6E05-5EFC1BFD41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5005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9D0BD-5361-26E8-B845-6A68B2978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16DE23-D26A-E3E9-1851-D2D3D23EB0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4516AD-9AF5-620B-2BA7-A612EEFAE0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63C3FC-8ADE-A34E-183B-6B50351ADC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8415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101326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17138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726807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11/11/2025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726152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030951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994974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003503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11/11/2025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237958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746401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835512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380864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058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06326979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4814561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0298793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7894950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722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7311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springer.com/article/10.1007/s00530-024-01302-2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7.xml"/><Relationship Id="rId6" Type="http://schemas.openxmlformats.org/officeDocument/2006/relationships/hyperlink" Target="https://link.springer.com/article/10.1007/s44196-024-00406-x?fromPaywallRec=true" TargetMode="External"/><Relationship Id="rId5" Type="http://schemas.openxmlformats.org/officeDocument/2006/relationships/hyperlink" Target="https://share.google/vulPbawCbJD3zQESX" TargetMode="External"/><Relationship Id="rId4" Type="http://schemas.openxmlformats.org/officeDocument/2006/relationships/hyperlink" Target="https://share.google/K1dCjMqxmzUiXogf8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83604" y="6508085"/>
            <a:ext cx="5760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508085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88888"/>
                </a:solidFill>
                <a:latin typeface="Lexend Regular" pitchFamily="34" charset="0"/>
                <a:ea typeface="Lexend Regular" pitchFamily="34" charset="-122"/>
                <a:cs typeface="Lexend Regular" pitchFamily="34" charset="-120"/>
              </a:rPr>
              <a:t>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175974" y="725631"/>
            <a:ext cx="6675120" cy="6675120"/>
          </a:xfrm>
          <a:custGeom>
            <a:avLst/>
            <a:gdLst/>
            <a:ahLst/>
            <a:cxnLst/>
            <a:rect l="l" t="t" r="r" b="b"/>
            <a:pathLst>
              <a:path w="6675120" h="6675120">
                <a:moveTo>
                  <a:pt x="0" y="3337560"/>
                </a:moveTo>
                <a:cubicBezTo>
                  <a:pt x="0" y="1494292"/>
                  <a:pt x="1494292" y="0"/>
                  <a:pt x="3337560" y="0"/>
                </a:cubicBezTo>
                <a:cubicBezTo>
                  <a:pt x="5180828" y="0"/>
                  <a:pt x="6675120" y="1494292"/>
                  <a:pt x="6675120" y="3337560"/>
                </a:cubicBezTo>
                <a:cubicBezTo>
                  <a:pt x="6675120" y="5180828"/>
                  <a:pt x="5180828" y="6675120"/>
                  <a:pt x="3337560" y="6675120"/>
                </a:cubicBezTo>
                <a:cubicBezTo>
                  <a:pt x="1494292" y="6675120"/>
                  <a:pt x="0" y="5180828"/>
                  <a:pt x="0" y="3337560"/>
                </a:cubicBezTo>
              </a:path>
            </a:pathLst>
          </a:custGeom>
          <a:blipFill>
            <a:blip r:embed="rId3"/>
            <a:srcRect/>
            <a:stretch>
              <a:fillRect l="-46677" r="-46677"/>
            </a:stretch>
          </a:blip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139712" y="1217584"/>
            <a:ext cx="365158" cy="191854"/>
          </a:xfrm>
          <a:custGeom>
            <a:avLst/>
            <a:gdLst/>
            <a:ahLst/>
            <a:cxnLst/>
            <a:rect l="l" t="t" r="r" b="b"/>
            <a:pathLst>
              <a:path w="365158" h="191854">
                <a:moveTo>
                  <a:pt x="58137" y="184932"/>
                </a:moveTo>
                <a:cubicBezTo>
                  <a:pt x="51491" y="184932"/>
                  <a:pt x="44849" y="183547"/>
                  <a:pt x="38203" y="180778"/>
                </a:cubicBezTo>
                <a:cubicBezTo>
                  <a:pt x="12178" y="169704"/>
                  <a:pt x="0" y="139806"/>
                  <a:pt x="11072" y="113781"/>
                </a:cubicBezTo>
                <a:cubicBezTo>
                  <a:pt x="40142" y="44570"/>
                  <a:pt x="107415" y="-2"/>
                  <a:pt x="182437" y="-2"/>
                </a:cubicBezTo>
                <a:cubicBezTo>
                  <a:pt x="257462" y="-2"/>
                  <a:pt x="324735" y="44569"/>
                  <a:pt x="354079" y="113781"/>
                </a:cubicBezTo>
                <a:cubicBezTo>
                  <a:pt x="365154" y="139804"/>
                  <a:pt x="352973" y="169981"/>
                  <a:pt x="326948" y="180778"/>
                </a:cubicBezTo>
                <a:cubicBezTo>
                  <a:pt x="300923" y="191852"/>
                  <a:pt x="270750" y="179671"/>
                  <a:pt x="259952" y="153648"/>
                </a:cubicBezTo>
                <a:cubicBezTo>
                  <a:pt x="246664" y="122641"/>
                  <a:pt x="216210" y="102431"/>
                  <a:pt x="182437" y="102431"/>
                </a:cubicBezTo>
                <a:cubicBezTo>
                  <a:pt x="148663" y="102431"/>
                  <a:pt x="118487" y="122641"/>
                  <a:pt x="105198" y="153648"/>
                </a:cubicBezTo>
                <a:cubicBezTo>
                  <a:pt x="97169" y="173027"/>
                  <a:pt x="78067" y="184932"/>
                  <a:pt x="58133" y="184932"/>
                </a:cubicBezTo>
                <a:lnTo>
                  <a:pt x="58137" y="184932"/>
                </a:lnTo>
              </a:path>
            </a:pathLst>
          </a:custGeom>
          <a:solidFill>
            <a:srgbClr val="BFE5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182008" y="-1454799"/>
            <a:ext cx="7269840" cy="5342813"/>
          </a:xfrm>
          <a:custGeom>
            <a:avLst/>
            <a:gdLst/>
            <a:ahLst/>
            <a:cxnLst/>
            <a:rect l="l" t="t" r="r" b="b"/>
            <a:pathLst>
              <a:path w="7269840" h="5342813">
                <a:moveTo>
                  <a:pt x="6840047" y="4576546"/>
                </a:moveTo>
                <a:cubicBezTo>
                  <a:pt x="6764441" y="4620999"/>
                  <a:pt x="6686218" y="4660161"/>
                  <a:pt x="6608648" y="4701087"/>
                </a:cubicBezTo>
                <a:cubicBezTo>
                  <a:pt x="6629368" y="4691043"/>
                  <a:pt x="6650159" y="4681266"/>
                  <a:pt x="6670878" y="4671221"/>
                </a:cubicBezTo>
                <a:cubicBezTo>
                  <a:pt x="6566411" y="4714445"/>
                  <a:pt x="6461725" y="4755157"/>
                  <a:pt x="6353986" y="4789084"/>
                </a:cubicBezTo>
                <a:cubicBezTo>
                  <a:pt x="6248064" y="4822476"/>
                  <a:pt x="6140761" y="4846519"/>
                  <a:pt x="6033095" y="4872912"/>
                </a:cubicBezTo>
                <a:cubicBezTo>
                  <a:pt x="6053960" y="4869226"/>
                  <a:pt x="6074388" y="4865432"/>
                  <a:pt x="6095252" y="4861746"/>
                </a:cubicBezTo>
                <a:cubicBezTo>
                  <a:pt x="6022772" y="4873714"/>
                  <a:pt x="5951237" y="4884293"/>
                  <a:pt x="5877593" y="4878789"/>
                </a:cubicBezTo>
                <a:cubicBezTo>
                  <a:pt x="5897367" y="4880499"/>
                  <a:pt x="5917141" y="4882209"/>
                  <a:pt x="5937206" y="4884079"/>
                </a:cubicBezTo>
                <a:cubicBezTo>
                  <a:pt x="5903256" y="4880820"/>
                  <a:pt x="5870323" y="4874462"/>
                  <a:pt x="5837755" y="4863242"/>
                </a:cubicBezTo>
                <a:cubicBezTo>
                  <a:pt x="5856075" y="4869867"/>
                  <a:pt x="5874322" y="4876492"/>
                  <a:pt x="5892642" y="4883117"/>
                </a:cubicBezTo>
                <a:cubicBezTo>
                  <a:pt x="5866325" y="4873233"/>
                  <a:pt x="5841680" y="4860838"/>
                  <a:pt x="5818562" y="4845237"/>
                </a:cubicBezTo>
                <a:cubicBezTo>
                  <a:pt x="5834629" y="4856189"/>
                  <a:pt x="5850404" y="4866982"/>
                  <a:pt x="5866471" y="4877935"/>
                </a:cubicBezTo>
                <a:cubicBezTo>
                  <a:pt x="5844297" y="4861960"/>
                  <a:pt x="5824524" y="4843848"/>
                  <a:pt x="5806494" y="4823224"/>
                </a:cubicBezTo>
                <a:cubicBezTo>
                  <a:pt x="5818999" y="4837864"/>
                  <a:pt x="5831866" y="4852663"/>
                  <a:pt x="5844370" y="4867249"/>
                </a:cubicBezTo>
                <a:cubicBezTo>
                  <a:pt x="5822924" y="4841336"/>
                  <a:pt x="5804968" y="4813393"/>
                  <a:pt x="5790137" y="4783046"/>
                </a:cubicBezTo>
                <a:cubicBezTo>
                  <a:pt x="5798716" y="4800891"/>
                  <a:pt x="5807294" y="4819003"/>
                  <a:pt x="5815873" y="4836848"/>
                </a:cubicBezTo>
                <a:cubicBezTo>
                  <a:pt x="5795880" y="4793999"/>
                  <a:pt x="5782431" y="4749600"/>
                  <a:pt x="5773853" y="4703332"/>
                </a:cubicBezTo>
                <a:cubicBezTo>
                  <a:pt x="5777270" y="4722566"/>
                  <a:pt x="5780759" y="4742067"/>
                  <a:pt x="5784176" y="4761248"/>
                </a:cubicBezTo>
                <a:cubicBezTo>
                  <a:pt x="5776107" y="4713750"/>
                  <a:pt x="5773853" y="4667107"/>
                  <a:pt x="5777560" y="4619075"/>
                </a:cubicBezTo>
                <a:cubicBezTo>
                  <a:pt x="5775888" y="4637989"/>
                  <a:pt x="5774362" y="4656582"/>
                  <a:pt x="5772617" y="4675549"/>
                </a:cubicBezTo>
                <a:cubicBezTo>
                  <a:pt x="5781341" y="4576653"/>
                  <a:pt x="5806858" y="4481231"/>
                  <a:pt x="5840008" y="4388052"/>
                </a:cubicBezTo>
                <a:cubicBezTo>
                  <a:pt x="5833538" y="4406004"/>
                  <a:pt x="5827286" y="4423635"/>
                  <a:pt x="5820816" y="4441641"/>
                </a:cubicBezTo>
                <a:cubicBezTo>
                  <a:pt x="5889298" y="4251543"/>
                  <a:pt x="5984606" y="4071490"/>
                  <a:pt x="6040947" y="3876692"/>
                </a:cubicBezTo>
                <a:cubicBezTo>
                  <a:pt x="6098669" y="3676710"/>
                  <a:pt x="6112118" y="3441466"/>
                  <a:pt x="6038548" y="3243782"/>
                </a:cubicBezTo>
                <a:cubicBezTo>
                  <a:pt x="5956398" y="3022910"/>
                  <a:pt x="5774798" y="2853970"/>
                  <a:pt x="5542745" y="2803000"/>
                </a:cubicBezTo>
                <a:cubicBezTo>
                  <a:pt x="5357436" y="2762234"/>
                  <a:pt x="5159042" y="2797604"/>
                  <a:pt x="4982967" y="2861397"/>
                </a:cubicBezTo>
                <a:cubicBezTo>
                  <a:pt x="4784718" y="2933204"/>
                  <a:pt x="4603263" y="3043320"/>
                  <a:pt x="4413666" y="3134361"/>
                </a:cubicBezTo>
                <a:cubicBezTo>
                  <a:pt x="4434676" y="3124263"/>
                  <a:pt x="4455903" y="3114326"/>
                  <a:pt x="4476913" y="3104174"/>
                </a:cubicBezTo>
                <a:cubicBezTo>
                  <a:pt x="4233374" y="3220434"/>
                  <a:pt x="3977621" y="3312704"/>
                  <a:pt x="3711617" y="3361270"/>
                </a:cubicBezTo>
                <a:cubicBezTo>
                  <a:pt x="3735317" y="3356996"/>
                  <a:pt x="3759235" y="3352615"/>
                  <a:pt x="3782934" y="3348287"/>
                </a:cubicBezTo>
                <a:cubicBezTo>
                  <a:pt x="3611439" y="3378848"/>
                  <a:pt x="3437035" y="3390015"/>
                  <a:pt x="3263431" y="3375055"/>
                </a:cubicBezTo>
                <a:cubicBezTo>
                  <a:pt x="3287204" y="3377139"/>
                  <a:pt x="3311049" y="3379222"/>
                  <a:pt x="3334530" y="3381359"/>
                </a:cubicBezTo>
                <a:cubicBezTo>
                  <a:pt x="3208690" y="3369605"/>
                  <a:pt x="3083067" y="3345509"/>
                  <a:pt x="2963696" y="3302713"/>
                </a:cubicBezTo>
                <a:cubicBezTo>
                  <a:pt x="2986087" y="3310834"/>
                  <a:pt x="3008478" y="3318902"/>
                  <a:pt x="3030869" y="3327023"/>
                </a:cubicBezTo>
                <a:cubicBezTo>
                  <a:pt x="2981798" y="3308857"/>
                  <a:pt x="2934835" y="3286685"/>
                  <a:pt x="2891216" y="3257620"/>
                </a:cubicBezTo>
                <a:cubicBezTo>
                  <a:pt x="2910990" y="3271297"/>
                  <a:pt x="2930836" y="3284654"/>
                  <a:pt x="2950610" y="3298332"/>
                </a:cubicBezTo>
                <a:cubicBezTo>
                  <a:pt x="2921458" y="3277923"/>
                  <a:pt x="2895214" y="3255216"/>
                  <a:pt x="2872023" y="3228448"/>
                </a:cubicBezTo>
                <a:cubicBezTo>
                  <a:pt x="2888017" y="3246934"/>
                  <a:pt x="2904011" y="3265474"/>
                  <a:pt x="2919713" y="3283800"/>
                </a:cubicBezTo>
                <a:cubicBezTo>
                  <a:pt x="2901902" y="3262268"/>
                  <a:pt x="2886999" y="3239508"/>
                  <a:pt x="2874495" y="3214557"/>
                </a:cubicBezTo>
                <a:cubicBezTo>
                  <a:pt x="2885545" y="3237477"/>
                  <a:pt x="2896159" y="3260184"/>
                  <a:pt x="2907209" y="3283105"/>
                </a:cubicBezTo>
                <a:cubicBezTo>
                  <a:pt x="2889980" y="3246881"/>
                  <a:pt x="2878639" y="3209321"/>
                  <a:pt x="2871224" y="3169944"/>
                </a:cubicBezTo>
                <a:cubicBezTo>
                  <a:pt x="2875658" y="3195002"/>
                  <a:pt x="2880165" y="3220006"/>
                  <a:pt x="2884818" y="3244957"/>
                </a:cubicBezTo>
                <a:cubicBezTo>
                  <a:pt x="2876167" y="3192277"/>
                  <a:pt x="2875440" y="3139918"/>
                  <a:pt x="2879438" y="3086810"/>
                </a:cubicBezTo>
                <a:cubicBezTo>
                  <a:pt x="2877330" y="3111441"/>
                  <a:pt x="2875004" y="3136124"/>
                  <a:pt x="2872968" y="3160755"/>
                </a:cubicBezTo>
                <a:cubicBezTo>
                  <a:pt x="2879875" y="3085528"/>
                  <a:pt x="2897104" y="3012866"/>
                  <a:pt x="2922040" y="2941806"/>
                </a:cubicBezTo>
                <a:cubicBezTo>
                  <a:pt x="2913679" y="2965101"/>
                  <a:pt x="2905246" y="2988182"/>
                  <a:pt x="2896886" y="3011476"/>
                </a:cubicBezTo>
                <a:cubicBezTo>
                  <a:pt x="2984342" y="2769020"/>
                  <a:pt x="3148859" y="2565779"/>
                  <a:pt x="3285822" y="2350731"/>
                </a:cubicBezTo>
                <a:cubicBezTo>
                  <a:pt x="3443869" y="2102504"/>
                  <a:pt x="3548191" y="1804428"/>
                  <a:pt x="3528417" y="1506620"/>
                </a:cubicBezTo>
                <a:cubicBezTo>
                  <a:pt x="3517803" y="1345160"/>
                  <a:pt x="3470549" y="1169595"/>
                  <a:pt x="3368989" y="1040513"/>
                </a:cubicBezTo>
                <a:cubicBezTo>
                  <a:pt x="3298036" y="950326"/>
                  <a:pt x="3227155" y="886853"/>
                  <a:pt x="3128939" y="826907"/>
                </a:cubicBezTo>
                <a:cubicBezTo>
                  <a:pt x="3061257" y="785500"/>
                  <a:pt x="2981725" y="756596"/>
                  <a:pt x="2904301" y="740353"/>
                </a:cubicBezTo>
                <a:cubicBezTo>
                  <a:pt x="2588136" y="673889"/>
                  <a:pt x="2278150" y="808795"/>
                  <a:pt x="2015927" y="974262"/>
                </a:cubicBezTo>
                <a:cubicBezTo>
                  <a:pt x="1888632" y="1054618"/>
                  <a:pt x="1769625" y="1146514"/>
                  <a:pt x="1644729" y="1230022"/>
                </a:cubicBezTo>
                <a:cubicBezTo>
                  <a:pt x="1490899" y="1332604"/>
                  <a:pt x="1329872" y="1423913"/>
                  <a:pt x="1162884" y="1503681"/>
                </a:cubicBezTo>
                <a:cubicBezTo>
                  <a:pt x="1189928" y="1490805"/>
                  <a:pt x="1216681" y="1477982"/>
                  <a:pt x="1243724" y="1465053"/>
                </a:cubicBezTo>
                <a:cubicBezTo>
                  <a:pt x="1099709" y="1533280"/>
                  <a:pt x="951550" y="1599798"/>
                  <a:pt x="793649" y="1628436"/>
                </a:cubicBezTo>
                <a:cubicBezTo>
                  <a:pt x="823164" y="1623093"/>
                  <a:pt x="852898" y="1617697"/>
                  <a:pt x="882341" y="1612354"/>
                </a:cubicBezTo>
                <a:cubicBezTo>
                  <a:pt x="824545" y="1622345"/>
                  <a:pt x="766387" y="1626673"/>
                  <a:pt x="707792" y="1622185"/>
                </a:cubicBezTo>
                <a:cubicBezTo>
                  <a:pt x="736726" y="1624803"/>
                  <a:pt x="765660" y="1627207"/>
                  <a:pt x="794666" y="1629825"/>
                </a:cubicBezTo>
                <a:cubicBezTo>
                  <a:pt x="755046" y="1626192"/>
                  <a:pt x="716588" y="1618284"/>
                  <a:pt x="679149" y="1605034"/>
                </a:cubicBezTo>
                <a:cubicBezTo>
                  <a:pt x="706192" y="1614651"/>
                  <a:pt x="733382" y="1624536"/>
                  <a:pt x="760207" y="1634259"/>
                </a:cubicBezTo>
                <a:cubicBezTo>
                  <a:pt x="730692" y="1623200"/>
                  <a:pt x="702848" y="1609309"/>
                  <a:pt x="676386" y="1591944"/>
                </a:cubicBezTo>
                <a:cubicBezTo>
                  <a:pt x="700013" y="1608293"/>
                  <a:pt x="723931" y="1624536"/>
                  <a:pt x="747630" y="1640831"/>
                </a:cubicBezTo>
                <a:cubicBezTo>
                  <a:pt x="720078" y="1621864"/>
                  <a:pt x="695288" y="1600333"/>
                  <a:pt x="672969" y="1575221"/>
                </a:cubicBezTo>
                <a:cubicBezTo>
                  <a:pt x="692016" y="1597180"/>
                  <a:pt x="711209" y="1619460"/>
                  <a:pt x="730038" y="1641472"/>
                </a:cubicBezTo>
                <a:cubicBezTo>
                  <a:pt x="707065" y="1614331"/>
                  <a:pt x="687945" y="1585159"/>
                  <a:pt x="672388" y="1553423"/>
                </a:cubicBezTo>
                <a:cubicBezTo>
                  <a:pt x="685328" y="1580671"/>
                  <a:pt x="698341" y="1607973"/>
                  <a:pt x="711572" y="1635168"/>
                </a:cubicBezTo>
                <a:cubicBezTo>
                  <a:pt x="692234" y="1594349"/>
                  <a:pt x="679294" y="1551713"/>
                  <a:pt x="670861" y="1507368"/>
                </a:cubicBezTo>
                <a:cubicBezTo>
                  <a:pt x="676241" y="1537074"/>
                  <a:pt x="681766" y="1567047"/>
                  <a:pt x="686927" y="1596913"/>
                </a:cubicBezTo>
                <a:cubicBezTo>
                  <a:pt x="675950" y="1534402"/>
                  <a:pt x="674714" y="1471891"/>
                  <a:pt x="679876" y="1408633"/>
                </a:cubicBezTo>
                <a:cubicBezTo>
                  <a:pt x="677331" y="1437858"/>
                  <a:pt x="674787" y="1467083"/>
                  <a:pt x="672315" y="1496575"/>
                </a:cubicBezTo>
                <a:cubicBezTo>
                  <a:pt x="680457" y="1409541"/>
                  <a:pt x="700304" y="1324323"/>
                  <a:pt x="729383" y="1241937"/>
                </a:cubicBezTo>
                <a:cubicBezTo>
                  <a:pt x="719569" y="1269346"/>
                  <a:pt x="709464" y="1296861"/>
                  <a:pt x="699722" y="1324483"/>
                </a:cubicBezTo>
                <a:cubicBezTo>
                  <a:pt x="750538" y="1184982"/>
                  <a:pt x="821347" y="1054030"/>
                  <a:pt x="875725" y="916132"/>
                </a:cubicBezTo>
                <a:cubicBezTo>
                  <a:pt x="911856" y="824236"/>
                  <a:pt x="947697" y="729989"/>
                  <a:pt x="967616" y="632963"/>
                </a:cubicBezTo>
                <a:cubicBezTo>
                  <a:pt x="980193" y="572643"/>
                  <a:pt x="984627" y="511307"/>
                  <a:pt x="989280" y="449918"/>
                </a:cubicBezTo>
                <a:cubicBezTo>
                  <a:pt x="992115" y="412251"/>
                  <a:pt x="992770" y="374424"/>
                  <a:pt x="989498" y="336757"/>
                </a:cubicBezTo>
                <a:cubicBezTo>
                  <a:pt x="981429" y="243525"/>
                  <a:pt x="943626" y="153232"/>
                  <a:pt x="872526" y="90133"/>
                </a:cubicBezTo>
                <a:cubicBezTo>
                  <a:pt x="809497" y="33873"/>
                  <a:pt x="708737" y="-6572"/>
                  <a:pt x="623098" y="1015"/>
                </a:cubicBezTo>
                <a:cubicBezTo>
                  <a:pt x="531280" y="9190"/>
                  <a:pt x="436481" y="44238"/>
                  <a:pt x="376433" y="117969"/>
                </a:cubicBezTo>
                <a:cubicBezTo>
                  <a:pt x="319946" y="187159"/>
                  <a:pt x="279235" y="275796"/>
                  <a:pt x="287304" y="367372"/>
                </a:cubicBezTo>
                <a:cubicBezTo>
                  <a:pt x="291230" y="411503"/>
                  <a:pt x="291666" y="455101"/>
                  <a:pt x="287813" y="499232"/>
                </a:cubicBezTo>
                <a:cubicBezTo>
                  <a:pt x="290358" y="469152"/>
                  <a:pt x="293120" y="439019"/>
                  <a:pt x="295737" y="408939"/>
                </a:cubicBezTo>
                <a:cubicBezTo>
                  <a:pt x="287086" y="496935"/>
                  <a:pt x="263677" y="582206"/>
                  <a:pt x="234016" y="665607"/>
                </a:cubicBezTo>
                <a:cubicBezTo>
                  <a:pt x="243976" y="637878"/>
                  <a:pt x="254154" y="609775"/>
                  <a:pt x="264186" y="582046"/>
                </a:cubicBezTo>
                <a:cubicBezTo>
                  <a:pt x="179565" y="816061"/>
                  <a:pt x="48417" y="1038055"/>
                  <a:pt x="14322" y="1287831"/>
                </a:cubicBezTo>
                <a:cubicBezTo>
                  <a:pt x="-7851" y="1450413"/>
                  <a:pt x="-8360" y="1610217"/>
                  <a:pt x="38749" y="1769112"/>
                </a:cubicBezTo>
                <a:cubicBezTo>
                  <a:pt x="60485" y="1842576"/>
                  <a:pt x="94217" y="1915826"/>
                  <a:pt x="138127" y="1978550"/>
                </a:cubicBezTo>
                <a:cubicBezTo>
                  <a:pt x="201884" y="2069912"/>
                  <a:pt x="273564" y="2130607"/>
                  <a:pt x="365164" y="2190767"/>
                </a:cubicBezTo>
                <a:cubicBezTo>
                  <a:pt x="427758" y="2231853"/>
                  <a:pt x="502346" y="2258460"/>
                  <a:pt x="574318" y="2276145"/>
                </a:cubicBezTo>
                <a:cubicBezTo>
                  <a:pt x="646216" y="2293616"/>
                  <a:pt x="722986" y="2299172"/>
                  <a:pt x="796993" y="2297035"/>
                </a:cubicBezTo>
                <a:cubicBezTo>
                  <a:pt x="927268" y="2293402"/>
                  <a:pt x="1060525" y="2261559"/>
                  <a:pt x="1182876" y="2217053"/>
                </a:cubicBezTo>
                <a:cubicBezTo>
                  <a:pt x="1325220" y="2165228"/>
                  <a:pt x="1463419" y="2097214"/>
                  <a:pt x="1598057" y="2028399"/>
                </a:cubicBezTo>
                <a:cubicBezTo>
                  <a:pt x="1718736" y="1966582"/>
                  <a:pt x="1836362" y="1898568"/>
                  <a:pt x="1949772" y="1824303"/>
                </a:cubicBezTo>
                <a:cubicBezTo>
                  <a:pt x="2160088" y="1687046"/>
                  <a:pt x="2352230" y="1521953"/>
                  <a:pt x="2579631" y="1411785"/>
                </a:cubicBezTo>
                <a:cubicBezTo>
                  <a:pt x="2553096" y="1424554"/>
                  <a:pt x="2526561" y="1437270"/>
                  <a:pt x="2499953" y="1449772"/>
                </a:cubicBezTo>
                <a:cubicBezTo>
                  <a:pt x="2579631" y="1411785"/>
                  <a:pt x="2661489" y="1379781"/>
                  <a:pt x="2748582" y="1363966"/>
                </a:cubicBezTo>
                <a:cubicBezTo>
                  <a:pt x="2719866" y="1369042"/>
                  <a:pt x="2691441" y="1374331"/>
                  <a:pt x="2662725" y="1379407"/>
                </a:cubicBezTo>
                <a:cubicBezTo>
                  <a:pt x="2709979" y="1371393"/>
                  <a:pt x="2757596" y="1368561"/>
                  <a:pt x="2805504" y="1372034"/>
                </a:cubicBezTo>
                <a:cubicBezTo>
                  <a:pt x="2777661" y="1369576"/>
                  <a:pt x="2749890" y="1367172"/>
                  <a:pt x="2722047" y="1364714"/>
                </a:cubicBezTo>
                <a:cubicBezTo>
                  <a:pt x="2762031" y="1368508"/>
                  <a:pt x="2800561" y="1376682"/>
                  <a:pt x="2838509" y="1389772"/>
                </a:cubicBezTo>
                <a:cubicBezTo>
                  <a:pt x="2812702" y="1380583"/>
                  <a:pt x="2787112" y="1371286"/>
                  <a:pt x="2761304" y="1362043"/>
                </a:cubicBezTo>
                <a:cubicBezTo>
                  <a:pt x="2798598" y="1375667"/>
                  <a:pt x="2833275" y="1393405"/>
                  <a:pt x="2866426" y="1414990"/>
                </a:cubicBezTo>
                <a:cubicBezTo>
                  <a:pt x="2843889" y="1399710"/>
                  <a:pt x="2821353" y="1384162"/>
                  <a:pt x="2799107" y="1368775"/>
                </a:cubicBezTo>
                <a:cubicBezTo>
                  <a:pt x="2831312" y="1390948"/>
                  <a:pt x="2860464" y="1416379"/>
                  <a:pt x="2886345" y="1445658"/>
                </a:cubicBezTo>
                <a:cubicBezTo>
                  <a:pt x="2868534" y="1424928"/>
                  <a:pt x="2850577" y="1403984"/>
                  <a:pt x="2832475" y="1383361"/>
                </a:cubicBezTo>
                <a:cubicBezTo>
                  <a:pt x="2858938" y="1414403"/>
                  <a:pt x="2880893" y="1447955"/>
                  <a:pt x="2899140" y="1484393"/>
                </a:cubicBezTo>
                <a:cubicBezTo>
                  <a:pt x="2886927" y="1458801"/>
                  <a:pt x="2874859" y="1433423"/>
                  <a:pt x="2862500" y="1407938"/>
                </a:cubicBezTo>
                <a:cubicBezTo>
                  <a:pt x="2885109" y="1455542"/>
                  <a:pt x="2900667" y="1505391"/>
                  <a:pt x="2910408" y="1557109"/>
                </a:cubicBezTo>
                <a:cubicBezTo>
                  <a:pt x="2905392" y="1529487"/>
                  <a:pt x="2900448" y="1502132"/>
                  <a:pt x="2895432" y="1474456"/>
                </a:cubicBezTo>
                <a:cubicBezTo>
                  <a:pt x="2908155" y="1546691"/>
                  <a:pt x="2909754" y="1619727"/>
                  <a:pt x="2903720" y="1692656"/>
                </a:cubicBezTo>
                <a:cubicBezTo>
                  <a:pt x="2905973" y="1666049"/>
                  <a:pt x="2908518" y="1639282"/>
                  <a:pt x="2910772" y="1612674"/>
                </a:cubicBezTo>
                <a:cubicBezTo>
                  <a:pt x="2901902" y="1710234"/>
                  <a:pt x="2879657" y="1805443"/>
                  <a:pt x="2846797" y="1897660"/>
                </a:cubicBezTo>
                <a:cubicBezTo>
                  <a:pt x="2855594" y="1873083"/>
                  <a:pt x="2864463" y="1848773"/>
                  <a:pt x="2873259" y="1824196"/>
                </a:cubicBezTo>
                <a:cubicBezTo>
                  <a:pt x="2785512" y="2065050"/>
                  <a:pt x="2618960" y="2267864"/>
                  <a:pt x="2496245" y="2490819"/>
                </a:cubicBezTo>
                <a:cubicBezTo>
                  <a:pt x="2425074" y="2619901"/>
                  <a:pt x="2365025" y="2759937"/>
                  <a:pt x="2332965" y="2903979"/>
                </a:cubicBezTo>
                <a:cubicBezTo>
                  <a:pt x="2294798" y="3074789"/>
                  <a:pt x="2287601" y="3274343"/>
                  <a:pt x="2357973" y="3437940"/>
                </a:cubicBezTo>
                <a:cubicBezTo>
                  <a:pt x="2402973" y="3542659"/>
                  <a:pt x="2465421" y="3638669"/>
                  <a:pt x="2558839" y="3707110"/>
                </a:cubicBezTo>
                <a:cubicBezTo>
                  <a:pt x="2650802" y="3774377"/>
                  <a:pt x="2739276" y="3814608"/>
                  <a:pt x="2847088" y="3850832"/>
                </a:cubicBezTo>
                <a:cubicBezTo>
                  <a:pt x="2997356" y="3901215"/>
                  <a:pt x="3158310" y="3919968"/>
                  <a:pt x="3315847" y="3928196"/>
                </a:cubicBezTo>
                <a:cubicBezTo>
                  <a:pt x="3614347" y="3943263"/>
                  <a:pt x="3919244" y="3883263"/>
                  <a:pt x="4200732" y="3787092"/>
                </a:cubicBezTo>
                <a:cubicBezTo>
                  <a:pt x="4369102" y="3729711"/>
                  <a:pt x="4531437" y="3656087"/>
                  <a:pt x="4690211" y="3576692"/>
                </a:cubicBezTo>
                <a:cubicBezTo>
                  <a:pt x="4819250" y="3512205"/>
                  <a:pt x="4942765" y="3437512"/>
                  <a:pt x="5072750" y="3374894"/>
                </a:cubicBezTo>
                <a:cubicBezTo>
                  <a:pt x="5052031" y="3384939"/>
                  <a:pt x="5031239" y="3394716"/>
                  <a:pt x="5010520" y="3404761"/>
                </a:cubicBezTo>
                <a:cubicBezTo>
                  <a:pt x="5120585" y="3352241"/>
                  <a:pt x="5235085" y="3305545"/>
                  <a:pt x="5355401" y="3283105"/>
                </a:cubicBezTo>
                <a:cubicBezTo>
                  <a:pt x="5333301" y="3287165"/>
                  <a:pt x="5311128" y="3290959"/>
                  <a:pt x="5289100" y="3295073"/>
                </a:cubicBezTo>
                <a:cubicBezTo>
                  <a:pt x="5343406" y="3285616"/>
                  <a:pt x="5398366" y="3281502"/>
                  <a:pt x="5453544" y="3285723"/>
                </a:cubicBezTo>
                <a:cubicBezTo>
                  <a:pt x="5432316" y="3283959"/>
                  <a:pt x="5410797" y="3281983"/>
                  <a:pt x="5389642" y="3280166"/>
                </a:cubicBezTo>
                <a:cubicBezTo>
                  <a:pt x="5430426" y="3283960"/>
                  <a:pt x="5470119" y="3292081"/>
                  <a:pt x="5508504" y="3305865"/>
                </a:cubicBezTo>
                <a:cubicBezTo>
                  <a:pt x="5488730" y="3298919"/>
                  <a:pt x="5469101" y="3291600"/>
                  <a:pt x="5449255" y="3284601"/>
                </a:cubicBezTo>
                <a:cubicBezTo>
                  <a:pt x="5483859" y="3297691"/>
                  <a:pt x="5516210" y="3314253"/>
                  <a:pt x="5546889" y="3334983"/>
                </a:cubicBezTo>
                <a:cubicBezTo>
                  <a:pt x="5529732" y="3323229"/>
                  <a:pt x="5512575" y="3311528"/>
                  <a:pt x="5495418" y="3299774"/>
                </a:cubicBezTo>
                <a:cubicBezTo>
                  <a:pt x="5525297" y="3320772"/>
                  <a:pt x="5552341" y="3344921"/>
                  <a:pt x="5576259" y="3372543"/>
                </a:cubicBezTo>
                <a:cubicBezTo>
                  <a:pt x="5562519" y="3356675"/>
                  <a:pt x="5549069" y="3340914"/>
                  <a:pt x="5535329" y="3325046"/>
                </a:cubicBezTo>
                <a:cubicBezTo>
                  <a:pt x="5560701" y="3355286"/>
                  <a:pt x="5581856" y="3387984"/>
                  <a:pt x="5599231" y="3423621"/>
                </a:cubicBezTo>
                <a:cubicBezTo>
                  <a:pt x="5589926" y="3404333"/>
                  <a:pt x="5580911" y="3384939"/>
                  <a:pt x="5571606" y="3365651"/>
                </a:cubicBezTo>
                <a:cubicBezTo>
                  <a:pt x="5593924" y="3413309"/>
                  <a:pt x="5608973" y="3463371"/>
                  <a:pt x="5618496" y="3515143"/>
                </a:cubicBezTo>
                <a:cubicBezTo>
                  <a:pt x="5614789" y="3494306"/>
                  <a:pt x="5610936" y="3473576"/>
                  <a:pt x="5607301" y="3452739"/>
                </a:cubicBezTo>
                <a:cubicBezTo>
                  <a:pt x="5619151" y="3522997"/>
                  <a:pt x="5620459" y="3593629"/>
                  <a:pt x="5614425" y="3664635"/>
                </a:cubicBezTo>
                <a:cubicBezTo>
                  <a:pt x="5616025" y="3644599"/>
                  <a:pt x="5617915" y="3624510"/>
                  <a:pt x="5619514" y="3604475"/>
                </a:cubicBezTo>
                <a:cubicBezTo>
                  <a:pt x="5609336" y="3712773"/>
                  <a:pt x="5581493" y="3816210"/>
                  <a:pt x="5544780" y="3918312"/>
                </a:cubicBezTo>
                <a:cubicBezTo>
                  <a:pt x="5551396" y="3899986"/>
                  <a:pt x="5558011" y="3881713"/>
                  <a:pt x="5564700" y="3863387"/>
                </a:cubicBezTo>
                <a:cubicBezTo>
                  <a:pt x="5441621" y="4203404"/>
                  <a:pt x="5257840" y="4560892"/>
                  <a:pt x="5374739" y="4930668"/>
                </a:cubicBezTo>
                <a:cubicBezTo>
                  <a:pt x="5439949" y="5136954"/>
                  <a:pt x="5609555" y="5300818"/>
                  <a:pt x="5827286" y="5333035"/>
                </a:cubicBezTo>
                <a:cubicBezTo>
                  <a:pt x="6032441" y="5363703"/>
                  <a:pt x="6245448" y="5316686"/>
                  <a:pt x="6445223" y="5271967"/>
                </a:cubicBezTo>
                <a:cubicBezTo>
                  <a:pt x="6551217" y="5248298"/>
                  <a:pt x="6656339" y="5219126"/>
                  <a:pt x="6759498" y="5184986"/>
                </a:cubicBezTo>
                <a:cubicBezTo>
                  <a:pt x="6866001" y="5149776"/>
                  <a:pt x="6972795" y="5115582"/>
                  <a:pt x="7077263" y="5074336"/>
                </a:cubicBezTo>
                <a:cubicBezTo>
                  <a:pt x="7148871" y="5045912"/>
                  <a:pt x="7201868" y="5002903"/>
                  <a:pt x="7239380" y="4936224"/>
                </a:cubicBezTo>
                <a:cubicBezTo>
                  <a:pt x="7282708" y="4859822"/>
                  <a:pt x="7276893" y="4766750"/>
                  <a:pt x="7240471" y="4690188"/>
                </a:cubicBezTo>
                <a:cubicBezTo>
                  <a:pt x="7207684" y="4621372"/>
                  <a:pt x="7156867" y="4575371"/>
                  <a:pt x="7085042" y="4549565"/>
                </a:cubicBezTo>
                <a:cubicBezTo>
                  <a:pt x="7000493" y="4518096"/>
                  <a:pt x="6918344" y="4530117"/>
                  <a:pt x="6840193" y="4576279"/>
                </a:cubicBezTo>
                <a:lnTo>
                  <a:pt x="6840047" y="4576546"/>
                </a:lnTo>
              </a:path>
            </a:pathLst>
          </a:custGeom>
          <a:gradFill>
            <a:gsLst>
              <a:gs pos="0">
                <a:srgbClr val="80CAFF">
                  <a:alpha val="100000"/>
                </a:srgbClr>
              </a:gs>
              <a:gs pos="100000">
                <a:srgbClr val="BFE5FF">
                  <a:alpha val="100000"/>
                </a:srgbClr>
              </a:gs>
            </a:gsLst>
            <a:lin ang="5400000"/>
          </a:gra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12434" y="2007281"/>
            <a:ext cx="6035040" cy="103767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3860"/>
                </a:solidFill>
                <a:latin typeface="Lexend Deca Regular" pitchFamily="34" charset="0"/>
                <a:ea typeface="Lexend Deca Regular" pitchFamily="34" charset="-122"/>
              </a:rPr>
              <a:t>EMOTION RECOGNITION UNDER DECEPTION IN MENTAL HEALTH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06674" y="4023360"/>
            <a:ext cx="6035040" cy="849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Bef>
                <a:spcPts val="1000"/>
              </a:spcBef>
              <a:buNone/>
            </a:pPr>
            <a:r>
              <a:rPr lang="en-US" sz="1600" dirty="0">
                <a:solidFill>
                  <a:srgbClr val="3B3838"/>
                </a:solidFill>
                <a:latin typeface="Lexend Regular" pitchFamily="34" charset="0"/>
                <a:ea typeface="Lexend Regular" pitchFamily="34" charset="-122"/>
                <a:cs typeface="Lexend Regular" pitchFamily="34" charset="-120"/>
              </a:rPr>
              <a:t>Integrating Facial, Audio, and Physiological Data with Advanced Machine Learning Techniques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011939" y="5971932"/>
            <a:ext cx="316790" cy="166441"/>
          </a:xfrm>
          <a:custGeom>
            <a:avLst/>
            <a:gdLst/>
            <a:ahLst/>
            <a:cxnLst/>
            <a:rect l="l" t="t" r="r" b="b"/>
            <a:pathLst>
              <a:path w="316790" h="166441">
                <a:moveTo>
                  <a:pt x="50436" y="160436"/>
                </a:moveTo>
                <a:cubicBezTo>
                  <a:pt x="44671" y="160436"/>
                  <a:pt x="38908" y="159234"/>
                  <a:pt x="33143" y="156833"/>
                </a:cubicBezTo>
                <a:cubicBezTo>
                  <a:pt x="10565" y="147226"/>
                  <a:pt x="0" y="121287"/>
                  <a:pt x="9605" y="98710"/>
                </a:cubicBezTo>
                <a:cubicBezTo>
                  <a:pt x="34825" y="38666"/>
                  <a:pt x="93187" y="-2"/>
                  <a:pt x="158271" y="-2"/>
                </a:cubicBezTo>
                <a:cubicBezTo>
                  <a:pt x="223359" y="-2"/>
                  <a:pt x="281721" y="38666"/>
                  <a:pt x="307178" y="98710"/>
                </a:cubicBezTo>
                <a:cubicBezTo>
                  <a:pt x="316787" y="121286"/>
                  <a:pt x="306219" y="147465"/>
                  <a:pt x="283641" y="156833"/>
                </a:cubicBezTo>
                <a:cubicBezTo>
                  <a:pt x="261063" y="166440"/>
                  <a:pt x="234887" y="155872"/>
                  <a:pt x="225519" y="133296"/>
                </a:cubicBezTo>
                <a:cubicBezTo>
                  <a:pt x="213991" y="106396"/>
                  <a:pt x="187571" y="88863"/>
                  <a:pt x="158271" y="88863"/>
                </a:cubicBezTo>
                <a:cubicBezTo>
                  <a:pt x="128971" y="88863"/>
                  <a:pt x="102792" y="106396"/>
                  <a:pt x="91264" y="133296"/>
                </a:cubicBezTo>
                <a:cubicBezTo>
                  <a:pt x="84298" y="150108"/>
                  <a:pt x="67726" y="160436"/>
                  <a:pt x="50433" y="160436"/>
                </a:cubicBezTo>
                <a:lnTo>
                  <a:pt x="50436" y="160436"/>
                </a:lnTo>
              </a:path>
            </a:pathLst>
          </a:custGeom>
          <a:solidFill>
            <a:srgbClr val="003860">
              <a:alpha val="20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-740928" y="-1531565"/>
            <a:ext cx="2743200" cy="2743200"/>
          </a:xfrm>
          <a:custGeom>
            <a:avLst/>
            <a:gdLst/>
            <a:ahLst/>
            <a:cxnLst/>
            <a:rect l="l" t="t" r="r" b="b"/>
            <a:pathLst>
              <a:path w="2743200" h="2743200">
                <a:moveTo>
                  <a:pt x="0" y="1371600"/>
                </a:moveTo>
                <a:cubicBezTo>
                  <a:pt x="0" y="614093"/>
                  <a:pt x="614093" y="0"/>
                  <a:pt x="1371600" y="0"/>
                </a:cubicBezTo>
                <a:cubicBezTo>
                  <a:pt x="2129107" y="0"/>
                  <a:pt x="2743200" y="614093"/>
                  <a:pt x="2743200" y="1371600"/>
                </a:cubicBezTo>
                <a:cubicBezTo>
                  <a:pt x="2743200" y="2129107"/>
                  <a:pt x="2129107" y="2743200"/>
                  <a:pt x="1371600" y="2743200"/>
                </a:cubicBezTo>
                <a:cubicBezTo>
                  <a:pt x="614093" y="2743200"/>
                  <a:pt x="0" y="2129107"/>
                  <a:pt x="0" y="1371600"/>
                </a:cubicBezTo>
              </a:path>
            </a:pathLst>
          </a:custGeom>
          <a:gradFill>
            <a:gsLst>
              <a:gs pos="0">
                <a:srgbClr val="FFFFFF">
                  <a:alpha val="100000"/>
                </a:srgbClr>
              </a:gs>
              <a:gs pos="100000">
                <a:srgbClr val="BFE5FF">
                  <a:alpha val="100000"/>
                </a:srgbClr>
              </a:gs>
            </a:gsLst>
            <a:lin ang="5400000"/>
          </a:gra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06674" y="17233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83604" y="6508085"/>
            <a:ext cx="5760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508085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88888"/>
                </a:solidFill>
                <a:latin typeface="Lexend Regular" pitchFamily="34" charset="0"/>
                <a:ea typeface="Lexend Regular" pitchFamily="34" charset="-122"/>
                <a:cs typeface="Lexend Regular" pitchFamily="34" charset="-120"/>
              </a:rPr>
              <a:t>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-864824" y="3692376"/>
            <a:ext cx="2992629" cy="2997418"/>
          </a:xfrm>
          <a:custGeom>
            <a:avLst/>
            <a:gdLst/>
            <a:ahLst/>
            <a:cxnLst/>
            <a:rect l="l" t="t" r="r" b="b"/>
            <a:pathLst>
              <a:path w="2992629" h="2997418">
                <a:moveTo>
                  <a:pt x="1881406" y="825009"/>
                </a:moveTo>
                <a:lnTo>
                  <a:pt x="1881406" y="830495"/>
                </a:lnTo>
                <a:lnTo>
                  <a:pt x="1886134" y="827767"/>
                </a:lnTo>
                <a:cubicBezTo>
                  <a:pt x="2015446" y="753341"/>
                  <a:pt x="2139490" y="697889"/>
                  <a:pt x="2230556" y="673640"/>
                </a:cubicBezTo>
                <a:lnTo>
                  <a:pt x="2229748" y="670582"/>
                </a:lnTo>
                <a:lnTo>
                  <a:pt x="2230556" y="673640"/>
                </a:lnTo>
                <a:cubicBezTo>
                  <a:pt x="2552952" y="587674"/>
                  <a:pt x="2884745" y="779598"/>
                  <a:pt x="2971651" y="1102270"/>
                </a:cubicBezTo>
                <a:lnTo>
                  <a:pt x="2974703" y="1101431"/>
                </a:lnTo>
                <a:lnTo>
                  <a:pt x="2971651" y="1102270"/>
                </a:lnTo>
                <a:cubicBezTo>
                  <a:pt x="3058527" y="1424942"/>
                  <a:pt x="2867627" y="1756217"/>
                  <a:pt x="2545231" y="1842153"/>
                </a:cubicBezTo>
                <a:cubicBezTo>
                  <a:pt x="2452460" y="1866882"/>
                  <a:pt x="2313781" y="1880640"/>
                  <a:pt x="2161007" y="1879980"/>
                </a:cubicBezTo>
                <a:lnTo>
                  <a:pt x="2155471" y="1879950"/>
                </a:lnTo>
                <a:lnTo>
                  <a:pt x="2158254" y="1884746"/>
                </a:lnTo>
                <a:cubicBezTo>
                  <a:pt x="2235195" y="2016932"/>
                  <a:pt x="2292653" y="2144173"/>
                  <a:pt x="2317642" y="2237033"/>
                </a:cubicBezTo>
                <a:cubicBezTo>
                  <a:pt x="2404547" y="2559705"/>
                  <a:pt x="2213618" y="2890980"/>
                  <a:pt x="1891222" y="2976915"/>
                </a:cubicBezTo>
                <a:cubicBezTo>
                  <a:pt x="1568826" y="3062881"/>
                  <a:pt x="1237033" y="2870957"/>
                  <a:pt x="1150157" y="2548285"/>
                </a:cubicBezTo>
                <a:cubicBezTo>
                  <a:pt x="1125618" y="2457163"/>
                  <a:pt x="1111522" y="2321830"/>
                  <a:pt x="1111193" y="2172408"/>
                </a:cubicBezTo>
                <a:lnTo>
                  <a:pt x="1111193" y="2166923"/>
                </a:lnTo>
                <a:lnTo>
                  <a:pt x="1106465" y="2169651"/>
                </a:lnTo>
                <a:cubicBezTo>
                  <a:pt x="977153" y="2244107"/>
                  <a:pt x="853109" y="2299529"/>
                  <a:pt x="762043" y="2323808"/>
                </a:cubicBezTo>
                <a:cubicBezTo>
                  <a:pt x="439647" y="2409774"/>
                  <a:pt x="107854" y="2217849"/>
                  <a:pt x="20978" y="1895177"/>
                </a:cubicBezTo>
                <a:cubicBezTo>
                  <a:pt x="-65928" y="1572505"/>
                  <a:pt x="125002" y="1241231"/>
                  <a:pt x="447398" y="1155295"/>
                </a:cubicBezTo>
                <a:cubicBezTo>
                  <a:pt x="540170" y="1130566"/>
                  <a:pt x="678878" y="1116808"/>
                  <a:pt x="831622" y="1117467"/>
                </a:cubicBezTo>
                <a:lnTo>
                  <a:pt x="837158" y="1117497"/>
                </a:lnTo>
                <a:lnTo>
                  <a:pt x="834375" y="1112701"/>
                </a:lnTo>
                <a:cubicBezTo>
                  <a:pt x="757405" y="980515"/>
                  <a:pt x="699976" y="853275"/>
                  <a:pt x="674988" y="760415"/>
                </a:cubicBezTo>
                <a:cubicBezTo>
                  <a:pt x="588082" y="437743"/>
                  <a:pt x="779011" y="106468"/>
                  <a:pt x="1101407" y="20532"/>
                </a:cubicBezTo>
                <a:lnTo>
                  <a:pt x="1100599" y="17475"/>
                </a:lnTo>
                <a:lnTo>
                  <a:pt x="1101407" y="20532"/>
                </a:lnTo>
                <a:cubicBezTo>
                  <a:pt x="1423803" y="-65434"/>
                  <a:pt x="1755596" y="126491"/>
                  <a:pt x="1842472" y="449163"/>
                </a:cubicBezTo>
                <a:cubicBezTo>
                  <a:pt x="1867011" y="540284"/>
                  <a:pt x="1881107" y="675618"/>
                  <a:pt x="1881436" y="825039"/>
                </a:cubicBezTo>
                <a:lnTo>
                  <a:pt x="1881406" y="825009"/>
                </a:lnTo>
              </a:path>
            </a:pathLst>
          </a:custGeom>
          <a:solidFill>
            <a:srgbClr val="BFE5FF">
              <a:alpha val="8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-521479" y="3478242"/>
            <a:ext cx="2992629" cy="2997418"/>
          </a:xfrm>
          <a:custGeom>
            <a:avLst/>
            <a:gdLst/>
            <a:ahLst/>
            <a:cxnLst/>
            <a:rect l="l" t="t" r="r" b="b"/>
            <a:pathLst>
              <a:path w="2992629" h="2997418">
                <a:moveTo>
                  <a:pt x="1881406" y="825009"/>
                </a:moveTo>
                <a:lnTo>
                  <a:pt x="1881406" y="830495"/>
                </a:lnTo>
                <a:lnTo>
                  <a:pt x="1886134" y="827767"/>
                </a:lnTo>
                <a:cubicBezTo>
                  <a:pt x="2015446" y="753341"/>
                  <a:pt x="2139490" y="697889"/>
                  <a:pt x="2230556" y="673640"/>
                </a:cubicBezTo>
                <a:lnTo>
                  <a:pt x="2229748" y="670582"/>
                </a:lnTo>
                <a:lnTo>
                  <a:pt x="2230556" y="673640"/>
                </a:lnTo>
                <a:cubicBezTo>
                  <a:pt x="2552952" y="587674"/>
                  <a:pt x="2884745" y="779598"/>
                  <a:pt x="2971651" y="1102270"/>
                </a:cubicBezTo>
                <a:lnTo>
                  <a:pt x="2974703" y="1101431"/>
                </a:lnTo>
                <a:lnTo>
                  <a:pt x="2971651" y="1102270"/>
                </a:lnTo>
                <a:cubicBezTo>
                  <a:pt x="3058527" y="1424942"/>
                  <a:pt x="2867627" y="1756217"/>
                  <a:pt x="2545231" y="1842153"/>
                </a:cubicBezTo>
                <a:cubicBezTo>
                  <a:pt x="2452460" y="1866882"/>
                  <a:pt x="2313781" y="1880640"/>
                  <a:pt x="2161007" y="1879980"/>
                </a:cubicBezTo>
                <a:lnTo>
                  <a:pt x="2155471" y="1879950"/>
                </a:lnTo>
                <a:lnTo>
                  <a:pt x="2158254" y="1884746"/>
                </a:lnTo>
                <a:cubicBezTo>
                  <a:pt x="2235195" y="2016932"/>
                  <a:pt x="2292653" y="2144173"/>
                  <a:pt x="2317642" y="2237033"/>
                </a:cubicBezTo>
                <a:cubicBezTo>
                  <a:pt x="2404547" y="2559705"/>
                  <a:pt x="2213618" y="2890980"/>
                  <a:pt x="1891222" y="2976915"/>
                </a:cubicBezTo>
                <a:cubicBezTo>
                  <a:pt x="1568826" y="3062881"/>
                  <a:pt x="1237033" y="2870957"/>
                  <a:pt x="1150157" y="2548285"/>
                </a:cubicBezTo>
                <a:cubicBezTo>
                  <a:pt x="1125618" y="2457163"/>
                  <a:pt x="1111522" y="2321830"/>
                  <a:pt x="1111193" y="2172408"/>
                </a:cubicBezTo>
                <a:lnTo>
                  <a:pt x="1111193" y="2166923"/>
                </a:lnTo>
                <a:lnTo>
                  <a:pt x="1106465" y="2169651"/>
                </a:lnTo>
                <a:cubicBezTo>
                  <a:pt x="977153" y="2244107"/>
                  <a:pt x="853109" y="2299529"/>
                  <a:pt x="762043" y="2323808"/>
                </a:cubicBezTo>
                <a:cubicBezTo>
                  <a:pt x="439647" y="2409774"/>
                  <a:pt x="107854" y="2217849"/>
                  <a:pt x="20978" y="1895177"/>
                </a:cubicBezTo>
                <a:cubicBezTo>
                  <a:pt x="-65928" y="1572505"/>
                  <a:pt x="125002" y="1241231"/>
                  <a:pt x="447398" y="1155295"/>
                </a:cubicBezTo>
                <a:cubicBezTo>
                  <a:pt x="540170" y="1130566"/>
                  <a:pt x="678878" y="1116808"/>
                  <a:pt x="831622" y="1117467"/>
                </a:cubicBezTo>
                <a:lnTo>
                  <a:pt x="837158" y="1117497"/>
                </a:lnTo>
                <a:lnTo>
                  <a:pt x="834375" y="1112701"/>
                </a:lnTo>
                <a:cubicBezTo>
                  <a:pt x="757405" y="980515"/>
                  <a:pt x="699976" y="853275"/>
                  <a:pt x="674988" y="760415"/>
                </a:cubicBezTo>
                <a:cubicBezTo>
                  <a:pt x="588082" y="437743"/>
                  <a:pt x="779011" y="106468"/>
                  <a:pt x="1101407" y="20532"/>
                </a:cubicBezTo>
                <a:lnTo>
                  <a:pt x="1100599" y="17475"/>
                </a:lnTo>
                <a:lnTo>
                  <a:pt x="1101407" y="20532"/>
                </a:lnTo>
                <a:cubicBezTo>
                  <a:pt x="1423803" y="-65434"/>
                  <a:pt x="1755596" y="126491"/>
                  <a:pt x="1842472" y="449163"/>
                </a:cubicBezTo>
                <a:cubicBezTo>
                  <a:pt x="1867011" y="540284"/>
                  <a:pt x="1881107" y="675618"/>
                  <a:pt x="1881436" y="825039"/>
                </a:cubicBezTo>
                <a:lnTo>
                  <a:pt x="1881406" y="825009"/>
                </a:lnTo>
              </a:path>
            </a:pathLst>
          </a:custGeom>
          <a:solidFill>
            <a:srgbClr val="003860">
              <a:alpha val="8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02920" y="1796007"/>
            <a:ext cx="8636478" cy="789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800" dirty="0">
                <a:solidFill>
                  <a:srgbClr val="003860"/>
                </a:solidFill>
                <a:latin typeface="Lexend Deca Regular" pitchFamily="34" charset="0"/>
                <a:ea typeface="Lexend Deca Regular" pitchFamily="34" charset="-122"/>
                <a:cs typeface="Lexend Deca Regular" pitchFamily="34" charset="-120"/>
              </a:rPr>
              <a:t>Introduction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2568119" y="828013"/>
            <a:ext cx="365158" cy="191854"/>
          </a:xfrm>
          <a:custGeom>
            <a:avLst/>
            <a:gdLst/>
            <a:ahLst/>
            <a:cxnLst/>
            <a:rect l="l" t="t" r="r" b="b"/>
            <a:pathLst>
              <a:path w="365158" h="191854">
                <a:moveTo>
                  <a:pt x="58137" y="184932"/>
                </a:moveTo>
                <a:cubicBezTo>
                  <a:pt x="51491" y="184932"/>
                  <a:pt x="44849" y="183547"/>
                  <a:pt x="38203" y="180778"/>
                </a:cubicBezTo>
                <a:cubicBezTo>
                  <a:pt x="12178" y="169705"/>
                  <a:pt x="0" y="139806"/>
                  <a:pt x="11072" y="113781"/>
                </a:cubicBezTo>
                <a:cubicBezTo>
                  <a:pt x="40142" y="44570"/>
                  <a:pt x="107415" y="-2"/>
                  <a:pt x="182437" y="-2"/>
                </a:cubicBezTo>
                <a:cubicBezTo>
                  <a:pt x="257462" y="-2"/>
                  <a:pt x="324735" y="44570"/>
                  <a:pt x="354079" y="113781"/>
                </a:cubicBezTo>
                <a:cubicBezTo>
                  <a:pt x="365154" y="139804"/>
                  <a:pt x="352973" y="169981"/>
                  <a:pt x="326948" y="180778"/>
                </a:cubicBezTo>
                <a:cubicBezTo>
                  <a:pt x="300923" y="191852"/>
                  <a:pt x="270750" y="179671"/>
                  <a:pt x="259952" y="153648"/>
                </a:cubicBezTo>
                <a:cubicBezTo>
                  <a:pt x="246664" y="122641"/>
                  <a:pt x="216210" y="102431"/>
                  <a:pt x="182437" y="102431"/>
                </a:cubicBezTo>
                <a:cubicBezTo>
                  <a:pt x="148663" y="102431"/>
                  <a:pt x="118487" y="122641"/>
                  <a:pt x="105198" y="153648"/>
                </a:cubicBezTo>
                <a:cubicBezTo>
                  <a:pt x="97169" y="173028"/>
                  <a:pt x="78067" y="184932"/>
                  <a:pt x="58133" y="184932"/>
                </a:cubicBezTo>
                <a:lnTo>
                  <a:pt x="58137" y="184932"/>
                </a:lnTo>
              </a:path>
            </a:pathLst>
          </a:custGeom>
          <a:solidFill>
            <a:srgbClr val="C6FD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748801" y="411480"/>
            <a:ext cx="365158" cy="191854"/>
          </a:xfrm>
          <a:custGeom>
            <a:avLst/>
            <a:gdLst/>
            <a:ahLst/>
            <a:cxnLst/>
            <a:rect l="l" t="t" r="r" b="b"/>
            <a:pathLst>
              <a:path w="365158" h="191854">
                <a:moveTo>
                  <a:pt x="58137" y="184932"/>
                </a:moveTo>
                <a:cubicBezTo>
                  <a:pt x="51491" y="184932"/>
                  <a:pt x="44849" y="183547"/>
                  <a:pt x="38203" y="180778"/>
                </a:cubicBezTo>
                <a:cubicBezTo>
                  <a:pt x="12178" y="169705"/>
                  <a:pt x="0" y="139806"/>
                  <a:pt x="11072" y="113781"/>
                </a:cubicBezTo>
                <a:cubicBezTo>
                  <a:pt x="40142" y="44570"/>
                  <a:pt x="107415" y="-2"/>
                  <a:pt x="182437" y="-2"/>
                </a:cubicBezTo>
                <a:cubicBezTo>
                  <a:pt x="257462" y="-2"/>
                  <a:pt x="324735" y="44570"/>
                  <a:pt x="354079" y="113781"/>
                </a:cubicBezTo>
                <a:cubicBezTo>
                  <a:pt x="365154" y="139804"/>
                  <a:pt x="352973" y="169981"/>
                  <a:pt x="326948" y="180778"/>
                </a:cubicBezTo>
                <a:cubicBezTo>
                  <a:pt x="300923" y="191852"/>
                  <a:pt x="270750" y="179671"/>
                  <a:pt x="259952" y="153648"/>
                </a:cubicBezTo>
                <a:cubicBezTo>
                  <a:pt x="246664" y="122641"/>
                  <a:pt x="216210" y="102431"/>
                  <a:pt x="182437" y="102431"/>
                </a:cubicBezTo>
                <a:cubicBezTo>
                  <a:pt x="148663" y="102431"/>
                  <a:pt x="118487" y="122641"/>
                  <a:pt x="105198" y="153648"/>
                </a:cubicBezTo>
                <a:cubicBezTo>
                  <a:pt x="97169" y="173028"/>
                  <a:pt x="78067" y="184932"/>
                  <a:pt x="58133" y="184932"/>
                </a:cubicBezTo>
                <a:lnTo>
                  <a:pt x="58137" y="184932"/>
                </a:lnTo>
              </a:path>
            </a:pathLst>
          </a:custGeom>
          <a:solidFill>
            <a:srgbClr val="0070C0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1118841" y="6212687"/>
            <a:ext cx="570088" cy="299524"/>
          </a:xfrm>
          <a:custGeom>
            <a:avLst/>
            <a:gdLst/>
            <a:ahLst/>
            <a:cxnLst/>
            <a:rect l="l" t="t" r="r" b="b"/>
            <a:pathLst>
              <a:path w="570088" h="299524">
                <a:moveTo>
                  <a:pt x="90764" y="288718"/>
                </a:moveTo>
                <a:cubicBezTo>
                  <a:pt x="80388" y="288718"/>
                  <a:pt x="70018" y="286555"/>
                  <a:pt x="59643" y="282233"/>
                </a:cubicBezTo>
                <a:cubicBezTo>
                  <a:pt x="19012" y="264944"/>
                  <a:pt x="0" y="218266"/>
                  <a:pt x="17285" y="177636"/>
                </a:cubicBezTo>
                <a:cubicBezTo>
                  <a:pt x="62670" y="69583"/>
                  <a:pt x="167697" y="-3"/>
                  <a:pt x="284822" y="-3"/>
                </a:cubicBezTo>
                <a:cubicBezTo>
                  <a:pt x="401952" y="-3"/>
                  <a:pt x="506979" y="69583"/>
                  <a:pt x="552791" y="177636"/>
                </a:cubicBezTo>
                <a:cubicBezTo>
                  <a:pt x="570082" y="218263"/>
                  <a:pt x="551064" y="265376"/>
                  <a:pt x="510434" y="282233"/>
                </a:cubicBezTo>
                <a:cubicBezTo>
                  <a:pt x="469804" y="299521"/>
                  <a:pt x="422697" y="280505"/>
                  <a:pt x="405840" y="239877"/>
                </a:cubicBezTo>
                <a:cubicBezTo>
                  <a:pt x="385094" y="191468"/>
                  <a:pt x="337549" y="159916"/>
                  <a:pt x="284822" y="159916"/>
                </a:cubicBezTo>
                <a:cubicBezTo>
                  <a:pt x="232094" y="159916"/>
                  <a:pt x="184982" y="191468"/>
                  <a:pt x="164237" y="239877"/>
                </a:cubicBezTo>
                <a:cubicBezTo>
                  <a:pt x="151700" y="270132"/>
                  <a:pt x="121879" y="288718"/>
                  <a:pt x="90758" y="288718"/>
                </a:cubicBezTo>
                <a:lnTo>
                  <a:pt x="90764" y="288718"/>
                </a:lnTo>
              </a:path>
            </a:pathLst>
          </a:custGeom>
          <a:solidFill>
            <a:srgbClr val="006E71">
              <a:alpha val="31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380300" y="6266443"/>
            <a:ext cx="382770" cy="382770"/>
          </a:xfrm>
          <a:custGeom>
            <a:avLst/>
            <a:gdLst/>
            <a:ahLst/>
            <a:cxnLst/>
            <a:rect l="l" t="t" r="r" b="b"/>
            <a:pathLst>
              <a:path w="382770" h="382770">
                <a:moveTo>
                  <a:pt x="263729" y="20899"/>
                </a:moveTo>
                <a:lnTo>
                  <a:pt x="274408" y="88420"/>
                </a:lnTo>
                <a:cubicBezTo>
                  <a:pt x="279763" y="122284"/>
                  <a:pt x="296865" y="153173"/>
                  <a:pt x="322718" y="175692"/>
                </a:cubicBezTo>
                <a:lnTo>
                  <a:pt x="374269" y="220587"/>
                </a:lnTo>
                <a:cubicBezTo>
                  <a:pt x="381523" y="226906"/>
                  <a:pt x="384466" y="236858"/>
                  <a:pt x="381806" y="246106"/>
                </a:cubicBezTo>
                <a:cubicBezTo>
                  <a:pt x="379149" y="255354"/>
                  <a:pt x="371375" y="262228"/>
                  <a:pt x="361871" y="263729"/>
                </a:cubicBezTo>
                <a:lnTo>
                  <a:pt x="294351" y="274408"/>
                </a:lnTo>
                <a:cubicBezTo>
                  <a:pt x="260487" y="279763"/>
                  <a:pt x="229597" y="296865"/>
                  <a:pt x="207079" y="322718"/>
                </a:cubicBezTo>
                <a:lnTo>
                  <a:pt x="162184" y="374269"/>
                </a:lnTo>
                <a:cubicBezTo>
                  <a:pt x="155864" y="381523"/>
                  <a:pt x="145912" y="384466"/>
                  <a:pt x="136664" y="381806"/>
                </a:cubicBezTo>
                <a:cubicBezTo>
                  <a:pt x="127417" y="379149"/>
                  <a:pt x="120542" y="371375"/>
                  <a:pt x="119042" y="361871"/>
                </a:cubicBezTo>
                <a:lnTo>
                  <a:pt x="108362" y="294351"/>
                </a:lnTo>
                <a:cubicBezTo>
                  <a:pt x="103007" y="260487"/>
                  <a:pt x="85905" y="229597"/>
                  <a:pt x="60053" y="207079"/>
                </a:cubicBezTo>
                <a:lnTo>
                  <a:pt x="8501" y="162184"/>
                </a:lnTo>
                <a:cubicBezTo>
                  <a:pt x="1248" y="155864"/>
                  <a:pt x="-1696" y="145912"/>
                  <a:pt x="965" y="136664"/>
                </a:cubicBezTo>
                <a:cubicBezTo>
                  <a:pt x="3621" y="127417"/>
                  <a:pt x="11395" y="120542"/>
                  <a:pt x="20899" y="119042"/>
                </a:cubicBezTo>
                <a:lnTo>
                  <a:pt x="88420" y="108362"/>
                </a:lnTo>
                <a:cubicBezTo>
                  <a:pt x="122284" y="103007"/>
                  <a:pt x="153173" y="85905"/>
                  <a:pt x="175692" y="60053"/>
                </a:cubicBezTo>
                <a:lnTo>
                  <a:pt x="220587" y="8501"/>
                </a:lnTo>
                <a:cubicBezTo>
                  <a:pt x="226906" y="1248"/>
                  <a:pt x="236858" y="-1696"/>
                  <a:pt x="246106" y="965"/>
                </a:cubicBezTo>
                <a:cubicBezTo>
                  <a:pt x="255354" y="3621"/>
                  <a:pt x="262228" y="11395"/>
                  <a:pt x="263729" y="20899"/>
                </a:cubicBezTo>
                <a:lnTo>
                  <a:pt x="263729" y="20899"/>
                </a:lnTo>
              </a:path>
            </a:pathLst>
          </a:custGeom>
          <a:solidFill>
            <a:srgbClr val="006E71">
              <a:alpha val="20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9711803" y="4315491"/>
            <a:ext cx="2011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911"/>
              </a:spcBef>
              <a:buNone/>
            </a:pPr>
            <a:endParaRPr lang="en-US" sz="1184" dirty="0"/>
          </a:p>
        </p:txBody>
      </p:sp>
      <p:sp>
        <p:nvSpPr>
          <p:cNvPr id="15" name="Text 13"/>
          <p:cNvSpPr/>
          <p:nvPr/>
        </p:nvSpPr>
        <p:spPr>
          <a:xfrm>
            <a:off x="9711806" y="3768559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spcBef>
                <a:spcPts val="987"/>
              </a:spcBef>
              <a:buNone/>
            </a:pPr>
            <a:endParaRPr lang="en-US" sz="1381" dirty="0"/>
          </a:p>
        </p:txBody>
      </p:sp>
      <p:sp>
        <p:nvSpPr>
          <p:cNvPr id="16" name="Text 14"/>
          <p:cNvSpPr/>
          <p:nvPr/>
        </p:nvSpPr>
        <p:spPr>
          <a:xfrm>
            <a:off x="5150818" y="4315491"/>
            <a:ext cx="4270449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911"/>
              </a:spcBef>
              <a:buNone/>
            </a:pPr>
            <a:r>
              <a:rPr lang="en-US" sz="1184" dirty="0">
                <a:solidFill>
                  <a:srgbClr val="111111"/>
                </a:solidFill>
                <a:latin typeface="Lexend Regular" pitchFamily="34" charset="0"/>
                <a:ea typeface="Lexend Regular" pitchFamily="34" charset="-122"/>
                <a:cs typeface="Lexend Regular" pitchFamily="34" charset="-120"/>
              </a:rPr>
              <a:t>Facial video, audio signals, and physiological data are combined to improve the system's accuracy.</a:t>
            </a:r>
            <a:endParaRPr lang="en-US" sz="1184" dirty="0"/>
          </a:p>
          <a:p>
            <a:pPr marL="0" indent="0" algn="l">
              <a:lnSpc>
                <a:spcPct val="90000"/>
              </a:lnSpc>
              <a:spcBef>
                <a:spcPts val="911"/>
              </a:spcBef>
              <a:buNone/>
            </a:pPr>
            <a:r>
              <a:rPr lang="en-US" sz="1184" dirty="0">
                <a:solidFill>
                  <a:srgbClr val="111111"/>
                </a:solidFill>
                <a:latin typeface="Lexend Regular" pitchFamily="34" charset="0"/>
                <a:ea typeface="Lexend Regular" pitchFamily="34" charset="-122"/>
                <a:cs typeface="Lexend Regular" pitchFamily="34" charset="-120"/>
              </a:rPr>
              <a:t>This integration ensures a comprehensive analysis of emotional and deceptive cues.</a:t>
            </a:r>
            <a:endParaRPr lang="en-US" sz="1184" dirty="0"/>
          </a:p>
        </p:txBody>
      </p:sp>
      <p:sp>
        <p:nvSpPr>
          <p:cNvPr id="17" name="Text 15"/>
          <p:cNvSpPr/>
          <p:nvPr/>
        </p:nvSpPr>
        <p:spPr>
          <a:xfrm>
            <a:off x="5150818" y="3768559"/>
            <a:ext cx="42704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spcBef>
                <a:spcPts val="987"/>
              </a:spcBef>
              <a:buNone/>
            </a:pPr>
            <a:r>
              <a:rPr lang="en-US" sz="1381" dirty="0">
                <a:solidFill>
                  <a:srgbClr val="111111"/>
                </a:solidFill>
                <a:latin typeface="Lexend Bold" pitchFamily="34" charset="0"/>
                <a:ea typeface="Lexend Bold" pitchFamily="34" charset="-122"/>
                <a:cs typeface="Lexend Bold" pitchFamily="34" charset="-120"/>
              </a:rPr>
              <a:t>Multimodal Integration</a:t>
            </a:r>
            <a:endParaRPr lang="en-US" sz="1381" dirty="0"/>
          </a:p>
        </p:txBody>
      </p:sp>
      <p:sp>
        <p:nvSpPr>
          <p:cNvPr id="18" name="Text 16"/>
          <p:cNvSpPr/>
          <p:nvPr/>
        </p:nvSpPr>
        <p:spPr>
          <a:xfrm>
            <a:off x="5474255" y="3130519"/>
            <a:ext cx="365760" cy="320040"/>
          </a:xfrm>
          <a:custGeom>
            <a:avLst/>
            <a:gdLst/>
            <a:ahLst/>
            <a:cxnLst/>
            <a:rect l="l" t="t" r="r" b="b"/>
            <a:pathLst>
              <a:path w="365760" h="320040">
                <a:moveTo>
                  <a:pt x="142233" y="0"/>
                </a:moveTo>
                <a:cubicBezTo>
                  <a:pt x="125017" y="0"/>
                  <a:pt x="109728" y="11000"/>
                  <a:pt x="104300" y="27360"/>
                </a:cubicBezTo>
                <a:lnTo>
                  <a:pt x="120587" y="32788"/>
                </a:lnTo>
                <a:lnTo>
                  <a:pt x="104300" y="27360"/>
                </a:lnTo>
                <a:lnTo>
                  <a:pt x="98155" y="45721"/>
                </a:lnTo>
                <a:lnTo>
                  <a:pt x="45720" y="45721"/>
                </a:lnTo>
                <a:cubicBezTo>
                  <a:pt x="20501" y="45721"/>
                  <a:pt x="0" y="66223"/>
                  <a:pt x="0" y="91442"/>
                </a:cubicBezTo>
                <a:lnTo>
                  <a:pt x="0" y="274322"/>
                </a:lnTo>
                <a:cubicBezTo>
                  <a:pt x="0" y="299538"/>
                  <a:pt x="20501" y="320043"/>
                  <a:pt x="45720" y="320043"/>
                </a:cubicBezTo>
                <a:lnTo>
                  <a:pt x="320040" y="320043"/>
                </a:lnTo>
                <a:cubicBezTo>
                  <a:pt x="345259" y="320043"/>
                  <a:pt x="365760" y="299541"/>
                  <a:pt x="365760" y="274322"/>
                </a:cubicBezTo>
                <a:lnTo>
                  <a:pt x="365760" y="91442"/>
                </a:lnTo>
                <a:cubicBezTo>
                  <a:pt x="365760" y="66226"/>
                  <a:pt x="345259" y="45721"/>
                  <a:pt x="320040" y="45721"/>
                </a:cubicBezTo>
                <a:lnTo>
                  <a:pt x="267605" y="45721"/>
                </a:lnTo>
                <a:lnTo>
                  <a:pt x="261460" y="27360"/>
                </a:lnTo>
                <a:cubicBezTo>
                  <a:pt x="256032" y="11000"/>
                  <a:pt x="240743" y="0"/>
                  <a:pt x="223527" y="0"/>
                </a:cubicBezTo>
                <a:lnTo>
                  <a:pt x="142233" y="0"/>
                </a:lnTo>
                <a:moveTo>
                  <a:pt x="136802" y="38219"/>
                </a:moveTo>
                <a:cubicBezTo>
                  <a:pt x="137588" y="35860"/>
                  <a:pt x="139731" y="34289"/>
                  <a:pt x="142229" y="34289"/>
                </a:cubicBezTo>
                <a:lnTo>
                  <a:pt x="223596" y="34289"/>
                </a:lnTo>
                <a:cubicBezTo>
                  <a:pt x="226025" y="34289"/>
                  <a:pt x="228242" y="35860"/>
                  <a:pt x="229024" y="38219"/>
                </a:cubicBezTo>
                <a:lnTo>
                  <a:pt x="239024" y="68293"/>
                </a:lnTo>
                <a:cubicBezTo>
                  <a:pt x="241383" y="75296"/>
                  <a:pt x="247883" y="80010"/>
                  <a:pt x="255312" y="80010"/>
                </a:cubicBezTo>
                <a:lnTo>
                  <a:pt x="320106" y="80010"/>
                </a:lnTo>
                <a:cubicBezTo>
                  <a:pt x="326393" y="80010"/>
                  <a:pt x="331536" y="85153"/>
                  <a:pt x="331536" y="91439"/>
                </a:cubicBezTo>
                <a:lnTo>
                  <a:pt x="331536" y="274319"/>
                </a:lnTo>
                <a:cubicBezTo>
                  <a:pt x="331536" y="280605"/>
                  <a:pt x="326393" y="285748"/>
                  <a:pt x="320106" y="285748"/>
                </a:cubicBezTo>
                <a:lnTo>
                  <a:pt x="45713" y="285748"/>
                </a:lnTo>
                <a:cubicBezTo>
                  <a:pt x="39425" y="285748"/>
                  <a:pt x="34283" y="280605"/>
                  <a:pt x="34283" y="274319"/>
                </a:cubicBezTo>
                <a:lnTo>
                  <a:pt x="34283" y="91439"/>
                </a:lnTo>
                <a:cubicBezTo>
                  <a:pt x="34283" y="85153"/>
                  <a:pt x="39425" y="80010"/>
                  <a:pt x="45713" y="80010"/>
                </a:cubicBezTo>
                <a:lnTo>
                  <a:pt x="110507" y="80010"/>
                </a:lnTo>
                <a:cubicBezTo>
                  <a:pt x="117866" y="80010"/>
                  <a:pt x="124439" y="75296"/>
                  <a:pt x="126794" y="68293"/>
                </a:cubicBezTo>
                <a:lnTo>
                  <a:pt x="136802" y="38219"/>
                </a:lnTo>
                <a:moveTo>
                  <a:pt x="182880" y="262890"/>
                </a:moveTo>
                <a:cubicBezTo>
                  <a:pt x="227067" y="262890"/>
                  <a:pt x="262890" y="227068"/>
                  <a:pt x="262890" y="182880"/>
                </a:cubicBezTo>
                <a:cubicBezTo>
                  <a:pt x="262890" y="138693"/>
                  <a:pt x="227067" y="102870"/>
                  <a:pt x="182880" y="102870"/>
                </a:cubicBezTo>
                <a:cubicBezTo>
                  <a:pt x="138693" y="102870"/>
                  <a:pt x="102870" y="138693"/>
                  <a:pt x="102870" y="182880"/>
                </a:cubicBezTo>
                <a:cubicBezTo>
                  <a:pt x="102870" y="227068"/>
                  <a:pt x="138693" y="262890"/>
                  <a:pt x="182880" y="262890"/>
                </a:cubicBezTo>
                <a:lnTo>
                  <a:pt x="182880" y="262890"/>
                </a:lnTo>
                <a:moveTo>
                  <a:pt x="137160" y="182880"/>
                </a:moveTo>
                <a:cubicBezTo>
                  <a:pt x="137160" y="157629"/>
                  <a:pt x="157628" y="137160"/>
                  <a:pt x="182880" y="137160"/>
                </a:cubicBezTo>
                <a:cubicBezTo>
                  <a:pt x="208132" y="137160"/>
                  <a:pt x="228600" y="157629"/>
                  <a:pt x="228600" y="182880"/>
                </a:cubicBezTo>
                <a:cubicBezTo>
                  <a:pt x="228600" y="208132"/>
                  <a:pt x="208132" y="228601"/>
                  <a:pt x="182880" y="228601"/>
                </a:cubicBezTo>
                <a:cubicBezTo>
                  <a:pt x="157628" y="228601"/>
                  <a:pt x="137160" y="208132"/>
                  <a:pt x="137160" y="182880"/>
                </a:cubicBezTo>
                <a:lnTo>
                  <a:pt x="137160" y="182880"/>
                </a:lnTo>
              </a:path>
            </a:pathLst>
          </a:custGeom>
          <a:solidFill>
            <a:srgbClr val="003860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107368" y="4315491"/>
            <a:ext cx="2011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911"/>
              </a:spcBef>
              <a:buNone/>
            </a:pPr>
            <a:endParaRPr lang="en-US" sz="1184" dirty="0"/>
          </a:p>
        </p:txBody>
      </p:sp>
      <p:sp>
        <p:nvSpPr>
          <p:cNvPr id="21" name="Text 19"/>
          <p:cNvSpPr/>
          <p:nvPr/>
        </p:nvSpPr>
        <p:spPr>
          <a:xfrm>
            <a:off x="5107370" y="3768559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spcBef>
                <a:spcPts val="987"/>
              </a:spcBef>
              <a:buNone/>
            </a:pPr>
            <a:endParaRPr lang="en-US" sz="1381" dirty="0"/>
          </a:p>
        </p:txBody>
      </p:sp>
      <p:sp>
        <p:nvSpPr>
          <p:cNvPr id="22" name="Text 20"/>
          <p:cNvSpPr/>
          <p:nvPr/>
        </p:nvSpPr>
        <p:spPr>
          <a:xfrm>
            <a:off x="2805145" y="3125861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109655" y="54937"/>
                </a:moveTo>
                <a:cubicBezTo>
                  <a:pt x="108298" y="59794"/>
                  <a:pt x="104798" y="63796"/>
                  <a:pt x="100226" y="65866"/>
                </a:cubicBezTo>
                <a:cubicBezTo>
                  <a:pt x="88368" y="71224"/>
                  <a:pt x="80080" y="83082"/>
                  <a:pt x="80010" y="96941"/>
                </a:cubicBezTo>
                <a:cubicBezTo>
                  <a:pt x="79937" y="103441"/>
                  <a:pt x="76294" y="109300"/>
                  <a:pt x="70508" y="112157"/>
                </a:cubicBezTo>
                <a:cubicBezTo>
                  <a:pt x="59151" y="117800"/>
                  <a:pt x="51433" y="129446"/>
                  <a:pt x="51433" y="142873"/>
                </a:cubicBezTo>
                <a:cubicBezTo>
                  <a:pt x="51433" y="147946"/>
                  <a:pt x="52505" y="152661"/>
                  <a:pt x="54432" y="156948"/>
                </a:cubicBezTo>
                <a:cubicBezTo>
                  <a:pt x="57574" y="163879"/>
                  <a:pt x="55789" y="171951"/>
                  <a:pt x="50076" y="176951"/>
                </a:cubicBezTo>
                <a:cubicBezTo>
                  <a:pt x="40362" y="185309"/>
                  <a:pt x="34290" y="197668"/>
                  <a:pt x="34290" y="211457"/>
                </a:cubicBezTo>
                <a:cubicBezTo>
                  <a:pt x="34290" y="225886"/>
                  <a:pt x="40932" y="238673"/>
                  <a:pt x="51364" y="247104"/>
                </a:cubicBezTo>
                <a:cubicBezTo>
                  <a:pt x="56152" y="250963"/>
                  <a:pt x="58507" y="257104"/>
                  <a:pt x="57578" y="263179"/>
                </a:cubicBezTo>
                <a:cubicBezTo>
                  <a:pt x="57293" y="264964"/>
                  <a:pt x="57150" y="266752"/>
                  <a:pt x="57150" y="268607"/>
                </a:cubicBezTo>
                <a:cubicBezTo>
                  <a:pt x="57150" y="287253"/>
                  <a:pt x="72007" y="302396"/>
                  <a:pt x="90511" y="302897"/>
                </a:cubicBezTo>
                <a:cubicBezTo>
                  <a:pt x="97084" y="303113"/>
                  <a:pt x="102940" y="306968"/>
                  <a:pt x="105657" y="312970"/>
                </a:cubicBezTo>
                <a:cubicBezTo>
                  <a:pt x="110588" y="323899"/>
                  <a:pt x="121586" y="331474"/>
                  <a:pt x="134303" y="331474"/>
                </a:cubicBezTo>
                <a:cubicBezTo>
                  <a:pt x="151662" y="331474"/>
                  <a:pt x="165737" y="317399"/>
                  <a:pt x="165737" y="300040"/>
                </a:cubicBezTo>
                <a:lnTo>
                  <a:pt x="165737" y="62867"/>
                </a:lnTo>
                <a:cubicBezTo>
                  <a:pt x="165737" y="47081"/>
                  <a:pt x="152950" y="34294"/>
                  <a:pt x="137164" y="34294"/>
                </a:cubicBezTo>
                <a:cubicBezTo>
                  <a:pt x="124161" y="34294"/>
                  <a:pt x="113089" y="43010"/>
                  <a:pt x="109659" y="54941"/>
                </a:cubicBezTo>
                <a:lnTo>
                  <a:pt x="109655" y="54937"/>
                </a:lnTo>
                <a:moveTo>
                  <a:pt x="182880" y="344330"/>
                </a:moveTo>
                <a:cubicBezTo>
                  <a:pt x="170879" y="357545"/>
                  <a:pt x="153520" y="365760"/>
                  <a:pt x="134303" y="365760"/>
                </a:cubicBezTo>
                <a:cubicBezTo>
                  <a:pt x="111301" y="365760"/>
                  <a:pt x="91085" y="353972"/>
                  <a:pt x="79366" y="336115"/>
                </a:cubicBezTo>
                <a:cubicBezTo>
                  <a:pt x="47220" y="330402"/>
                  <a:pt x="22860" y="302326"/>
                  <a:pt x="22860" y="268607"/>
                </a:cubicBezTo>
                <a:cubicBezTo>
                  <a:pt x="22860" y="268248"/>
                  <a:pt x="22860" y="267820"/>
                  <a:pt x="22860" y="267462"/>
                </a:cubicBezTo>
                <a:cubicBezTo>
                  <a:pt x="8716" y="253033"/>
                  <a:pt x="0" y="233245"/>
                  <a:pt x="0" y="211457"/>
                </a:cubicBezTo>
                <a:cubicBezTo>
                  <a:pt x="0" y="191596"/>
                  <a:pt x="7216" y="173451"/>
                  <a:pt x="19144" y="159523"/>
                </a:cubicBezTo>
                <a:cubicBezTo>
                  <a:pt x="17856" y="154164"/>
                  <a:pt x="17143" y="148594"/>
                  <a:pt x="17143" y="142877"/>
                </a:cubicBezTo>
                <a:cubicBezTo>
                  <a:pt x="17143" y="119589"/>
                  <a:pt x="28789" y="98942"/>
                  <a:pt x="46503" y="86583"/>
                </a:cubicBezTo>
                <a:cubicBezTo>
                  <a:pt x="49718" y="65936"/>
                  <a:pt x="62077" y="48364"/>
                  <a:pt x="79293" y="38149"/>
                </a:cubicBezTo>
                <a:cubicBezTo>
                  <a:pt x="88938" y="15717"/>
                  <a:pt x="111224" y="0"/>
                  <a:pt x="137156" y="0"/>
                </a:cubicBezTo>
                <a:cubicBezTo>
                  <a:pt x="155159" y="0"/>
                  <a:pt x="171446" y="7571"/>
                  <a:pt x="182876" y="19718"/>
                </a:cubicBezTo>
                <a:cubicBezTo>
                  <a:pt x="194306" y="7575"/>
                  <a:pt x="210594" y="0"/>
                  <a:pt x="228596" y="0"/>
                </a:cubicBezTo>
                <a:cubicBezTo>
                  <a:pt x="254529" y="0"/>
                  <a:pt x="276818" y="15717"/>
                  <a:pt x="286390" y="38149"/>
                </a:cubicBezTo>
                <a:cubicBezTo>
                  <a:pt x="303606" y="48364"/>
                  <a:pt x="316035" y="65939"/>
                  <a:pt x="319180" y="86583"/>
                </a:cubicBezTo>
                <a:cubicBezTo>
                  <a:pt x="336967" y="98942"/>
                  <a:pt x="348613" y="119585"/>
                  <a:pt x="348613" y="142877"/>
                </a:cubicBezTo>
                <a:cubicBezTo>
                  <a:pt x="348613" y="148594"/>
                  <a:pt x="347900" y="154164"/>
                  <a:pt x="346612" y="159523"/>
                </a:cubicBezTo>
                <a:cubicBezTo>
                  <a:pt x="358544" y="173524"/>
                  <a:pt x="365756" y="191669"/>
                  <a:pt x="365756" y="211457"/>
                </a:cubicBezTo>
                <a:cubicBezTo>
                  <a:pt x="365756" y="233245"/>
                  <a:pt x="357040" y="253033"/>
                  <a:pt x="342896" y="267462"/>
                </a:cubicBezTo>
                <a:cubicBezTo>
                  <a:pt x="342896" y="267820"/>
                  <a:pt x="342896" y="268248"/>
                  <a:pt x="342896" y="268607"/>
                </a:cubicBezTo>
                <a:cubicBezTo>
                  <a:pt x="342896" y="302396"/>
                  <a:pt x="318537" y="330402"/>
                  <a:pt x="286390" y="336115"/>
                </a:cubicBezTo>
                <a:cubicBezTo>
                  <a:pt x="274675" y="353975"/>
                  <a:pt x="254459" y="365760"/>
                  <a:pt x="231453" y="365760"/>
                </a:cubicBezTo>
                <a:cubicBezTo>
                  <a:pt x="212236" y="365760"/>
                  <a:pt x="194877" y="357472"/>
                  <a:pt x="182876" y="344330"/>
                </a:cubicBezTo>
                <a:lnTo>
                  <a:pt x="182880" y="344330"/>
                </a:lnTo>
                <a:moveTo>
                  <a:pt x="200027" y="300037"/>
                </a:moveTo>
                <a:cubicBezTo>
                  <a:pt x="200027" y="317395"/>
                  <a:pt x="214101" y="331470"/>
                  <a:pt x="231460" y="331470"/>
                </a:cubicBezTo>
                <a:cubicBezTo>
                  <a:pt x="244178" y="331470"/>
                  <a:pt x="255176" y="323899"/>
                  <a:pt x="260107" y="312966"/>
                </a:cubicBezTo>
                <a:cubicBezTo>
                  <a:pt x="262821" y="306964"/>
                  <a:pt x="268680" y="303036"/>
                  <a:pt x="275253" y="302893"/>
                </a:cubicBezTo>
                <a:cubicBezTo>
                  <a:pt x="293757" y="302392"/>
                  <a:pt x="308614" y="287250"/>
                  <a:pt x="308614" y="268603"/>
                </a:cubicBezTo>
                <a:cubicBezTo>
                  <a:pt x="308614" y="266745"/>
                  <a:pt x="308471" y="264887"/>
                  <a:pt x="308186" y="263175"/>
                </a:cubicBezTo>
                <a:cubicBezTo>
                  <a:pt x="307187" y="257104"/>
                  <a:pt x="309616" y="250959"/>
                  <a:pt x="314400" y="247100"/>
                </a:cubicBezTo>
                <a:cubicBezTo>
                  <a:pt x="324831" y="238669"/>
                  <a:pt x="331474" y="225882"/>
                  <a:pt x="331474" y="211453"/>
                </a:cubicBezTo>
                <a:cubicBezTo>
                  <a:pt x="331474" y="197664"/>
                  <a:pt x="325402" y="185309"/>
                  <a:pt x="315687" y="176947"/>
                </a:cubicBezTo>
                <a:cubicBezTo>
                  <a:pt x="309974" y="172017"/>
                  <a:pt x="308186" y="163875"/>
                  <a:pt x="311331" y="156944"/>
                </a:cubicBezTo>
                <a:cubicBezTo>
                  <a:pt x="313259" y="152657"/>
                  <a:pt x="314331" y="147942"/>
                  <a:pt x="314331" y="142869"/>
                </a:cubicBezTo>
                <a:cubicBezTo>
                  <a:pt x="314331" y="129439"/>
                  <a:pt x="306617" y="117797"/>
                  <a:pt x="295256" y="112153"/>
                </a:cubicBezTo>
                <a:cubicBezTo>
                  <a:pt x="289470" y="109296"/>
                  <a:pt x="285754" y="103367"/>
                  <a:pt x="285754" y="96937"/>
                </a:cubicBezTo>
                <a:cubicBezTo>
                  <a:pt x="285681" y="83148"/>
                  <a:pt x="277396" y="71221"/>
                  <a:pt x="265538" y="65862"/>
                </a:cubicBezTo>
                <a:cubicBezTo>
                  <a:pt x="260966" y="63792"/>
                  <a:pt x="257466" y="59791"/>
                  <a:pt x="256109" y="54933"/>
                </a:cubicBezTo>
                <a:cubicBezTo>
                  <a:pt x="252682" y="43002"/>
                  <a:pt x="241606" y="34286"/>
                  <a:pt x="228604" y="34286"/>
                </a:cubicBezTo>
                <a:cubicBezTo>
                  <a:pt x="212818" y="34286"/>
                  <a:pt x="200031" y="47073"/>
                  <a:pt x="200031" y="62863"/>
                </a:cubicBezTo>
                <a:lnTo>
                  <a:pt x="200027" y="300037"/>
                </a:lnTo>
              </a:path>
            </a:pathLst>
          </a:custGeom>
          <a:solidFill>
            <a:srgbClr val="003860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2805146" y="4298163"/>
            <a:ext cx="2011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911"/>
              </a:spcBef>
              <a:buNone/>
            </a:pPr>
            <a:r>
              <a:rPr lang="en-US" sz="1184" dirty="0">
                <a:solidFill>
                  <a:srgbClr val="111111"/>
                </a:solidFill>
                <a:latin typeface="Lexend Regular" pitchFamily="34" charset="0"/>
                <a:ea typeface="Lexend Regular" pitchFamily="34" charset="-122"/>
                <a:cs typeface="Lexend Regular" pitchFamily="34" charset="-120"/>
              </a:rPr>
              <a:t>The system includes preprocessing, feature extraction, and classification techniques tailored for deception detection.</a:t>
            </a:r>
            <a:endParaRPr lang="en-US" sz="1184" dirty="0"/>
          </a:p>
          <a:p>
            <a:pPr marL="0" indent="0" algn="l">
              <a:lnSpc>
                <a:spcPct val="90000"/>
              </a:lnSpc>
              <a:spcBef>
                <a:spcPts val="911"/>
              </a:spcBef>
              <a:buNone/>
            </a:pPr>
            <a:endParaRPr lang="en-US" sz="1184" dirty="0"/>
          </a:p>
        </p:txBody>
      </p:sp>
      <p:sp>
        <p:nvSpPr>
          <p:cNvPr id="24" name="Text 22"/>
          <p:cNvSpPr/>
          <p:nvPr/>
        </p:nvSpPr>
        <p:spPr>
          <a:xfrm>
            <a:off x="2805147" y="3768481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spcBef>
                <a:spcPts val="987"/>
              </a:spcBef>
              <a:buNone/>
            </a:pPr>
            <a:r>
              <a:rPr lang="en-US" sz="1381" dirty="0">
                <a:solidFill>
                  <a:srgbClr val="111111"/>
                </a:solidFill>
                <a:latin typeface="Lexend Bold" pitchFamily="34" charset="0"/>
                <a:ea typeface="Lexend Bold" pitchFamily="34" charset="-122"/>
                <a:cs typeface="Lexend Bold" pitchFamily="34" charset="-120"/>
              </a:rPr>
              <a:t>Key Components</a:t>
            </a:r>
            <a:endParaRPr lang="en-US" sz="1381" dirty="0"/>
          </a:p>
        </p:txBody>
      </p:sp>
      <p:sp>
        <p:nvSpPr>
          <p:cNvPr id="25" name="Text 23"/>
          <p:cNvSpPr/>
          <p:nvPr/>
        </p:nvSpPr>
        <p:spPr>
          <a:xfrm>
            <a:off x="502920" y="3194013"/>
            <a:ext cx="365760" cy="243840"/>
          </a:xfrm>
          <a:custGeom>
            <a:avLst/>
            <a:gdLst/>
            <a:ahLst/>
            <a:cxnLst/>
            <a:rect l="l" t="t" r="r" b="b"/>
            <a:pathLst>
              <a:path w="365760" h="243840">
                <a:moveTo>
                  <a:pt x="40640" y="30480"/>
                </a:moveTo>
                <a:cubicBezTo>
                  <a:pt x="35051" y="30480"/>
                  <a:pt x="30479" y="35052"/>
                  <a:pt x="30479" y="40641"/>
                </a:cubicBezTo>
                <a:lnTo>
                  <a:pt x="30479" y="203202"/>
                </a:lnTo>
                <a:cubicBezTo>
                  <a:pt x="30479" y="208790"/>
                  <a:pt x="35051" y="213362"/>
                  <a:pt x="40640" y="213362"/>
                </a:cubicBezTo>
                <a:lnTo>
                  <a:pt x="203198" y="213362"/>
                </a:lnTo>
                <a:cubicBezTo>
                  <a:pt x="208787" y="213362"/>
                  <a:pt x="213359" y="208790"/>
                  <a:pt x="213359" y="203202"/>
                </a:cubicBezTo>
                <a:lnTo>
                  <a:pt x="213359" y="40641"/>
                </a:lnTo>
                <a:cubicBezTo>
                  <a:pt x="213359" y="35052"/>
                  <a:pt x="208787" y="30480"/>
                  <a:pt x="203198" y="30480"/>
                </a:cubicBezTo>
                <a:lnTo>
                  <a:pt x="40640" y="30480"/>
                </a:lnTo>
                <a:moveTo>
                  <a:pt x="0" y="40641"/>
                </a:moveTo>
                <a:cubicBezTo>
                  <a:pt x="0" y="18225"/>
                  <a:pt x="18226" y="0"/>
                  <a:pt x="40640" y="0"/>
                </a:cubicBezTo>
                <a:lnTo>
                  <a:pt x="203198" y="0"/>
                </a:lnTo>
                <a:cubicBezTo>
                  <a:pt x="225612" y="0"/>
                  <a:pt x="243838" y="18225"/>
                  <a:pt x="243838" y="40641"/>
                </a:cubicBezTo>
                <a:lnTo>
                  <a:pt x="243838" y="61596"/>
                </a:lnTo>
                <a:lnTo>
                  <a:pt x="243838" y="182246"/>
                </a:lnTo>
                <a:lnTo>
                  <a:pt x="243838" y="203201"/>
                </a:lnTo>
                <a:cubicBezTo>
                  <a:pt x="243838" y="225618"/>
                  <a:pt x="225612" y="243842"/>
                  <a:pt x="203198" y="243842"/>
                </a:cubicBezTo>
                <a:lnTo>
                  <a:pt x="40640" y="243842"/>
                </a:lnTo>
                <a:cubicBezTo>
                  <a:pt x="18226" y="243842"/>
                  <a:pt x="0" y="225618"/>
                  <a:pt x="0" y="203201"/>
                </a:cubicBezTo>
                <a:lnTo>
                  <a:pt x="0" y="40641"/>
                </a:lnTo>
                <a:moveTo>
                  <a:pt x="335281" y="190120"/>
                </a:moveTo>
                <a:lnTo>
                  <a:pt x="335281" y="53786"/>
                </a:lnTo>
                <a:lnTo>
                  <a:pt x="264163" y="85727"/>
                </a:lnTo>
                <a:lnTo>
                  <a:pt x="264163" y="52325"/>
                </a:lnTo>
                <a:lnTo>
                  <a:pt x="330395" y="22543"/>
                </a:lnTo>
                <a:cubicBezTo>
                  <a:pt x="333632" y="21082"/>
                  <a:pt x="337125" y="20321"/>
                  <a:pt x="340683" y="20321"/>
                </a:cubicBezTo>
                <a:cubicBezTo>
                  <a:pt x="354527" y="20321"/>
                  <a:pt x="365767" y="31560"/>
                  <a:pt x="365767" y="45403"/>
                </a:cubicBezTo>
                <a:lnTo>
                  <a:pt x="365767" y="198437"/>
                </a:lnTo>
                <a:cubicBezTo>
                  <a:pt x="365767" y="212280"/>
                  <a:pt x="354527" y="223518"/>
                  <a:pt x="340683" y="223518"/>
                </a:cubicBezTo>
                <a:cubicBezTo>
                  <a:pt x="337128" y="223518"/>
                  <a:pt x="333635" y="222758"/>
                  <a:pt x="330395" y="221297"/>
                </a:cubicBezTo>
                <a:lnTo>
                  <a:pt x="264163" y="191514"/>
                </a:lnTo>
                <a:lnTo>
                  <a:pt x="264163" y="158113"/>
                </a:lnTo>
                <a:lnTo>
                  <a:pt x="335281" y="190120"/>
                </a:lnTo>
              </a:path>
            </a:pathLst>
          </a:custGeom>
          <a:solidFill>
            <a:srgbClr val="003860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02920" y="376863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spcBef>
                <a:spcPts val="987"/>
              </a:spcBef>
              <a:buNone/>
            </a:pPr>
            <a:r>
              <a:rPr lang="en-US" sz="1381" dirty="0">
                <a:solidFill>
                  <a:srgbClr val="111111"/>
                </a:solidFill>
                <a:latin typeface="Lexend Bold" pitchFamily="34" charset="0"/>
                <a:ea typeface="Lexend Bold" pitchFamily="34" charset="-122"/>
                <a:cs typeface="Lexend Bold" pitchFamily="34" charset="-120"/>
              </a:rPr>
              <a:t>Project Focus</a:t>
            </a:r>
            <a:endParaRPr lang="en-US" sz="1381" dirty="0"/>
          </a:p>
        </p:txBody>
      </p:sp>
      <p:sp>
        <p:nvSpPr>
          <p:cNvPr id="27" name="Text 25"/>
          <p:cNvSpPr/>
          <p:nvPr/>
        </p:nvSpPr>
        <p:spPr>
          <a:xfrm>
            <a:off x="502920" y="4294623"/>
            <a:ext cx="2011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911"/>
              </a:spcBef>
              <a:buNone/>
            </a:pPr>
            <a:r>
              <a:rPr lang="en-US" sz="1184" dirty="0">
                <a:solidFill>
                  <a:srgbClr val="111111"/>
                </a:solidFill>
                <a:latin typeface="Lexend Regular" pitchFamily="34" charset="0"/>
                <a:ea typeface="Lexend Regular" pitchFamily="34" charset="-122"/>
                <a:cs typeface="Lexend Regular" pitchFamily="34" charset="-120"/>
              </a:rPr>
              <a:t>This project focuses on the development and analysis of a system designed for real-time emotion detection and deception analysis.</a:t>
            </a:r>
            <a:endParaRPr lang="en-US" sz="1184" dirty="0"/>
          </a:p>
          <a:p>
            <a:pPr marL="0" indent="0" algn="l">
              <a:lnSpc>
                <a:spcPct val="90000"/>
              </a:lnSpc>
              <a:spcBef>
                <a:spcPts val="911"/>
              </a:spcBef>
              <a:buNone/>
            </a:pPr>
            <a:r>
              <a:rPr lang="en-US" sz="1184" dirty="0">
                <a:solidFill>
                  <a:srgbClr val="111111"/>
                </a:solidFill>
                <a:latin typeface="Lexend Regular" pitchFamily="34" charset="0"/>
                <a:ea typeface="Lexend Regular" pitchFamily="34" charset="-122"/>
                <a:cs typeface="Lexend Regular" pitchFamily="34" charset="-120"/>
              </a:rPr>
              <a:t>The system integrates multimodal inputs such as facial video, audio signals, and optional physiological data to enhance accuracy.</a:t>
            </a:r>
            <a:endParaRPr lang="en-US" sz="1184" dirty="0"/>
          </a:p>
        </p:txBody>
      </p:sp>
      <p:sp>
        <p:nvSpPr>
          <p:cNvPr id="28" name="Text 26"/>
          <p:cNvSpPr/>
          <p:nvPr/>
        </p:nvSpPr>
        <p:spPr>
          <a:xfrm>
            <a:off x="-740928" y="-1531565"/>
            <a:ext cx="2743200" cy="2743200"/>
          </a:xfrm>
          <a:custGeom>
            <a:avLst/>
            <a:gdLst/>
            <a:ahLst/>
            <a:cxnLst/>
            <a:rect l="l" t="t" r="r" b="b"/>
            <a:pathLst>
              <a:path w="2743200" h="2743200">
                <a:moveTo>
                  <a:pt x="0" y="1371600"/>
                </a:moveTo>
                <a:cubicBezTo>
                  <a:pt x="0" y="614093"/>
                  <a:pt x="614093" y="0"/>
                  <a:pt x="1371600" y="0"/>
                </a:cubicBezTo>
                <a:cubicBezTo>
                  <a:pt x="2129107" y="0"/>
                  <a:pt x="2743200" y="614093"/>
                  <a:pt x="2743200" y="1371600"/>
                </a:cubicBezTo>
                <a:cubicBezTo>
                  <a:pt x="2743200" y="2129107"/>
                  <a:pt x="2129107" y="2743200"/>
                  <a:pt x="1371600" y="2743200"/>
                </a:cubicBezTo>
                <a:cubicBezTo>
                  <a:pt x="614093" y="2743200"/>
                  <a:pt x="0" y="2129107"/>
                  <a:pt x="0" y="1371600"/>
                </a:cubicBezTo>
              </a:path>
            </a:pathLst>
          </a:custGeom>
          <a:gradFill>
            <a:gsLst>
              <a:gs pos="0">
                <a:srgbClr val="FFFFFF">
                  <a:alpha val="100000"/>
                </a:srgbClr>
              </a:gs>
              <a:gs pos="100000">
                <a:srgbClr val="BFE5FF">
                  <a:alpha val="100000"/>
                </a:srgbClr>
              </a:gs>
            </a:gsLst>
            <a:lin ang="5400000"/>
          </a:gra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02919" y="17233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83604" y="6508085"/>
            <a:ext cx="5760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508085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88888"/>
                </a:solidFill>
                <a:latin typeface="Lexend Regular" pitchFamily="34" charset="0"/>
                <a:ea typeface="Lexend Regular" pitchFamily="34" charset="-122"/>
                <a:cs typeface="Lexend Regular" pitchFamily="34" charset="-120"/>
              </a:rPr>
              <a:t>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872300" y="0"/>
            <a:ext cx="7319699" cy="6858000"/>
          </a:xfrm>
          <a:prstGeom prst="rect">
            <a:avLst/>
          </a:prstGeom>
          <a:solidFill>
            <a:srgbClr val="003860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2920" y="1311230"/>
            <a:ext cx="3694176" cy="2474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1600" dirty="0">
                <a:solidFill>
                  <a:srgbClr val="003860"/>
                </a:solidFill>
                <a:latin typeface="Lexend Deca Regular" pitchFamily="34" charset="0"/>
                <a:ea typeface="Lexend Deca Regular" pitchFamily="34" charset="-122"/>
                <a:cs typeface="Lexend Deca Regular" pitchFamily="34" charset="-120"/>
              </a:rPr>
              <a:t>Literature Review 1 –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600" dirty="0">
                <a:solidFill>
                  <a:srgbClr val="003860"/>
                </a:solidFill>
                <a:latin typeface="Lexend Deca Regular" pitchFamily="34" charset="0"/>
                <a:ea typeface="Lexend Deca Regular" pitchFamily="34" charset="-122"/>
                <a:cs typeface="Lexend Deca Regular" pitchFamily="34" charset="-120"/>
              </a:rPr>
              <a:t>MER Using </a:t>
            </a:r>
            <a:r>
              <a:rPr lang="en-US" sz="1600" dirty="0" err="1">
                <a:solidFill>
                  <a:srgbClr val="003860"/>
                </a:solidFill>
                <a:latin typeface="Lexend Deca Regular" pitchFamily="34" charset="0"/>
                <a:ea typeface="Lexend Deca Regular" pitchFamily="34" charset="-122"/>
                <a:cs typeface="Lexend Deca Regular" pitchFamily="34" charset="-120"/>
              </a:rPr>
              <a:t>ConVAT</a:t>
            </a:r>
            <a:r>
              <a:rPr lang="en-US" sz="1600" dirty="0">
                <a:solidFill>
                  <a:srgbClr val="003860"/>
                </a:solidFill>
                <a:latin typeface="Lexend Deca Regular" pitchFamily="34" charset="0"/>
                <a:ea typeface="Lexend Deca Regular" pitchFamily="34" charset="-122"/>
                <a:cs typeface="Lexend Deca Regular" pitchFamily="34" charset="-120"/>
              </a:rPr>
              <a:t> with </a:t>
            </a:r>
            <a:r>
              <a:rPr lang="en-US" sz="1600" dirty="0" err="1">
                <a:solidFill>
                  <a:srgbClr val="003860"/>
                </a:solidFill>
                <a:latin typeface="Lexend Deca Regular" pitchFamily="34" charset="0"/>
                <a:ea typeface="Lexend Deca Regular" pitchFamily="34" charset="-122"/>
                <a:cs typeface="Lexend Deca Regular" pitchFamily="34" charset="-120"/>
              </a:rPr>
              <a:t>Multihead</a:t>
            </a:r>
            <a:r>
              <a:rPr lang="en-US" sz="1600" dirty="0">
                <a:solidFill>
                  <a:srgbClr val="003860"/>
                </a:solidFill>
                <a:latin typeface="Lexend Deca Regular" pitchFamily="34" charset="0"/>
                <a:ea typeface="Lexend Deca Regular" pitchFamily="34" charset="-122"/>
                <a:cs typeface="Lexend Deca Regular" pitchFamily="34" charset="-120"/>
              </a:rPr>
              <a:t> Attention Mechanism</a:t>
            </a: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solidFill>
                <a:srgbClr val="003860"/>
              </a:solidFill>
              <a:latin typeface="Lexend Deca Regular" pitchFamily="34" charset="0"/>
              <a:ea typeface="Lexend Deca Regular" pitchFamily="34" charset="-122"/>
              <a:cs typeface="Lexend Deca Regular" pitchFamily="34" charset="-120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solidFill>
                <a:srgbClr val="003860"/>
              </a:solidFill>
              <a:latin typeface="Lexend Deca Regular" pitchFamily="34" charset="0"/>
              <a:ea typeface="Lexend Deca Regular" pitchFamily="34" charset="-122"/>
              <a:cs typeface="Lexend Deca Regular" pitchFamily="34" charset="-12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2000" dirty="0">
                <a:solidFill>
                  <a:srgbClr val="003860"/>
                </a:solidFill>
                <a:latin typeface="Lexend Deca Regular" pitchFamily="34" charset="0"/>
                <a:ea typeface="Lexend Deca Regular" pitchFamily="34" charset="-122"/>
                <a:cs typeface="Lexend Deca Regular" pitchFamily="34" charset="-120"/>
              </a:rPr>
              <a:t>IEEE Access, January 2025</a:t>
            </a:r>
          </a:p>
          <a:p>
            <a:pPr marL="0" indent="0" algn="l">
              <a:lnSpc>
                <a:spcPct val="90000"/>
              </a:lnSpc>
              <a:buNone/>
            </a:pP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6558246" y="-2006542"/>
            <a:ext cx="7269840" cy="5342813"/>
          </a:xfrm>
          <a:custGeom>
            <a:avLst/>
            <a:gdLst/>
            <a:ahLst/>
            <a:cxnLst/>
            <a:rect l="l" t="t" r="r" b="b"/>
            <a:pathLst>
              <a:path w="7269840" h="5342813">
                <a:moveTo>
                  <a:pt x="6840047" y="4576546"/>
                </a:moveTo>
                <a:cubicBezTo>
                  <a:pt x="6764441" y="4620999"/>
                  <a:pt x="6686218" y="4660161"/>
                  <a:pt x="6608648" y="4701087"/>
                </a:cubicBezTo>
                <a:cubicBezTo>
                  <a:pt x="6629368" y="4691043"/>
                  <a:pt x="6650159" y="4681266"/>
                  <a:pt x="6670878" y="4671221"/>
                </a:cubicBezTo>
                <a:cubicBezTo>
                  <a:pt x="6566411" y="4714445"/>
                  <a:pt x="6461725" y="4755157"/>
                  <a:pt x="6353986" y="4789084"/>
                </a:cubicBezTo>
                <a:cubicBezTo>
                  <a:pt x="6248064" y="4822476"/>
                  <a:pt x="6140761" y="4846519"/>
                  <a:pt x="6033095" y="4872912"/>
                </a:cubicBezTo>
                <a:cubicBezTo>
                  <a:pt x="6053960" y="4869226"/>
                  <a:pt x="6074388" y="4865432"/>
                  <a:pt x="6095252" y="4861746"/>
                </a:cubicBezTo>
                <a:cubicBezTo>
                  <a:pt x="6022772" y="4873714"/>
                  <a:pt x="5951237" y="4884293"/>
                  <a:pt x="5877593" y="4878789"/>
                </a:cubicBezTo>
                <a:cubicBezTo>
                  <a:pt x="5897367" y="4880499"/>
                  <a:pt x="5917141" y="4882209"/>
                  <a:pt x="5937206" y="4884079"/>
                </a:cubicBezTo>
                <a:cubicBezTo>
                  <a:pt x="5903256" y="4880820"/>
                  <a:pt x="5870323" y="4874462"/>
                  <a:pt x="5837755" y="4863242"/>
                </a:cubicBezTo>
                <a:cubicBezTo>
                  <a:pt x="5856075" y="4869867"/>
                  <a:pt x="5874322" y="4876492"/>
                  <a:pt x="5892642" y="4883117"/>
                </a:cubicBezTo>
                <a:cubicBezTo>
                  <a:pt x="5866325" y="4873233"/>
                  <a:pt x="5841680" y="4860838"/>
                  <a:pt x="5818562" y="4845237"/>
                </a:cubicBezTo>
                <a:cubicBezTo>
                  <a:pt x="5834629" y="4856189"/>
                  <a:pt x="5850404" y="4866982"/>
                  <a:pt x="5866471" y="4877935"/>
                </a:cubicBezTo>
                <a:cubicBezTo>
                  <a:pt x="5844297" y="4861960"/>
                  <a:pt x="5824524" y="4843848"/>
                  <a:pt x="5806494" y="4823224"/>
                </a:cubicBezTo>
                <a:cubicBezTo>
                  <a:pt x="5818999" y="4837864"/>
                  <a:pt x="5831866" y="4852663"/>
                  <a:pt x="5844370" y="4867249"/>
                </a:cubicBezTo>
                <a:cubicBezTo>
                  <a:pt x="5822924" y="4841336"/>
                  <a:pt x="5804968" y="4813393"/>
                  <a:pt x="5790137" y="4783046"/>
                </a:cubicBezTo>
                <a:cubicBezTo>
                  <a:pt x="5798716" y="4800891"/>
                  <a:pt x="5807294" y="4819003"/>
                  <a:pt x="5815873" y="4836848"/>
                </a:cubicBezTo>
                <a:cubicBezTo>
                  <a:pt x="5795880" y="4793999"/>
                  <a:pt x="5782431" y="4749600"/>
                  <a:pt x="5773853" y="4703332"/>
                </a:cubicBezTo>
                <a:cubicBezTo>
                  <a:pt x="5777270" y="4722566"/>
                  <a:pt x="5780759" y="4742067"/>
                  <a:pt x="5784176" y="4761248"/>
                </a:cubicBezTo>
                <a:cubicBezTo>
                  <a:pt x="5776107" y="4713750"/>
                  <a:pt x="5773853" y="4667107"/>
                  <a:pt x="5777560" y="4619075"/>
                </a:cubicBezTo>
                <a:cubicBezTo>
                  <a:pt x="5775888" y="4637989"/>
                  <a:pt x="5774362" y="4656582"/>
                  <a:pt x="5772617" y="4675549"/>
                </a:cubicBezTo>
                <a:cubicBezTo>
                  <a:pt x="5781341" y="4576653"/>
                  <a:pt x="5806858" y="4481231"/>
                  <a:pt x="5840008" y="4388052"/>
                </a:cubicBezTo>
                <a:cubicBezTo>
                  <a:pt x="5833538" y="4406004"/>
                  <a:pt x="5827286" y="4423635"/>
                  <a:pt x="5820816" y="4441641"/>
                </a:cubicBezTo>
                <a:cubicBezTo>
                  <a:pt x="5889298" y="4251543"/>
                  <a:pt x="5984606" y="4071490"/>
                  <a:pt x="6040947" y="3876692"/>
                </a:cubicBezTo>
                <a:cubicBezTo>
                  <a:pt x="6098669" y="3676710"/>
                  <a:pt x="6112118" y="3441466"/>
                  <a:pt x="6038548" y="3243782"/>
                </a:cubicBezTo>
                <a:cubicBezTo>
                  <a:pt x="5956398" y="3022910"/>
                  <a:pt x="5774798" y="2853970"/>
                  <a:pt x="5542745" y="2803000"/>
                </a:cubicBezTo>
                <a:cubicBezTo>
                  <a:pt x="5357436" y="2762234"/>
                  <a:pt x="5159042" y="2797604"/>
                  <a:pt x="4982967" y="2861397"/>
                </a:cubicBezTo>
                <a:cubicBezTo>
                  <a:pt x="4784718" y="2933204"/>
                  <a:pt x="4603263" y="3043320"/>
                  <a:pt x="4413666" y="3134361"/>
                </a:cubicBezTo>
                <a:cubicBezTo>
                  <a:pt x="4434676" y="3124263"/>
                  <a:pt x="4455903" y="3114326"/>
                  <a:pt x="4476913" y="3104174"/>
                </a:cubicBezTo>
                <a:cubicBezTo>
                  <a:pt x="4233374" y="3220434"/>
                  <a:pt x="3977621" y="3312704"/>
                  <a:pt x="3711617" y="3361270"/>
                </a:cubicBezTo>
                <a:cubicBezTo>
                  <a:pt x="3735317" y="3356996"/>
                  <a:pt x="3759235" y="3352615"/>
                  <a:pt x="3782934" y="3348287"/>
                </a:cubicBezTo>
                <a:cubicBezTo>
                  <a:pt x="3611439" y="3378848"/>
                  <a:pt x="3437035" y="3390015"/>
                  <a:pt x="3263431" y="3375055"/>
                </a:cubicBezTo>
                <a:cubicBezTo>
                  <a:pt x="3287204" y="3377139"/>
                  <a:pt x="3311049" y="3379222"/>
                  <a:pt x="3334530" y="3381359"/>
                </a:cubicBezTo>
                <a:cubicBezTo>
                  <a:pt x="3208690" y="3369605"/>
                  <a:pt x="3083067" y="3345509"/>
                  <a:pt x="2963696" y="3302713"/>
                </a:cubicBezTo>
                <a:cubicBezTo>
                  <a:pt x="2986087" y="3310834"/>
                  <a:pt x="3008478" y="3318902"/>
                  <a:pt x="3030869" y="3327023"/>
                </a:cubicBezTo>
                <a:cubicBezTo>
                  <a:pt x="2981798" y="3308857"/>
                  <a:pt x="2934835" y="3286685"/>
                  <a:pt x="2891216" y="3257620"/>
                </a:cubicBezTo>
                <a:cubicBezTo>
                  <a:pt x="2910990" y="3271297"/>
                  <a:pt x="2930836" y="3284654"/>
                  <a:pt x="2950610" y="3298332"/>
                </a:cubicBezTo>
                <a:cubicBezTo>
                  <a:pt x="2921458" y="3277923"/>
                  <a:pt x="2895214" y="3255216"/>
                  <a:pt x="2872023" y="3228448"/>
                </a:cubicBezTo>
                <a:cubicBezTo>
                  <a:pt x="2888017" y="3246934"/>
                  <a:pt x="2904011" y="3265474"/>
                  <a:pt x="2919713" y="3283800"/>
                </a:cubicBezTo>
                <a:cubicBezTo>
                  <a:pt x="2901902" y="3262268"/>
                  <a:pt x="2886999" y="3239508"/>
                  <a:pt x="2874495" y="3214557"/>
                </a:cubicBezTo>
                <a:cubicBezTo>
                  <a:pt x="2885545" y="3237477"/>
                  <a:pt x="2896159" y="3260184"/>
                  <a:pt x="2907209" y="3283105"/>
                </a:cubicBezTo>
                <a:cubicBezTo>
                  <a:pt x="2889980" y="3246881"/>
                  <a:pt x="2878639" y="3209321"/>
                  <a:pt x="2871224" y="3169944"/>
                </a:cubicBezTo>
                <a:cubicBezTo>
                  <a:pt x="2875658" y="3195002"/>
                  <a:pt x="2880165" y="3220006"/>
                  <a:pt x="2884818" y="3244957"/>
                </a:cubicBezTo>
                <a:cubicBezTo>
                  <a:pt x="2876167" y="3192277"/>
                  <a:pt x="2875440" y="3139918"/>
                  <a:pt x="2879438" y="3086810"/>
                </a:cubicBezTo>
                <a:cubicBezTo>
                  <a:pt x="2877330" y="3111441"/>
                  <a:pt x="2875004" y="3136124"/>
                  <a:pt x="2872968" y="3160755"/>
                </a:cubicBezTo>
                <a:cubicBezTo>
                  <a:pt x="2879875" y="3085528"/>
                  <a:pt x="2897104" y="3012866"/>
                  <a:pt x="2922040" y="2941806"/>
                </a:cubicBezTo>
                <a:cubicBezTo>
                  <a:pt x="2913679" y="2965101"/>
                  <a:pt x="2905246" y="2988182"/>
                  <a:pt x="2896886" y="3011476"/>
                </a:cubicBezTo>
                <a:cubicBezTo>
                  <a:pt x="2984342" y="2769020"/>
                  <a:pt x="3148859" y="2565779"/>
                  <a:pt x="3285822" y="2350731"/>
                </a:cubicBezTo>
                <a:cubicBezTo>
                  <a:pt x="3443869" y="2102504"/>
                  <a:pt x="3548191" y="1804428"/>
                  <a:pt x="3528417" y="1506620"/>
                </a:cubicBezTo>
                <a:cubicBezTo>
                  <a:pt x="3517803" y="1345160"/>
                  <a:pt x="3470549" y="1169595"/>
                  <a:pt x="3368989" y="1040513"/>
                </a:cubicBezTo>
                <a:cubicBezTo>
                  <a:pt x="3298036" y="950326"/>
                  <a:pt x="3227155" y="886853"/>
                  <a:pt x="3128939" y="826907"/>
                </a:cubicBezTo>
                <a:cubicBezTo>
                  <a:pt x="3061257" y="785500"/>
                  <a:pt x="2981725" y="756596"/>
                  <a:pt x="2904301" y="740353"/>
                </a:cubicBezTo>
                <a:cubicBezTo>
                  <a:pt x="2588136" y="673889"/>
                  <a:pt x="2278150" y="808795"/>
                  <a:pt x="2015927" y="974262"/>
                </a:cubicBezTo>
                <a:cubicBezTo>
                  <a:pt x="1888632" y="1054618"/>
                  <a:pt x="1769625" y="1146514"/>
                  <a:pt x="1644729" y="1230022"/>
                </a:cubicBezTo>
                <a:cubicBezTo>
                  <a:pt x="1490899" y="1332604"/>
                  <a:pt x="1329872" y="1423913"/>
                  <a:pt x="1162884" y="1503681"/>
                </a:cubicBezTo>
                <a:cubicBezTo>
                  <a:pt x="1189928" y="1490805"/>
                  <a:pt x="1216681" y="1477982"/>
                  <a:pt x="1243724" y="1465053"/>
                </a:cubicBezTo>
                <a:cubicBezTo>
                  <a:pt x="1099709" y="1533280"/>
                  <a:pt x="951550" y="1599798"/>
                  <a:pt x="793649" y="1628436"/>
                </a:cubicBezTo>
                <a:cubicBezTo>
                  <a:pt x="823164" y="1623093"/>
                  <a:pt x="852898" y="1617697"/>
                  <a:pt x="882341" y="1612354"/>
                </a:cubicBezTo>
                <a:cubicBezTo>
                  <a:pt x="824545" y="1622345"/>
                  <a:pt x="766387" y="1626673"/>
                  <a:pt x="707792" y="1622185"/>
                </a:cubicBezTo>
                <a:cubicBezTo>
                  <a:pt x="736726" y="1624803"/>
                  <a:pt x="765660" y="1627207"/>
                  <a:pt x="794666" y="1629825"/>
                </a:cubicBezTo>
                <a:cubicBezTo>
                  <a:pt x="755046" y="1626192"/>
                  <a:pt x="716588" y="1618284"/>
                  <a:pt x="679149" y="1605034"/>
                </a:cubicBezTo>
                <a:cubicBezTo>
                  <a:pt x="706192" y="1614651"/>
                  <a:pt x="733382" y="1624536"/>
                  <a:pt x="760207" y="1634259"/>
                </a:cubicBezTo>
                <a:cubicBezTo>
                  <a:pt x="730692" y="1623200"/>
                  <a:pt x="702848" y="1609309"/>
                  <a:pt x="676386" y="1591944"/>
                </a:cubicBezTo>
                <a:cubicBezTo>
                  <a:pt x="700013" y="1608293"/>
                  <a:pt x="723931" y="1624536"/>
                  <a:pt x="747630" y="1640831"/>
                </a:cubicBezTo>
                <a:cubicBezTo>
                  <a:pt x="720078" y="1621864"/>
                  <a:pt x="695288" y="1600333"/>
                  <a:pt x="672969" y="1575221"/>
                </a:cubicBezTo>
                <a:cubicBezTo>
                  <a:pt x="692016" y="1597180"/>
                  <a:pt x="711209" y="1619460"/>
                  <a:pt x="730038" y="1641472"/>
                </a:cubicBezTo>
                <a:cubicBezTo>
                  <a:pt x="707065" y="1614331"/>
                  <a:pt x="687945" y="1585159"/>
                  <a:pt x="672388" y="1553423"/>
                </a:cubicBezTo>
                <a:cubicBezTo>
                  <a:pt x="685328" y="1580671"/>
                  <a:pt x="698341" y="1607973"/>
                  <a:pt x="711572" y="1635168"/>
                </a:cubicBezTo>
                <a:cubicBezTo>
                  <a:pt x="692234" y="1594349"/>
                  <a:pt x="679294" y="1551713"/>
                  <a:pt x="670861" y="1507368"/>
                </a:cubicBezTo>
                <a:cubicBezTo>
                  <a:pt x="676241" y="1537074"/>
                  <a:pt x="681766" y="1567047"/>
                  <a:pt x="686927" y="1596913"/>
                </a:cubicBezTo>
                <a:cubicBezTo>
                  <a:pt x="675950" y="1534402"/>
                  <a:pt x="674714" y="1471891"/>
                  <a:pt x="679876" y="1408633"/>
                </a:cubicBezTo>
                <a:cubicBezTo>
                  <a:pt x="677331" y="1437858"/>
                  <a:pt x="674787" y="1467083"/>
                  <a:pt x="672315" y="1496575"/>
                </a:cubicBezTo>
                <a:cubicBezTo>
                  <a:pt x="680457" y="1409541"/>
                  <a:pt x="700304" y="1324323"/>
                  <a:pt x="729383" y="1241937"/>
                </a:cubicBezTo>
                <a:cubicBezTo>
                  <a:pt x="719569" y="1269346"/>
                  <a:pt x="709464" y="1296861"/>
                  <a:pt x="699722" y="1324483"/>
                </a:cubicBezTo>
                <a:cubicBezTo>
                  <a:pt x="750538" y="1184982"/>
                  <a:pt x="821347" y="1054030"/>
                  <a:pt x="875725" y="916132"/>
                </a:cubicBezTo>
                <a:cubicBezTo>
                  <a:pt x="911856" y="824236"/>
                  <a:pt x="947697" y="729989"/>
                  <a:pt x="967616" y="632963"/>
                </a:cubicBezTo>
                <a:cubicBezTo>
                  <a:pt x="980193" y="572643"/>
                  <a:pt x="984627" y="511307"/>
                  <a:pt x="989280" y="449918"/>
                </a:cubicBezTo>
                <a:cubicBezTo>
                  <a:pt x="992115" y="412251"/>
                  <a:pt x="992770" y="374424"/>
                  <a:pt x="989498" y="336757"/>
                </a:cubicBezTo>
                <a:cubicBezTo>
                  <a:pt x="981429" y="243525"/>
                  <a:pt x="943626" y="153232"/>
                  <a:pt x="872526" y="90133"/>
                </a:cubicBezTo>
                <a:cubicBezTo>
                  <a:pt x="809497" y="33873"/>
                  <a:pt x="708737" y="-6572"/>
                  <a:pt x="623098" y="1015"/>
                </a:cubicBezTo>
                <a:cubicBezTo>
                  <a:pt x="531280" y="9190"/>
                  <a:pt x="436481" y="44238"/>
                  <a:pt x="376433" y="117969"/>
                </a:cubicBezTo>
                <a:cubicBezTo>
                  <a:pt x="319946" y="187159"/>
                  <a:pt x="279235" y="275796"/>
                  <a:pt x="287304" y="367372"/>
                </a:cubicBezTo>
                <a:cubicBezTo>
                  <a:pt x="291230" y="411503"/>
                  <a:pt x="291666" y="455101"/>
                  <a:pt x="287813" y="499232"/>
                </a:cubicBezTo>
                <a:cubicBezTo>
                  <a:pt x="290358" y="469152"/>
                  <a:pt x="293120" y="439019"/>
                  <a:pt x="295737" y="408939"/>
                </a:cubicBezTo>
                <a:cubicBezTo>
                  <a:pt x="287086" y="496935"/>
                  <a:pt x="263677" y="582206"/>
                  <a:pt x="234016" y="665607"/>
                </a:cubicBezTo>
                <a:cubicBezTo>
                  <a:pt x="243976" y="637878"/>
                  <a:pt x="254154" y="609775"/>
                  <a:pt x="264186" y="582046"/>
                </a:cubicBezTo>
                <a:cubicBezTo>
                  <a:pt x="179565" y="816061"/>
                  <a:pt x="48417" y="1038055"/>
                  <a:pt x="14322" y="1287831"/>
                </a:cubicBezTo>
                <a:cubicBezTo>
                  <a:pt x="-7851" y="1450413"/>
                  <a:pt x="-8360" y="1610217"/>
                  <a:pt x="38749" y="1769112"/>
                </a:cubicBezTo>
                <a:cubicBezTo>
                  <a:pt x="60485" y="1842576"/>
                  <a:pt x="94217" y="1915826"/>
                  <a:pt x="138127" y="1978550"/>
                </a:cubicBezTo>
                <a:cubicBezTo>
                  <a:pt x="201884" y="2069912"/>
                  <a:pt x="273564" y="2130607"/>
                  <a:pt x="365164" y="2190767"/>
                </a:cubicBezTo>
                <a:cubicBezTo>
                  <a:pt x="427758" y="2231853"/>
                  <a:pt x="502346" y="2258460"/>
                  <a:pt x="574318" y="2276145"/>
                </a:cubicBezTo>
                <a:cubicBezTo>
                  <a:pt x="646216" y="2293616"/>
                  <a:pt x="722986" y="2299172"/>
                  <a:pt x="796993" y="2297035"/>
                </a:cubicBezTo>
                <a:cubicBezTo>
                  <a:pt x="927268" y="2293402"/>
                  <a:pt x="1060525" y="2261559"/>
                  <a:pt x="1182876" y="2217053"/>
                </a:cubicBezTo>
                <a:cubicBezTo>
                  <a:pt x="1325220" y="2165228"/>
                  <a:pt x="1463419" y="2097214"/>
                  <a:pt x="1598057" y="2028399"/>
                </a:cubicBezTo>
                <a:cubicBezTo>
                  <a:pt x="1718736" y="1966582"/>
                  <a:pt x="1836362" y="1898568"/>
                  <a:pt x="1949772" y="1824303"/>
                </a:cubicBezTo>
                <a:cubicBezTo>
                  <a:pt x="2160088" y="1687046"/>
                  <a:pt x="2352230" y="1521953"/>
                  <a:pt x="2579631" y="1411785"/>
                </a:cubicBezTo>
                <a:cubicBezTo>
                  <a:pt x="2553096" y="1424554"/>
                  <a:pt x="2526561" y="1437270"/>
                  <a:pt x="2499953" y="1449772"/>
                </a:cubicBezTo>
                <a:cubicBezTo>
                  <a:pt x="2579631" y="1411785"/>
                  <a:pt x="2661489" y="1379781"/>
                  <a:pt x="2748582" y="1363966"/>
                </a:cubicBezTo>
                <a:cubicBezTo>
                  <a:pt x="2719866" y="1369042"/>
                  <a:pt x="2691441" y="1374331"/>
                  <a:pt x="2662725" y="1379407"/>
                </a:cubicBezTo>
                <a:cubicBezTo>
                  <a:pt x="2709979" y="1371393"/>
                  <a:pt x="2757596" y="1368561"/>
                  <a:pt x="2805504" y="1372034"/>
                </a:cubicBezTo>
                <a:cubicBezTo>
                  <a:pt x="2777661" y="1369576"/>
                  <a:pt x="2749890" y="1367172"/>
                  <a:pt x="2722047" y="1364714"/>
                </a:cubicBezTo>
                <a:cubicBezTo>
                  <a:pt x="2762031" y="1368508"/>
                  <a:pt x="2800561" y="1376682"/>
                  <a:pt x="2838509" y="1389772"/>
                </a:cubicBezTo>
                <a:cubicBezTo>
                  <a:pt x="2812702" y="1380583"/>
                  <a:pt x="2787112" y="1371286"/>
                  <a:pt x="2761304" y="1362043"/>
                </a:cubicBezTo>
                <a:cubicBezTo>
                  <a:pt x="2798598" y="1375667"/>
                  <a:pt x="2833275" y="1393405"/>
                  <a:pt x="2866426" y="1414990"/>
                </a:cubicBezTo>
                <a:cubicBezTo>
                  <a:pt x="2843889" y="1399710"/>
                  <a:pt x="2821353" y="1384162"/>
                  <a:pt x="2799107" y="1368775"/>
                </a:cubicBezTo>
                <a:cubicBezTo>
                  <a:pt x="2831312" y="1390948"/>
                  <a:pt x="2860464" y="1416379"/>
                  <a:pt x="2886345" y="1445658"/>
                </a:cubicBezTo>
                <a:cubicBezTo>
                  <a:pt x="2868534" y="1424928"/>
                  <a:pt x="2850577" y="1403984"/>
                  <a:pt x="2832475" y="1383361"/>
                </a:cubicBezTo>
                <a:cubicBezTo>
                  <a:pt x="2858938" y="1414403"/>
                  <a:pt x="2880893" y="1447955"/>
                  <a:pt x="2899140" y="1484393"/>
                </a:cubicBezTo>
                <a:cubicBezTo>
                  <a:pt x="2886927" y="1458801"/>
                  <a:pt x="2874859" y="1433423"/>
                  <a:pt x="2862500" y="1407938"/>
                </a:cubicBezTo>
                <a:cubicBezTo>
                  <a:pt x="2885109" y="1455542"/>
                  <a:pt x="2900667" y="1505391"/>
                  <a:pt x="2910408" y="1557109"/>
                </a:cubicBezTo>
                <a:cubicBezTo>
                  <a:pt x="2905392" y="1529487"/>
                  <a:pt x="2900448" y="1502132"/>
                  <a:pt x="2895432" y="1474456"/>
                </a:cubicBezTo>
                <a:cubicBezTo>
                  <a:pt x="2908155" y="1546691"/>
                  <a:pt x="2909754" y="1619727"/>
                  <a:pt x="2903720" y="1692656"/>
                </a:cubicBezTo>
                <a:cubicBezTo>
                  <a:pt x="2905973" y="1666049"/>
                  <a:pt x="2908518" y="1639282"/>
                  <a:pt x="2910772" y="1612674"/>
                </a:cubicBezTo>
                <a:cubicBezTo>
                  <a:pt x="2901902" y="1710234"/>
                  <a:pt x="2879657" y="1805443"/>
                  <a:pt x="2846797" y="1897660"/>
                </a:cubicBezTo>
                <a:cubicBezTo>
                  <a:pt x="2855594" y="1873083"/>
                  <a:pt x="2864463" y="1848773"/>
                  <a:pt x="2873259" y="1824196"/>
                </a:cubicBezTo>
                <a:cubicBezTo>
                  <a:pt x="2785512" y="2065050"/>
                  <a:pt x="2618960" y="2267864"/>
                  <a:pt x="2496245" y="2490819"/>
                </a:cubicBezTo>
                <a:cubicBezTo>
                  <a:pt x="2425074" y="2619901"/>
                  <a:pt x="2365025" y="2759937"/>
                  <a:pt x="2332965" y="2903979"/>
                </a:cubicBezTo>
                <a:cubicBezTo>
                  <a:pt x="2294798" y="3074789"/>
                  <a:pt x="2287601" y="3274343"/>
                  <a:pt x="2357973" y="3437940"/>
                </a:cubicBezTo>
                <a:cubicBezTo>
                  <a:pt x="2402973" y="3542659"/>
                  <a:pt x="2465421" y="3638669"/>
                  <a:pt x="2558839" y="3707110"/>
                </a:cubicBezTo>
                <a:cubicBezTo>
                  <a:pt x="2650802" y="3774377"/>
                  <a:pt x="2739276" y="3814608"/>
                  <a:pt x="2847088" y="3850832"/>
                </a:cubicBezTo>
                <a:cubicBezTo>
                  <a:pt x="2997356" y="3901215"/>
                  <a:pt x="3158310" y="3919968"/>
                  <a:pt x="3315847" y="3928196"/>
                </a:cubicBezTo>
                <a:cubicBezTo>
                  <a:pt x="3614347" y="3943263"/>
                  <a:pt x="3919244" y="3883263"/>
                  <a:pt x="4200732" y="3787092"/>
                </a:cubicBezTo>
                <a:cubicBezTo>
                  <a:pt x="4369102" y="3729711"/>
                  <a:pt x="4531437" y="3656087"/>
                  <a:pt x="4690211" y="3576692"/>
                </a:cubicBezTo>
                <a:cubicBezTo>
                  <a:pt x="4819250" y="3512205"/>
                  <a:pt x="4942765" y="3437512"/>
                  <a:pt x="5072750" y="3374894"/>
                </a:cubicBezTo>
                <a:cubicBezTo>
                  <a:pt x="5052031" y="3384939"/>
                  <a:pt x="5031239" y="3394716"/>
                  <a:pt x="5010520" y="3404761"/>
                </a:cubicBezTo>
                <a:cubicBezTo>
                  <a:pt x="5120585" y="3352241"/>
                  <a:pt x="5235085" y="3305545"/>
                  <a:pt x="5355401" y="3283105"/>
                </a:cubicBezTo>
                <a:cubicBezTo>
                  <a:pt x="5333301" y="3287165"/>
                  <a:pt x="5311128" y="3290959"/>
                  <a:pt x="5289100" y="3295073"/>
                </a:cubicBezTo>
                <a:cubicBezTo>
                  <a:pt x="5343406" y="3285616"/>
                  <a:pt x="5398366" y="3281502"/>
                  <a:pt x="5453544" y="3285723"/>
                </a:cubicBezTo>
                <a:cubicBezTo>
                  <a:pt x="5432316" y="3283959"/>
                  <a:pt x="5410797" y="3281983"/>
                  <a:pt x="5389642" y="3280166"/>
                </a:cubicBezTo>
                <a:cubicBezTo>
                  <a:pt x="5430426" y="3283960"/>
                  <a:pt x="5470119" y="3292081"/>
                  <a:pt x="5508504" y="3305865"/>
                </a:cubicBezTo>
                <a:cubicBezTo>
                  <a:pt x="5488730" y="3298919"/>
                  <a:pt x="5469101" y="3291600"/>
                  <a:pt x="5449255" y="3284601"/>
                </a:cubicBezTo>
                <a:cubicBezTo>
                  <a:pt x="5483859" y="3297691"/>
                  <a:pt x="5516210" y="3314253"/>
                  <a:pt x="5546889" y="3334983"/>
                </a:cubicBezTo>
                <a:cubicBezTo>
                  <a:pt x="5529732" y="3323229"/>
                  <a:pt x="5512575" y="3311528"/>
                  <a:pt x="5495418" y="3299774"/>
                </a:cubicBezTo>
                <a:cubicBezTo>
                  <a:pt x="5525297" y="3320772"/>
                  <a:pt x="5552341" y="3344921"/>
                  <a:pt x="5576259" y="3372543"/>
                </a:cubicBezTo>
                <a:cubicBezTo>
                  <a:pt x="5562519" y="3356675"/>
                  <a:pt x="5549069" y="3340914"/>
                  <a:pt x="5535329" y="3325046"/>
                </a:cubicBezTo>
                <a:cubicBezTo>
                  <a:pt x="5560701" y="3355286"/>
                  <a:pt x="5581856" y="3387984"/>
                  <a:pt x="5599231" y="3423621"/>
                </a:cubicBezTo>
                <a:cubicBezTo>
                  <a:pt x="5589926" y="3404333"/>
                  <a:pt x="5580911" y="3384939"/>
                  <a:pt x="5571606" y="3365651"/>
                </a:cubicBezTo>
                <a:cubicBezTo>
                  <a:pt x="5593924" y="3413309"/>
                  <a:pt x="5608973" y="3463371"/>
                  <a:pt x="5618496" y="3515143"/>
                </a:cubicBezTo>
                <a:cubicBezTo>
                  <a:pt x="5614789" y="3494306"/>
                  <a:pt x="5610936" y="3473576"/>
                  <a:pt x="5607301" y="3452739"/>
                </a:cubicBezTo>
                <a:cubicBezTo>
                  <a:pt x="5619151" y="3522997"/>
                  <a:pt x="5620459" y="3593629"/>
                  <a:pt x="5614425" y="3664635"/>
                </a:cubicBezTo>
                <a:cubicBezTo>
                  <a:pt x="5616025" y="3644599"/>
                  <a:pt x="5617915" y="3624510"/>
                  <a:pt x="5619514" y="3604475"/>
                </a:cubicBezTo>
                <a:cubicBezTo>
                  <a:pt x="5609336" y="3712773"/>
                  <a:pt x="5581493" y="3816210"/>
                  <a:pt x="5544780" y="3918312"/>
                </a:cubicBezTo>
                <a:cubicBezTo>
                  <a:pt x="5551396" y="3899986"/>
                  <a:pt x="5558011" y="3881713"/>
                  <a:pt x="5564700" y="3863387"/>
                </a:cubicBezTo>
                <a:cubicBezTo>
                  <a:pt x="5441621" y="4203404"/>
                  <a:pt x="5257840" y="4560892"/>
                  <a:pt x="5374739" y="4930668"/>
                </a:cubicBezTo>
                <a:cubicBezTo>
                  <a:pt x="5439949" y="5136954"/>
                  <a:pt x="5609555" y="5300818"/>
                  <a:pt x="5827286" y="5333035"/>
                </a:cubicBezTo>
                <a:cubicBezTo>
                  <a:pt x="6032441" y="5363703"/>
                  <a:pt x="6245448" y="5316686"/>
                  <a:pt x="6445223" y="5271967"/>
                </a:cubicBezTo>
                <a:cubicBezTo>
                  <a:pt x="6551217" y="5248298"/>
                  <a:pt x="6656339" y="5219126"/>
                  <a:pt x="6759498" y="5184986"/>
                </a:cubicBezTo>
                <a:cubicBezTo>
                  <a:pt x="6866001" y="5149776"/>
                  <a:pt x="6972795" y="5115582"/>
                  <a:pt x="7077263" y="5074336"/>
                </a:cubicBezTo>
                <a:cubicBezTo>
                  <a:pt x="7148871" y="5045912"/>
                  <a:pt x="7201868" y="5002903"/>
                  <a:pt x="7239380" y="4936224"/>
                </a:cubicBezTo>
                <a:cubicBezTo>
                  <a:pt x="7282708" y="4859822"/>
                  <a:pt x="7276893" y="4766750"/>
                  <a:pt x="7240471" y="4690188"/>
                </a:cubicBezTo>
                <a:cubicBezTo>
                  <a:pt x="7207684" y="4621372"/>
                  <a:pt x="7156867" y="4575371"/>
                  <a:pt x="7085042" y="4549565"/>
                </a:cubicBezTo>
                <a:cubicBezTo>
                  <a:pt x="7000493" y="4518096"/>
                  <a:pt x="6918344" y="4530117"/>
                  <a:pt x="6840193" y="4576279"/>
                </a:cubicBezTo>
                <a:lnTo>
                  <a:pt x="6840047" y="4576546"/>
                </a:lnTo>
              </a:path>
            </a:pathLst>
          </a:custGeom>
          <a:solidFill>
            <a:srgbClr val="BFE5FF">
              <a:alpha val="27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350619" y="831212"/>
            <a:ext cx="640080" cy="640080"/>
          </a:xfrm>
          <a:custGeom>
            <a:avLst/>
            <a:gdLst/>
            <a:ahLst/>
            <a:cxnLst/>
            <a:rect l="l" t="t" r="r" b="b"/>
            <a:pathLst>
              <a:path w="640080" h="640080">
                <a:moveTo>
                  <a:pt x="0" y="320040"/>
                </a:moveTo>
                <a:cubicBezTo>
                  <a:pt x="0" y="143288"/>
                  <a:pt x="143288" y="0"/>
                  <a:pt x="320040" y="0"/>
                </a:cubicBezTo>
                <a:cubicBezTo>
                  <a:pt x="496792" y="0"/>
                  <a:pt x="640080" y="143288"/>
                  <a:pt x="640080" y="320040"/>
                </a:cubicBezTo>
                <a:cubicBezTo>
                  <a:pt x="640080" y="496792"/>
                  <a:pt x="496792" y="640080"/>
                  <a:pt x="320040" y="640080"/>
                </a:cubicBezTo>
                <a:cubicBezTo>
                  <a:pt x="143288" y="640080"/>
                  <a:pt x="0" y="496792"/>
                  <a:pt x="0" y="320040"/>
                </a:cubicBezTo>
              </a:path>
            </a:pathLst>
          </a:custGeom>
          <a:solidFill>
            <a:srgbClr val="40AF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350619" y="1941153"/>
            <a:ext cx="640080" cy="640080"/>
          </a:xfrm>
          <a:custGeom>
            <a:avLst/>
            <a:gdLst/>
            <a:ahLst/>
            <a:cxnLst/>
            <a:rect l="l" t="t" r="r" b="b"/>
            <a:pathLst>
              <a:path w="640080" h="640080">
                <a:moveTo>
                  <a:pt x="0" y="320040"/>
                </a:moveTo>
                <a:cubicBezTo>
                  <a:pt x="0" y="143288"/>
                  <a:pt x="143288" y="0"/>
                  <a:pt x="320040" y="0"/>
                </a:cubicBezTo>
                <a:cubicBezTo>
                  <a:pt x="496792" y="0"/>
                  <a:pt x="640080" y="143288"/>
                  <a:pt x="640080" y="320040"/>
                </a:cubicBezTo>
                <a:cubicBezTo>
                  <a:pt x="640080" y="496792"/>
                  <a:pt x="496792" y="640080"/>
                  <a:pt x="320040" y="640080"/>
                </a:cubicBezTo>
                <a:cubicBezTo>
                  <a:pt x="143288" y="640080"/>
                  <a:pt x="0" y="496792"/>
                  <a:pt x="0" y="320040"/>
                </a:cubicBezTo>
              </a:path>
            </a:pathLst>
          </a:custGeom>
          <a:solidFill>
            <a:srgbClr val="40AF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350619" y="3051094"/>
            <a:ext cx="640080" cy="640080"/>
          </a:xfrm>
          <a:custGeom>
            <a:avLst/>
            <a:gdLst/>
            <a:ahLst/>
            <a:cxnLst/>
            <a:rect l="l" t="t" r="r" b="b"/>
            <a:pathLst>
              <a:path w="640080" h="640080">
                <a:moveTo>
                  <a:pt x="0" y="320040"/>
                </a:moveTo>
                <a:cubicBezTo>
                  <a:pt x="0" y="143288"/>
                  <a:pt x="143288" y="0"/>
                  <a:pt x="320040" y="0"/>
                </a:cubicBezTo>
                <a:cubicBezTo>
                  <a:pt x="496792" y="0"/>
                  <a:pt x="640080" y="143288"/>
                  <a:pt x="640080" y="320040"/>
                </a:cubicBezTo>
                <a:cubicBezTo>
                  <a:pt x="640080" y="496792"/>
                  <a:pt x="496792" y="640080"/>
                  <a:pt x="320040" y="640080"/>
                </a:cubicBezTo>
                <a:cubicBezTo>
                  <a:pt x="143288" y="640080"/>
                  <a:pt x="0" y="496792"/>
                  <a:pt x="0" y="320040"/>
                </a:cubicBezTo>
              </a:path>
            </a:pathLst>
          </a:custGeom>
          <a:solidFill>
            <a:srgbClr val="40AF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234132" y="461968"/>
            <a:ext cx="382770" cy="382770"/>
          </a:xfrm>
          <a:custGeom>
            <a:avLst/>
            <a:gdLst/>
            <a:ahLst/>
            <a:cxnLst/>
            <a:rect l="l" t="t" r="r" b="b"/>
            <a:pathLst>
              <a:path w="382770" h="382770">
                <a:moveTo>
                  <a:pt x="263729" y="20899"/>
                </a:moveTo>
                <a:lnTo>
                  <a:pt x="274408" y="88420"/>
                </a:lnTo>
                <a:cubicBezTo>
                  <a:pt x="279763" y="122284"/>
                  <a:pt x="296865" y="153173"/>
                  <a:pt x="322718" y="175692"/>
                </a:cubicBezTo>
                <a:lnTo>
                  <a:pt x="374269" y="220587"/>
                </a:lnTo>
                <a:cubicBezTo>
                  <a:pt x="381523" y="226906"/>
                  <a:pt x="384466" y="236858"/>
                  <a:pt x="381806" y="246106"/>
                </a:cubicBezTo>
                <a:cubicBezTo>
                  <a:pt x="379149" y="255354"/>
                  <a:pt x="371375" y="262228"/>
                  <a:pt x="361871" y="263729"/>
                </a:cubicBezTo>
                <a:lnTo>
                  <a:pt x="294351" y="274408"/>
                </a:lnTo>
                <a:cubicBezTo>
                  <a:pt x="260487" y="279763"/>
                  <a:pt x="229597" y="296865"/>
                  <a:pt x="207079" y="322718"/>
                </a:cubicBezTo>
                <a:lnTo>
                  <a:pt x="162184" y="374269"/>
                </a:lnTo>
                <a:cubicBezTo>
                  <a:pt x="155864" y="381523"/>
                  <a:pt x="145912" y="384466"/>
                  <a:pt x="136664" y="381806"/>
                </a:cubicBezTo>
                <a:cubicBezTo>
                  <a:pt x="127417" y="379149"/>
                  <a:pt x="120542" y="371375"/>
                  <a:pt x="119042" y="361871"/>
                </a:cubicBezTo>
                <a:lnTo>
                  <a:pt x="108362" y="294351"/>
                </a:lnTo>
                <a:cubicBezTo>
                  <a:pt x="103007" y="260487"/>
                  <a:pt x="85905" y="229597"/>
                  <a:pt x="60053" y="207079"/>
                </a:cubicBezTo>
                <a:lnTo>
                  <a:pt x="8501" y="162184"/>
                </a:lnTo>
                <a:cubicBezTo>
                  <a:pt x="1248" y="155864"/>
                  <a:pt x="-1696" y="145912"/>
                  <a:pt x="965" y="136664"/>
                </a:cubicBezTo>
                <a:cubicBezTo>
                  <a:pt x="3621" y="127417"/>
                  <a:pt x="11395" y="120542"/>
                  <a:pt x="20899" y="119042"/>
                </a:cubicBezTo>
                <a:lnTo>
                  <a:pt x="88420" y="108362"/>
                </a:lnTo>
                <a:cubicBezTo>
                  <a:pt x="122284" y="103007"/>
                  <a:pt x="153173" y="85905"/>
                  <a:pt x="175692" y="60053"/>
                </a:cubicBezTo>
                <a:lnTo>
                  <a:pt x="220587" y="8501"/>
                </a:lnTo>
                <a:cubicBezTo>
                  <a:pt x="226906" y="1248"/>
                  <a:pt x="236858" y="-1696"/>
                  <a:pt x="246106" y="965"/>
                </a:cubicBezTo>
                <a:cubicBezTo>
                  <a:pt x="255354" y="3621"/>
                  <a:pt x="262228" y="11395"/>
                  <a:pt x="263729" y="20899"/>
                </a:cubicBezTo>
                <a:lnTo>
                  <a:pt x="263729" y="20899"/>
                </a:lnTo>
              </a:path>
            </a:pathLst>
          </a:custGeom>
          <a:solidFill>
            <a:srgbClr val="BFE5FF">
              <a:alpha val="20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350619" y="4222407"/>
            <a:ext cx="640080" cy="640080"/>
          </a:xfrm>
          <a:custGeom>
            <a:avLst/>
            <a:gdLst/>
            <a:ahLst/>
            <a:cxnLst/>
            <a:rect l="l" t="t" r="r" b="b"/>
            <a:pathLst>
              <a:path w="640080" h="640080">
                <a:moveTo>
                  <a:pt x="0" y="320040"/>
                </a:moveTo>
                <a:cubicBezTo>
                  <a:pt x="0" y="143288"/>
                  <a:pt x="143288" y="0"/>
                  <a:pt x="320040" y="0"/>
                </a:cubicBezTo>
                <a:cubicBezTo>
                  <a:pt x="496792" y="0"/>
                  <a:pt x="640080" y="143288"/>
                  <a:pt x="640080" y="320040"/>
                </a:cubicBezTo>
                <a:cubicBezTo>
                  <a:pt x="640080" y="496792"/>
                  <a:pt x="496792" y="640080"/>
                  <a:pt x="320040" y="640080"/>
                </a:cubicBezTo>
                <a:cubicBezTo>
                  <a:pt x="143288" y="640080"/>
                  <a:pt x="0" y="496792"/>
                  <a:pt x="0" y="320040"/>
                </a:cubicBezTo>
              </a:path>
            </a:pathLst>
          </a:custGeom>
          <a:solidFill>
            <a:srgbClr val="40AF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350619" y="5393720"/>
            <a:ext cx="640080" cy="640080"/>
          </a:xfrm>
          <a:custGeom>
            <a:avLst/>
            <a:gdLst/>
            <a:ahLst/>
            <a:cxnLst/>
            <a:rect l="l" t="t" r="r" b="b"/>
            <a:pathLst>
              <a:path w="640080" h="640080">
                <a:moveTo>
                  <a:pt x="0" y="320040"/>
                </a:moveTo>
                <a:cubicBezTo>
                  <a:pt x="0" y="143288"/>
                  <a:pt x="143288" y="0"/>
                  <a:pt x="320040" y="0"/>
                </a:cubicBezTo>
                <a:cubicBezTo>
                  <a:pt x="496792" y="0"/>
                  <a:pt x="640080" y="143288"/>
                  <a:pt x="640080" y="320040"/>
                </a:cubicBezTo>
                <a:cubicBezTo>
                  <a:pt x="640080" y="496792"/>
                  <a:pt x="496792" y="640080"/>
                  <a:pt x="320040" y="640080"/>
                </a:cubicBezTo>
                <a:cubicBezTo>
                  <a:pt x="143288" y="640080"/>
                  <a:pt x="0" y="496792"/>
                  <a:pt x="0" y="320040"/>
                </a:cubicBezTo>
              </a:path>
            </a:pathLst>
          </a:custGeom>
          <a:solidFill>
            <a:srgbClr val="40AF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296566" y="53937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600" dirty="0">
                <a:solidFill>
                  <a:srgbClr val="FFFFFF"/>
                </a:solidFill>
                <a:latin typeface="Lexend Deca Bold" pitchFamily="34" charset="0"/>
                <a:ea typeface="Lexend Deca Bold" pitchFamily="34" charset="-122"/>
                <a:cs typeface="Lexend Deca Bold" pitchFamily="34" charset="-120"/>
              </a:rPr>
              <a:t>Research Context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96566" y="5764605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650"/>
              </a:spcBef>
              <a:buNone/>
            </a:pPr>
            <a:r>
              <a:rPr lang="en-US" sz="910" dirty="0">
                <a:solidFill>
                  <a:srgbClr val="FFFFFF"/>
                </a:solidFill>
                <a:latin typeface="Lexend Regular" pitchFamily="34" charset="0"/>
                <a:ea typeface="Lexend Regular" pitchFamily="34" charset="-122"/>
                <a:cs typeface="Lexend Regular" pitchFamily="34" charset="-120"/>
              </a:rPr>
              <a:t>The study is published in a specific year and by a particular publisher.</a:t>
            </a:r>
            <a:endParaRPr lang="en-US" sz="910" dirty="0"/>
          </a:p>
          <a:p>
            <a:pPr marL="0" indent="0" algn="l">
              <a:lnSpc>
                <a:spcPct val="90000"/>
              </a:lnSpc>
              <a:spcBef>
                <a:spcPts val="650"/>
              </a:spcBef>
              <a:buNone/>
            </a:pPr>
            <a:endParaRPr lang="en-US" sz="910" dirty="0"/>
          </a:p>
        </p:txBody>
      </p:sp>
      <p:sp>
        <p:nvSpPr>
          <p:cNvPr id="17" name="Text 15"/>
          <p:cNvSpPr/>
          <p:nvPr/>
        </p:nvSpPr>
        <p:spPr>
          <a:xfrm>
            <a:off x="5530642" y="5553740"/>
            <a:ext cx="280035" cy="320040"/>
          </a:xfrm>
          <a:custGeom>
            <a:avLst/>
            <a:gdLst/>
            <a:ahLst/>
            <a:cxnLst/>
            <a:rect l="l" t="t" r="r" b="b"/>
            <a:pathLst>
              <a:path w="280035" h="320040">
                <a:moveTo>
                  <a:pt x="95013" y="15003"/>
                </a:moveTo>
                <a:cubicBezTo>
                  <a:pt x="95013" y="6689"/>
                  <a:pt x="88326" y="3"/>
                  <a:pt x="80012" y="3"/>
                </a:cubicBezTo>
                <a:cubicBezTo>
                  <a:pt x="71697" y="3"/>
                  <a:pt x="65010" y="6692"/>
                  <a:pt x="65010" y="15007"/>
                </a:cubicBezTo>
                <a:lnTo>
                  <a:pt x="65010" y="40011"/>
                </a:lnTo>
                <a:lnTo>
                  <a:pt x="40006" y="40011"/>
                </a:lnTo>
                <a:cubicBezTo>
                  <a:pt x="17942" y="40011"/>
                  <a:pt x="0" y="57950"/>
                  <a:pt x="0" y="80016"/>
                </a:cubicBezTo>
                <a:lnTo>
                  <a:pt x="0" y="90018"/>
                </a:lnTo>
                <a:lnTo>
                  <a:pt x="0" y="120021"/>
                </a:lnTo>
                <a:lnTo>
                  <a:pt x="0" y="280041"/>
                </a:lnTo>
                <a:cubicBezTo>
                  <a:pt x="0" y="302108"/>
                  <a:pt x="17939" y="320046"/>
                  <a:pt x="40006" y="320046"/>
                </a:cubicBezTo>
                <a:lnTo>
                  <a:pt x="240032" y="320046"/>
                </a:lnTo>
                <a:cubicBezTo>
                  <a:pt x="262096" y="320046"/>
                  <a:pt x="280038" y="302108"/>
                  <a:pt x="280038" y="280041"/>
                </a:cubicBezTo>
                <a:lnTo>
                  <a:pt x="280038" y="120021"/>
                </a:lnTo>
                <a:lnTo>
                  <a:pt x="280038" y="90018"/>
                </a:lnTo>
                <a:lnTo>
                  <a:pt x="280038" y="80016"/>
                </a:lnTo>
                <a:cubicBezTo>
                  <a:pt x="280038" y="57950"/>
                  <a:pt x="262099" y="40011"/>
                  <a:pt x="240032" y="40011"/>
                </a:cubicBezTo>
                <a:lnTo>
                  <a:pt x="215028" y="40011"/>
                </a:lnTo>
                <a:lnTo>
                  <a:pt x="215028" y="15010"/>
                </a:lnTo>
                <a:cubicBezTo>
                  <a:pt x="215028" y="6695"/>
                  <a:pt x="208340" y="10"/>
                  <a:pt x="200026" y="10"/>
                </a:cubicBezTo>
                <a:cubicBezTo>
                  <a:pt x="191712" y="10"/>
                  <a:pt x="185025" y="6699"/>
                  <a:pt x="185025" y="15013"/>
                </a:cubicBezTo>
                <a:lnTo>
                  <a:pt x="185025" y="40018"/>
                </a:lnTo>
                <a:lnTo>
                  <a:pt x="95013" y="40018"/>
                </a:lnTo>
                <a:lnTo>
                  <a:pt x="95013" y="15003"/>
                </a:lnTo>
                <a:moveTo>
                  <a:pt x="30003" y="120015"/>
                </a:moveTo>
                <a:lnTo>
                  <a:pt x="250029" y="120015"/>
                </a:lnTo>
                <a:lnTo>
                  <a:pt x="250029" y="280035"/>
                </a:lnTo>
                <a:cubicBezTo>
                  <a:pt x="250029" y="285536"/>
                  <a:pt x="245529" y="290036"/>
                  <a:pt x="240029" y="290036"/>
                </a:cubicBezTo>
                <a:lnTo>
                  <a:pt x="40003" y="290036"/>
                </a:lnTo>
                <a:cubicBezTo>
                  <a:pt x="34503" y="290036"/>
                  <a:pt x="30003" y="285536"/>
                  <a:pt x="30003" y="280035"/>
                </a:cubicBezTo>
                <a:lnTo>
                  <a:pt x="30003" y="120015"/>
                </a:lnTo>
              </a:path>
            </a:pathLst>
          </a:cu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296566" y="4222407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600" dirty="0">
                <a:solidFill>
                  <a:srgbClr val="FFFFFF"/>
                </a:solidFill>
                <a:latin typeface="Lexend Deca Bold" pitchFamily="34" charset="0"/>
                <a:ea typeface="Lexend Deca Bold" pitchFamily="34" charset="-122"/>
                <a:cs typeface="Lexend Deca Bold" pitchFamily="34" charset="-120"/>
              </a:rPr>
              <a:t>Result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96566" y="4593291"/>
            <a:ext cx="5303520" cy="640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650"/>
              </a:spcBef>
              <a:buNone/>
            </a:pPr>
            <a:r>
              <a:rPr lang="en-US" sz="910" dirty="0">
                <a:solidFill>
                  <a:srgbClr val="FFFFFF"/>
                </a:solidFill>
                <a:latin typeface="Lexend Regular" pitchFamily="34" charset="0"/>
                <a:ea typeface="Lexend Regular" pitchFamily="34" charset="-122"/>
              </a:rPr>
              <a:t>Achieving impressive performance with 98.73% accuracy on SAMM dataset</a:t>
            </a:r>
            <a:endParaRPr lang="en-US" sz="910" dirty="0"/>
          </a:p>
          <a:p>
            <a:pPr marL="0" indent="0" algn="l">
              <a:lnSpc>
                <a:spcPct val="90000"/>
              </a:lnSpc>
              <a:spcBef>
                <a:spcPts val="650"/>
              </a:spcBef>
              <a:buNone/>
            </a:pPr>
            <a:r>
              <a:rPr lang="en-US" sz="910" dirty="0">
                <a:solidFill>
                  <a:srgbClr val="FFFFFF"/>
                </a:solidFill>
                <a:latin typeface="Lexend Regular" pitchFamily="34" charset="0"/>
                <a:ea typeface="Lexend Regular" pitchFamily="34" charset="-122"/>
              </a:rPr>
              <a:t>97.95% on SMIC dataset</a:t>
            </a:r>
          </a:p>
          <a:p>
            <a:pPr marL="0" indent="0" algn="l">
              <a:lnSpc>
                <a:spcPct val="90000"/>
              </a:lnSpc>
              <a:spcBef>
                <a:spcPts val="650"/>
              </a:spcBef>
              <a:buNone/>
            </a:pPr>
            <a:r>
              <a:rPr lang="en-US" sz="910" dirty="0">
                <a:solidFill>
                  <a:srgbClr val="FFFFFF"/>
                </a:solidFill>
                <a:latin typeface="Lexend Regular" pitchFamily="34" charset="0"/>
                <a:ea typeface="Lexend Regular" pitchFamily="34" charset="-122"/>
              </a:rPr>
              <a:t>97.65% on CASME II</a:t>
            </a:r>
          </a:p>
          <a:p>
            <a:pPr marL="0" indent="0" algn="l">
              <a:lnSpc>
                <a:spcPct val="90000"/>
              </a:lnSpc>
              <a:spcBef>
                <a:spcPts val="650"/>
              </a:spcBef>
              <a:buNone/>
            </a:pPr>
            <a:endParaRPr lang="en-US" sz="910" dirty="0"/>
          </a:p>
        </p:txBody>
      </p:sp>
      <p:sp>
        <p:nvSpPr>
          <p:cNvPr id="20" name="Text 18"/>
          <p:cNvSpPr/>
          <p:nvPr/>
        </p:nvSpPr>
        <p:spPr>
          <a:xfrm>
            <a:off x="5510639" y="4382427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40" h="320040">
                <a:moveTo>
                  <a:pt x="280035" y="0"/>
                </a:moveTo>
                <a:cubicBezTo>
                  <a:pt x="302102" y="0"/>
                  <a:pt x="320040" y="17938"/>
                  <a:pt x="320040" y="40005"/>
                </a:cubicBezTo>
                <a:lnTo>
                  <a:pt x="320040" y="120015"/>
                </a:lnTo>
                <a:cubicBezTo>
                  <a:pt x="320040" y="125516"/>
                  <a:pt x="315540" y="130016"/>
                  <a:pt x="310039" y="130016"/>
                </a:cubicBezTo>
                <a:lnTo>
                  <a:pt x="277535" y="130016"/>
                </a:lnTo>
                <a:cubicBezTo>
                  <a:pt x="273410" y="130016"/>
                  <a:pt x="270034" y="133393"/>
                  <a:pt x="270034" y="137518"/>
                </a:cubicBezTo>
                <a:lnTo>
                  <a:pt x="270034" y="140018"/>
                </a:lnTo>
                <a:cubicBezTo>
                  <a:pt x="270034" y="151081"/>
                  <a:pt x="261095" y="160020"/>
                  <a:pt x="250031" y="160020"/>
                </a:cubicBezTo>
                <a:cubicBezTo>
                  <a:pt x="238967" y="160020"/>
                  <a:pt x="230029" y="151081"/>
                  <a:pt x="230029" y="140018"/>
                </a:cubicBezTo>
                <a:lnTo>
                  <a:pt x="230029" y="137518"/>
                </a:lnTo>
                <a:cubicBezTo>
                  <a:pt x="230029" y="133393"/>
                  <a:pt x="226652" y="130016"/>
                  <a:pt x="222527" y="130016"/>
                </a:cubicBezTo>
                <a:lnTo>
                  <a:pt x="200025" y="130016"/>
                </a:lnTo>
                <a:cubicBezTo>
                  <a:pt x="194524" y="130016"/>
                  <a:pt x="190024" y="125516"/>
                  <a:pt x="190024" y="120015"/>
                </a:cubicBezTo>
                <a:lnTo>
                  <a:pt x="190024" y="100013"/>
                </a:lnTo>
                <a:cubicBezTo>
                  <a:pt x="190024" y="94511"/>
                  <a:pt x="194524" y="90011"/>
                  <a:pt x="200025" y="90011"/>
                </a:cubicBezTo>
                <a:lnTo>
                  <a:pt x="210026" y="90011"/>
                </a:lnTo>
                <a:cubicBezTo>
                  <a:pt x="221090" y="90011"/>
                  <a:pt x="230029" y="81073"/>
                  <a:pt x="230029" y="70009"/>
                </a:cubicBezTo>
                <a:cubicBezTo>
                  <a:pt x="230029" y="58945"/>
                  <a:pt x="221090" y="50006"/>
                  <a:pt x="210026" y="50006"/>
                </a:cubicBezTo>
                <a:lnTo>
                  <a:pt x="200025" y="50006"/>
                </a:lnTo>
                <a:cubicBezTo>
                  <a:pt x="194524" y="50006"/>
                  <a:pt x="190024" y="45506"/>
                  <a:pt x="190024" y="40005"/>
                </a:cubicBezTo>
                <a:lnTo>
                  <a:pt x="190024" y="10001"/>
                </a:lnTo>
                <a:cubicBezTo>
                  <a:pt x="190024" y="4500"/>
                  <a:pt x="194524" y="0"/>
                  <a:pt x="200025" y="0"/>
                </a:cubicBezTo>
                <a:lnTo>
                  <a:pt x="280035" y="0"/>
                </a:lnTo>
              </a:path>
              <a:path w="320040" h="320040">
                <a:moveTo>
                  <a:pt x="0" y="150019"/>
                </a:moveTo>
                <a:lnTo>
                  <a:pt x="0" y="80010"/>
                </a:lnTo>
                <a:cubicBezTo>
                  <a:pt x="0" y="57943"/>
                  <a:pt x="17938" y="40005"/>
                  <a:pt x="40005" y="40005"/>
                </a:cubicBezTo>
                <a:lnTo>
                  <a:pt x="130016" y="40005"/>
                </a:lnTo>
                <a:cubicBezTo>
                  <a:pt x="135518" y="40005"/>
                  <a:pt x="140017" y="44505"/>
                  <a:pt x="140017" y="50006"/>
                </a:cubicBezTo>
                <a:lnTo>
                  <a:pt x="140017" y="82510"/>
                </a:lnTo>
                <a:cubicBezTo>
                  <a:pt x="140017" y="86635"/>
                  <a:pt x="143394" y="90011"/>
                  <a:pt x="147519" y="90011"/>
                </a:cubicBezTo>
                <a:lnTo>
                  <a:pt x="150019" y="90011"/>
                </a:lnTo>
                <a:cubicBezTo>
                  <a:pt x="161083" y="90011"/>
                  <a:pt x="170021" y="98950"/>
                  <a:pt x="170021" y="110014"/>
                </a:cubicBezTo>
                <a:cubicBezTo>
                  <a:pt x="170021" y="121078"/>
                  <a:pt x="161083" y="130016"/>
                  <a:pt x="150019" y="130016"/>
                </a:cubicBezTo>
                <a:lnTo>
                  <a:pt x="147519" y="130016"/>
                </a:lnTo>
                <a:cubicBezTo>
                  <a:pt x="143394" y="130016"/>
                  <a:pt x="140018" y="133393"/>
                  <a:pt x="140018" y="137518"/>
                </a:cubicBezTo>
                <a:lnTo>
                  <a:pt x="140018" y="170021"/>
                </a:lnTo>
                <a:cubicBezTo>
                  <a:pt x="140018" y="175523"/>
                  <a:pt x="135518" y="180023"/>
                  <a:pt x="130016" y="180023"/>
                </a:cubicBezTo>
                <a:lnTo>
                  <a:pt x="110014" y="180023"/>
                </a:lnTo>
                <a:cubicBezTo>
                  <a:pt x="104512" y="180023"/>
                  <a:pt x="100013" y="175523"/>
                  <a:pt x="100013" y="170021"/>
                </a:cubicBezTo>
                <a:lnTo>
                  <a:pt x="100013" y="160020"/>
                </a:lnTo>
                <a:cubicBezTo>
                  <a:pt x="100013" y="148956"/>
                  <a:pt x="91074" y="140018"/>
                  <a:pt x="80010" y="140018"/>
                </a:cubicBezTo>
                <a:cubicBezTo>
                  <a:pt x="68946" y="140018"/>
                  <a:pt x="60008" y="148956"/>
                  <a:pt x="60008" y="160020"/>
                </a:cubicBezTo>
                <a:lnTo>
                  <a:pt x="60008" y="170021"/>
                </a:lnTo>
                <a:cubicBezTo>
                  <a:pt x="60008" y="175523"/>
                  <a:pt x="55508" y="180023"/>
                  <a:pt x="50006" y="180023"/>
                </a:cubicBezTo>
                <a:lnTo>
                  <a:pt x="30004" y="180023"/>
                </a:lnTo>
                <a:lnTo>
                  <a:pt x="30004" y="275036"/>
                </a:lnTo>
                <a:cubicBezTo>
                  <a:pt x="30004" y="283351"/>
                  <a:pt x="36693" y="290039"/>
                  <a:pt x="45007" y="290039"/>
                </a:cubicBezTo>
                <a:lnTo>
                  <a:pt x="140021" y="290039"/>
                </a:lnTo>
                <a:lnTo>
                  <a:pt x="140021" y="267537"/>
                </a:lnTo>
                <a:cubicBezTo>
                  <a:pt x="140021" y="263412"/>
                  <a:pt x="136644" y="260036"/>
                  <a:pt x="132519" y="260036"/>
                </a:cubicBezTo>
                <a:lnTo>
                  <a:pt x="130019" y="260036"/>
                </a:lnTo>
                <a:cubicBezTo>
                  <a:pt x="118956" y="260036"/>
                  <a:pt x="110017" y="251097"/>
                  <a:pt x="110017" y="240033"/>
                </a:cubicBezTo>
                <a:cubicBezTo>
                  <a:pt x="110017" y="228969"/>
                  <a:pt x="118956" y="220031"/>
                  <a:pt x="130019" y="220031"/>
                </a:cubicBezTo>
                <a:lnTo>
                  <a:pt x="132519" y="220031"/>
                </a:lnTo>
                <a:cubicBezTo>
                  <a:pt x="136644" y="220031"/>
                  <a:pt x="140021" y="216654"/>
                  <a:pt x="140021" y="212529"/>
                </a:cubicBezTo>
                <a:lnTo>
                  <a:pt x="140021" y="190027"/>
                </a:lnTo>
                <a:cubicBezTo>
                  <a:pt x="140021" y="184526"/>
                  <a:pt x="144521" y="180026"/>
                  <a:pt x="150022" y="180026"/>
                </a:cubicBezTo>
                <a:lnTo>
                  <a:pt x="180026" y="180026"/>
                </a:lnTo>
                <a:cubicBezTo>
                  <a:pt x="185527" y="180026"/>
                  <a:pt x="190027" y="184526"/>
                  <a:pt x="190027" y="190027"/>
                </a:cubicBezTo>
                <a:lnTo>
                  <a:pt x="190027" y="200028"/>
                </a:lnTo>
                <a:cubicBezTo>
                  <a:pt x="190027" y="211092"/>
                  <a:pt x="198966" y="220031"/>
                  <a:pt x="210029" y="220031"/>
                </a:cubicBezTo>
                <a:cubicBezTo>
                  <a:pt x="221093" y="220031"/>
                  <a:pt x="230032" y="211092"/>
                  <a:pt x="230032" y="200028"/>
                </a:cubicBezTo>
                <a:lnTo>
                  <a:pt x="230032" y="190027"/>
                </a:lnTo>
                <a:cubicBezTo>
                  <a:pt x="230032" y="184526"/>
                  <a:pt x="234532" y="180026"/>
                  <a:pt x="240033" y="180026"/>
                </a:cubicBezTo>
                <a:lnTo>
                  <a:pt x="270037" y="180026"/>
                </a:lnTo>
                <a:cubicBezTo>
                  <a:pt x="275538" y="180026"/>
                  <a:pt x="280038" y="184526"/>
                  <a:pt x="280038" y="190027"/>
                </a:cubicBezTo>
                <a:lnTo>
                  <a:pt x="280038" y="280038"/>
                </a:lnTo>
                <a:cubicBezTo>
                  <a:pt x="280038" y="302105"/>
                  <a:pt x="262100" y="320043"/>
                  <a:pt x="240033" y="320043"/>
                </a:cubicBezTo>
                <a:lnTo>
                  <a:pt x="160023" y="320043"/>
                </a:lnTo>
                <a:lnTo>
                  <a:pt x="150022" y="320043"/>
                </a:lnTo>
                <a:lnTo>
                  <a:pt x="45010" y="320043"/>
                </a:lnTo>
                <a:cubicBezTo>
                  <a:pt x="20134" y="320043"/>
                  <a:pt x="6" y="299916"/>
                  <a:pt x="6" y="275039"/>
                </a:cubicBezTo>
                <a:lnTo>
                  <a:pt x="6" y="170028"/>
                </a:lnTo>
                <a:lnTo>
                  <a:pt x="0" y="150019"/>
                </a:lnTo>
              </a:path>
            </a:pathLst>
          </a:cu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296566" y="305109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600" dirty="0">
                <a:solidFill>
                  <a:srgbClr val="FFFFFF"/>
                </a:solidFill>
                <a:latin typeface="Lexend Deca Bold" pitchFamily="34" charset="0"/>
                <a:ea typeface="Lexend Deca Bold" pitchFamily="34" charset="-122"/>
                <a:cs typeface="Lexend Deca Bold" pitchFamily="34" charset="-120"/>
              </a:rPr>
              <a:t>Dataset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296566" y="3421979"/>
            <a:ext cx="5303520" cy="750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650"/>
              </a:spcBef>
              <a:buNone/>
            </a:pPr>
            <a:r>
              <a:rPr lang="en-US" sz="910" dirty="0">
                <a:solidFill>
                  <a:srgbClr val="FFFFFF"/>
                </a:solidFill>
                <a:latin typeface="Lexend Regular" pitchFamily="34" charset="0"/>
                <a:ea typeface="Lexend Regular" pitchFamily="34" charset="-122"/>
              </a:rPr>
              <a:t>SAMM, CASME II, SMIC</a:t>
            </a:r>
            <a:endParaRPr lang="en-US" sz="910" dirty="0"/>
          </a:p>
        </p:txBody>
      </p:sp>
      <p:sp>
        <p:nvSpPr>
          <p:cNvPr id="23" name="Text 21"/>
          <p:cNvSpPr/>
          <p:nvPr/>
        </p:nvSpPr>
        <p:spPr>
          <a:xfrm>
            <a:off x="5510639" y="3264454"/>
            <a:ext cx="320040" cy="213360"/>
          </a:xfrm>
          <a:custGeom>
            <a:avLst/>
            <a:gdLst/>
            <a:ahLst/>
            <a:cxnLst/>
            <a:rect l="l" t="t" r="r" b="b"/>
            <a:pathLst>
              <a:path w="320040" h="213360">
                <a:moveTo>
                  <a:pt x="35560" y="26670"/>
                </a:moveTo>
                <a:cubicBezTo>
                  <a:pt x="30669" y="26670"/>
                  <a:pt x="26669" y="30670"/>
                  <a:pt x="26669" y="35561"/>
                </a:cubicBezTo>
                <a:lnTo>
                  <a:pt x="26669" y="177801"/>
                </a:lnTo>
                <a:cubicBezTo>
                  <a:pt x="26669" y="182692"/>
                  <a:pt x="30669" y="186692"/>
                  <a:pt x="35560" y="186692"/>
                </a:cubicBezTo>
                <a:lnTo>
                  <a:pt x="177798" y="186692"/>
                </a:lnTo>
                <a:cubicBezTo>
                  <a:pt x="182688" y="186692"/>
                  <a:pt x="186689" y="182692"/>
                  <a:pt x="186689" y="177801"/>
                </a:cubicBezTo>
                <a:lnTo>
                  <a:pt x="186689" y="35561"/>
                </a:lnTo>
                <a:cubicBezTo>
                  <a:pt x="186689" y="30671"/>
                  <a:pt x="182688" y="26670"/>
                  <a:pt x="177798" y="26670"/>
                </a:cubicBezTo>
                <a:lnTo>
                  <a:pt x="35560" y="26670"/>
                </a:lnTo>
                <a:moveTo>
                  <a:pt x="0" y="35561"/>
                </a:moveTo>
                <a:cubicBezTo>
                  <a:pt x="0" y="15947"/>
                  <a:pt x="15948" y="0"/>
                  <a:pt x="35560" y="0"/>
                </a:cubicBezTo>
                <a:lnTo>
                  <a:pt x="177798" y="0"/>
                </a:lnTo>
                <a:cubicBezTo>
                  <a:pt x="197410" y="0"/>
                  <a:pt x="213358" y="15947"/>
                  <a:pt x="213358" y="35561"/>
                </a:cubicBezTo>
                <a:lnTo>
                  <a:pt x="213358" y="53897"/>
                </a:lnTo>
                <a:lnTo>
                  <a:pt x="213358" y="159465"/>
                </a:lnTo>
                <a:lnTo>
                  <a:pt x="213358" y="177802"/>
                </a:lnTo>
                <a:cubicBezTo>
                  <a:pt x="213358" y="197416"/>
                  <a:pt x="197410" y="213362"/>
                  <a:pt x="177798" y="213362"/>
                </a:cubicBezTo>
                <a:lnTo>
                  <a:pt x="35560" y="213362"/>
                </a:lnTo>
                <a:cubicBezTo>
                  <a:pt x="15948" y="213362"/>
                  <a:pt x="0" y="197416"/>
                  <a:pt x="0" y="177802"/>
                </a:cubicBezTo>
                <a:lnTo>
                  <a:pt x="0" y="35561"/>
                </a:lnTo>
                <a:moveTo>
                  <a:pt x="293371" y="166355"/>
                </a:moveTo>
                <a:lnTo>
                  <a:pt x="293371" y="47063"/>
                </a:lnTo>
                <a:lnTo>
                  <a:pt x="231143" y="75011"/>
                </a:lnTo>
                <a:lnTo>
                  <a:pt x="231143" y="45785"/>
                </a:lnTo>
                <a:lnTo>
                  <a:pt x="289095" y="19725"/>
                </a:lnTo>
                <a:cubicBezTo>
                  <a:pt x="291928" y="18447"/>
                  <a:pt x="294984" y="17782"/>
                  <a:pt x="298098" y="17782"/>
                </a:cubicBezTo>
                <a:cubicBezTo>
                  <a:pt x="310212" y="17782"/>
                  <a:pt x="320046" y="27615"/>
                  <a:pt x="320046" y="39728"/>
                </a:cubicBezTo>
                <a:lnTo>
                  <a:pt x="320046" y="173632"/>
                </a:lnTo>
                <a:cubicBezTo>
                  <a:pt x="320046" y="185745"/>
                  <a:pt x="310212" y="195579"/>
                  <a:pt x="298098" y="195579"/>
                </a:cubicBezTo>
                <a:cubicBezTo>
                  <a:pt x="294987" y="195579"/>
                  <a:pt x="291931" y="194913"/>
                  <a:pt x="289095" y="193635"/>
                </a:cubicBezTo>
                <a:lnTo>
                  <a:pt x="231143" y="167575"/>
                </a:lnTo>
                <a:lnTo>
                  <a:pt x="231143" y="138349"/>
                </a:lnTo>
                <a:lnTo>
                  <a:pt x="293371" y="166355"/>
                </a:lnTo>
              </a:path>
            </a:pathLst>
          </a:cu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296566" y="1941153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600" dirty="0">
                <a:solidFill>
                  <a:srgbClr val="FFFFFF"/>
                </a:solidFill>
                <a:latin typeface="Lexend Deca Bold" pitchFamily="34" charset="0"/>
                <a:ea typeface="Lexend Deca Bold" pitchFamily="34" charset="-122"/>
                <a:cs typeface="Lexend Deca Bold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296566" y="2312038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650"/>
              </a:spcBef>
              <a:buNone/>
            </a:pPr>
            <a:r>
              <a:rPr lang="en-US" sz="910" dirty="0" err="1">
                <a:solidFill>
                  <a:srgbClr val="FFFFFF"/>
                </a:solidFill>
                <a:latin typeface="Lexend Regular" pitchFamily="34" charset="0"/>
                <a:ea typeface="Lexend Regular" pitchFamily="34" charset="-122"/>
              </a:rPr>
              <a:t>ConVAT</a:t>
            </a:r>
            <a:endParaRPr lang="en-US" sz="910" dirty="0"/>
          </a:p>
          <a:p>
            <a:pPr marL="0" indent="0" algn="l">
              <a:lnSpc>
                <a:spcPct val="90000"/>
              </a:lnSpc>
              <a:spcBef>
                <a:spcPts val="650"/>
              </a:spcBef>
              <a:buNone/>
            </a:pPr>
            <a:r>
              <a:rPr lang="en-US" sz="910" dirty="0">
                <a:solidFill>
                  <a:srgbClr val="FFFFFF"/>
                </a:solidFill>
                <a:latin typeface="Lexend Regular" pitchFamily="34" charset="0"/>
                <a:ea typeface="Lexend Regular" pitchFamily="34" charset="-122"/>
              </a:rPr>
              <a:t>LOSO</a:t>
            </a:r>
            <a:endParaRPr lang="en-US" sz="910" dirty="0"/>
          </a:p>
        </p:txBody>
      </p:sp>
      <p:sp>
        <p:nvSpPr>
          <p:cNvPr id="26" name="Text 24"/>
          <p:cNvSpPr/>
          <p:nvPr/>
        </p:nvSpPr>
        <p:spPr>
          <a:xfrm>
            <a:off x="5510639" y="2101173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40" h="320040">
                <a:moveTo>
                  <a:pt x="95948" y="48070"/>
                </a:moveTo>
                <a:cubicBezTo>
                  <a:pt x="94761" y="52320"/>
                  <a:pt x="91698" y="55821"/>
                  <a:pt x="87697" y="57633"/>
                </a:cubicBezTo>
                <a:cubicBezTo>
                  <a:pt x="77322" y="62321"/>
                  <a:pt x="70070" y="72697"/>
                  <a:pt x="70009" y="84823"/>
                </a:cubicBezTo>
                <a:cubicBezTo>
                  <a:pt x="69945" y="90511"/>
                  <a:pt x="66757" y="95638"/>
                  <a:pt x="61694" y="98137"/>
                </a:cubicBezTo>
                <a:cubicBezTo>
                  <a:pt x="51757" y="103075"/>
                  <a:pt x="45004" y="113265"/>
                  <a:pt x="45004" y="125014"/>
                </a:cubicBezTo>
                <a:cubicBezTo>
                  <a:pt x="45004" y="129453"/>
                  <a:pt x="45942" y="133578"/>
                  <a:pt x="47628" y="137329"/>
                </a:cubicBezTo>
                <a:cubicBezTo>
                  <a:pt x="50377" y="143394"/>
                  <a:pt x="48816" y="150457"/>
                  <a:pt x="43817" y="154832"/>
                </a:cubicBezTo>
                <a:cubicBezTo>
                  <a:pt x="35316" y="162145"/>
                  <a:pt x="30004" y="172959"/>
                  <a:pt x="30004" y="185025"/>
                </a:cubicBezTo>
                <a:cubicBezTo>
                  <a:pt x="30004" y="197650"/>
                  <a:pt x="35816" y="208839"/>
                  <a:pt x="44943" y="216216"/>
                </a:cubicBezTo>
                <a:cubicBezTo>
                  <a:pt x="49132" y="219592"/>
                  <a:pt x="51194" y="224966"/>
                  <a:pt x="50381" y="230282"/>
                </a:cubicBezTo>
                <a:cubicBezTo>
                  <a:pt x="50131" y="231843"/>
                  <a:pt x="50006" y="233408"/>
                  <a:pt x="50006" y="235031"/>
                </a:cubicBezTo>
                <a:cubicBezTo>
                  <a:pt x="50006" y="251347"/>
                  <a:pt x="63006" y="264596"/>
                  <a:pt x="79197" y="265035"/>
                </a:cubicBezTo>
                <a:cubicBezTo>
                  <a:pt x="84948" y="265224"/>
                  <a:pt x="90072" y="268597"/>
                  <a:pt x="92450" y="273849"/>
                </a:cubicBezTo>
                <a:cubicBezTo>
                  <a:pt x="96764" y="283411"/>
                  <a:pt x="106388" y="290039"/>
                  <a:pt x="117515" y="290039"/>
                </a:cubicBezTo>
                <a:cubicBezTo>
                  <a:pt x="132705" y="290039"/>
                  <a:pt x="145020" y="277724"/>
                  <a:pt x="145020" y="262535"/>
                </a:cubicBezTo>
                <a:lnTo>
                  <a:pt x="145020" y="55008"/>
                </a:lnTo>
                <a:cubicBezTo>
                  <a:pt x="145020" y="41196"/>
                  <a:pt x="133831" y="30007"/>
                  <a:pt x="120018" y="30007"/>
                </a:cubicBezTo>
                <a:cubicBezTo>
                  <a:pt x="108641" y="30007"/>
                  <a:pt x="98953" y="37634"/>
                  <a:pt x="95951" y="48073"/>
                </a:cubicBezTo>
                <a:lnTo>
                  <a:pt x="95948" y="48070"/>
                </a:lnTo>
                <a:moveTo>
                  <a:pt x="160020" y="301289"/>
                </a:moveTo>
                <a:cubicBezTo>
                  <a:pt x="149519" y="312852"/>
                  <a:pt x="134330" y="320040"/>
                  <a:pt x="117515" y="320040"/>
                </a:cubicBezTo>
                <a:cubicBezTo>
                  <a:pt x="97388" y="320040"/>
                  <a:pt x="79699" y="309725"/>
                  <a:pt x="69445" y="294101"/>
                </a:cubicBezTo>
                <a:cubicBezTo>
                  <a:pt x="41317" y="289102"/>
                  <a:pt x="20003" y="264535"/>
                  <a:pt x="20003" y="235031"/>
                </a:cubicBezTo>
                <a:cubicBezTo>
                  <a:pt x="20003" y="234717"/>
                  <a:pt x="20003" y="234343"/>
                  <a:pt x="20003" y="234029"/>
                </a:cubicBezTo>
                <a:cubicBezTo>
                  <a:pt x="7627" y="221404"/>
                  <a:pt x="0" y="204090"/>
                  <a:pt x="0" y="185025"/>
                </a:cubicBezTo>
                <a:cubicBezTo>
                  <a:pt x="0" y="167647"/>
                  <a:pt x="6314" y="151769"/>
                  <a:pt x="16751" y="139582"/>
                </a:cubicBezTo>
                <a:cubicBezTo>
                  <a:pt x="15624" y="134894"/>
                  <a:pt x="15000" y="130019"/>
                  <a:pt x="15000" y="125017"/>
                </a:cubicBezTo>
                <a:cubicBezTo>
                  <a:pt x="15000" y="104640"/>
                  <a:pt x="25190" y="86574"/>
                  <a:pt x="40690" y="75760"/>
                </a:cubicBezTo>
                <a:cubicBezTo>
                  <a:pt x="43503" y="57694"/>
                  <a:pt x="54317" y="42319"/>
                  <a:pt x="69381" y="33380"/>
                </a:cubicBezTo>
                <a:cubicBezTo>
                  <a:pt x="77821" y="13752"/>
                  <a:pt x="97321" y="0"/>
                  <a:pt x="120012" y="0"/>
                </a:cubicBezTo>
                <a:cubicBezTo>
                  <a:pt x="135764" y="0"/>
                  <a:pt x="150016" y="6625"/>
                  <a:pt x="160017" y="17253"/>
                </a:cubicBezTo>
                <a:cubicBezTo>
                  <a:pt x="170018" y="6628"/>
                  <a:pt x="184269" y="0"/>
                  <a:pt x="200022" y="0"/>
                </a:cubicBezTo>
                <a:cubicBezTo>
                  <a:pt x="222713" y="0"/>
                  <a:pt x="242216" y="13752"/>
                  <a:pt x="250591" y="33380"/>
                </a:cubicBezTo>
                <a:cubicBezTo>
                  <a:pt x="265656" y="42319"/>
                  <a:pt x="276531" y="57697"/>
                  <a:pt x="279283" y="75760"/>
                </a:cubicBezTo>
                <a:cubicBezTo>
                  <a:pt x="294846" y="86574"/>
                  <a:pt x="305037" y="104637"/>
                  <a:pt x="305037" y="125017"/>
                </a:cubicBezTo>
                <a:cubicBezTo>
                  <a:pt x="305037" y="130019"/>
                  <a:pt x="304412" y="134894"/>
                  <a:pt x="303286" y="139582"/>
                </a:cubicBezTo>
                <a:cubicBezTo>
                  <a:pt x="313726" y="151833"/>
                  <a:pt x="320037" y="167711"/>
                  <a:pt x="320037" y="185025"/>
                </a:cubicBezTo>
                <a:cubicBezTo>
                  <a:pt x="320037" y="204090"/>
                  <a:pt x="312410" y="221404"/>
                  <a:pt x="300034" y="234029"/>
                </a:cubicBezTo>
                <a:cubicBezTo>
                  <a:pt x="300034" y="234343"/>
                  <a:pt x="300034" y="234717"/>
                  <a:pt x="300034" y="235031"/>
                </a:cubicBezTo>
                <a:cubicBezTo>
                  <a:pt x="300034" y="264596"/>
                  <a:pt x="278720" y="289102"/>
                  <a:pt x="250591" y="294101"/>
                </a:cubicBezTo>
                <a:cubicBezTo>
                  <a:pt x="240340" y="309728"/>
                  <a:pt x="222652" y="320040"/>
                  <a:pt x="202521" y="320040"/>
                </a:cubicBezTo>
                <a:cubicBezTo>
                  <a:pt x="185706" y="320040"/>
                  <a:pt x="170517" y="312788"/>
                  <a:pt x="160017" y="301289"/>
                </a:cubicBezTo>
                <a:lnTo>
                  <a:pt x="160020" y="301289"/>
                </a:lnTo>
                <a:moveTo>
                  <a:pt x="175023" y="262532"/>
                </a:moveTo>
                <a:cubicBezTo>
                  <a:pt x="175023" y="277721"/>
                  <a:pt x="187339" y="290036"/>
                  <a:pt x="202528" y="290036"/>
                </a:cubicBezTo>
                <a:cubicBezTo>
                  <a:pt x="213655" y="290036"/>
                  <a:pt x="223279" y="283411"/>
                  <a:pt x="227593" y="273845"/>
                </a:cubicBezTo>
                <a:cubicBezTo>
                  <a:pt x="229968" y="268594"/>
                  <a:pt x="235095" y="265156"/>
                  <a:pt x="240846" y="265032"/>
                </a:cubicBezTo>
                <a:cubicBezTo>
                  <a:pt x="257037" y="264593"/>
                  <a:pt x="270037" y="251344"/>
                  <a:pt x="270037" y="235028"/>
                </a:cubicBezTo>
                <a:cubicBezTo>
                  <a:pt x="270037" y="233402"/>
                  <a:pt x="269912" y="231776"/>
                  <a:pt x="269663" y="230278"/>
                </a:cubicBezTo>
                <a:cubicBezTo>
                  <a:pt x="268789" y="224966"/>
                  <a:pt x="270914" y="219589"/>
                  <a:pt x="275100" y="216213"/>
                </a:cubicBezTo>
                <a:cubicBezTo>
                  <a:pt x="284228" y="208836"/>
                  <a:pt x="290039" y="197647"/>
                  <a:pt x="290039" y="185022"/>
                </a:cubicBezTo>
                <a:cubicBezTo>
                  <a:pt x="290039" y="172956"/>
                  <a:pt x="284727" y="162145"/>
                  <a:pt x="276227" y="154829"/>
                </a:cubicBezTo>
                <a:cubicBezTo>
                  <a:pt x="271228" y="150515"/>
                  <a:pt x="269662" y="143391"/>
                  <a:pt x="272415" y="137326"/>
                </a:cubicBezTo>
                <a:cubicBezTo>
                  <a:pt x="274101" y="133575"/>
                  <a:pt x="275039" y="129450"/>
                  <a:pt x="275039" y="125011"/>
                </a:cubicBezTo>
                <a:cubicBezTo>
                  <a:pt x="275039" y="113259"/>
                  <a:pt x="268290" y="103072"/>
                  <a:pt x="258349" y="98134"/>
                </a:cubicBezTo>
                <a:cubicBezTo>
                  <a:pt x="253286" y="95634"/>
                  <a:pt x="250034" y="90447"/>
                  <a:pt x="250034" y="84820"/>
                </a:cubicBezTo>
                <a:cubicBezTo>
                  <a:pt x="249970" y="72755"/>
                  <a:pt x="242721" y="62318"/>
                  <a:pt x="232346" y="57630"/>
                </a:cubicBezTo>
                <a:cubicBezTo>
                  <a:pt x="228345" y="55818"/>
                  <a:pt x="225283" y="52317"/>
                  <a:pt x="224095" y="48067"/>
                </a:cubicBezTo>
                <a:cubicBezTo>
                  <a:pt x="221096" y="37627"/>
                  <a:pt x="211406" y="30001"/>
                  <a:pt x="200028" y="30001"/>
                </a:cubicBezTo>
                <a:cubicBezTo>
                  <a:pt x="186215" y="30001"/>
                  <a:pt x="175027" y="41189"/>
                  <a:pt x="175027" y="55005"/>
                </a:cubicBezTo>
                <a:lnTo>
                  <a:pt x="175023" y="262532"/>
                </a:lnTo>
              </a:path>
            </a:pathLst>
          </a:cu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296566" y="83636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600" dirty="0">
                <a:solidFill>
                  <a:srgbClr val="FFFFFF"/>
                </a:solidFill>
                <a:latin typeface="Lexend Deca Bold" pitchFamily="34" charset="0"/>
                <a:ea typeface="Lexend Deca Bold" pitchFamily="34" charset="-122"/>
                <a:cs typeface="Lexend Deca Bold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296566" y="1207247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650"/>
              </a:spcBef>
              <a:buNone/>
            </a:pPr>
            <a:r>
              <a:rPr lang="en-US" sz="910" dirty="0">
                <a:solidFill>
                  <a:srgbClr val="FFFFFF"/>
                </a:solidFill>
                <a:latin typeface="Lexend Regular" pitchFamily="34" charset="0"/>
                <a:ea typeface="Lexend Regular" pitchFamily="34" charset="-122"/>
              </a:rPr>
              <a:t>How can we design a model that effectively captures the short- lived temporal dynamics of micro-expressions while also generalizing well across different subjects and datasets, despite the scarcity and imbalance of training data?</a:t>
            </a:r>
            <a:endParaRPr lang="en-US" sz="910" dirty="0"/>
          </a:p>
        </p:txBody>
      </p:sp>
      <p:sp>
        <p:nvSpPr>
          <p:cNvPr id="29" name="Text 27"/>
          <p:cNvSpPr/>
          <p:nvPr/>
        </p:nvSpPr>
        <p:spPr>
          <a:xfrm>
            <a:off x="5510639" y="991275"/>
            <a:ext cx="320040" cy="319954"/>
          </a:xfrm>
          <a:custGeom>
            <a:avLst/>
            <a:gdLst/>
            <a:ahLst/>
            <a:cxnLst/>
            <a:rect l="l" t="t" r="r" b="b"/>
            <a:pathLst>
              <a:path w="320040" h="319954">
                <a:moveTo>
                  <a:pt x="230006" y="130004"/>
                </a:moveTo>
                <a:cubicBezTo>
                  <a:pt x="230006" y="74773"/>
                  <a:pt x="185233" y="30002"/>
                  <a:pt x="130003" y="30002"/>
                </a:cubicBezTo>
                <a:cubicBezTo>
                  <a:pt x="74774" y="30002"/>
                  <a:pt x="30001" y="74773"/>
                  <a:pt x="30001" y="130004"/>
                </a:cubicBezTo>
                <a:cubicBezTo>
                  <a:pt x="30001" y="185234"/>
                  <a:pt x="74774" y="230005"/>
                  <a:pt x="130003" y="230005"/>
                </a:cubicBezTo>
                <a:cubicBezTo>
                  <a:pt x="185233" y="230005"/>
                  <a:pt x="230006" y="185234"/>
                  <a:pt x="230006" y="130004"/>
                </a:cubicBezTo>
                <a:lnTo>
                  <a:pt x="230006" y="130004"/>
                </a:lnTo>
                <a:moveTo>
                  <a:pt x="210692" y="231944"/>
                </a:moveTo>
                <a:cubicBezTo>
                  <a:pt x="188568" y="249507"/>
                  <a:pt x="160503" y="260007"/>
                  <a:pt x="130003" y="260007"/>
                </a:cubicBezTo>
                <a:cubicBezTo>
                  <a:pt x="58190" y="260007"/>
                  <a:pt x="0" y="201817"/>
                  <a:pt x="0" y="130004"/>
                </a:cubicBezTo>
                <a:cubicBezTo>
                  <a:pt x="0" y="58190"/>
                  <a:pt x="58190" y="0"/>
                  <a:pt x="130003" y="0"/>
                </a:cubicBezTo>
                <a:cubicBezTo>
                  <a:pt x="201817" y="0"/>
                  <a:pt x="260007" y="58190"/>
                  <a:pt x="260007" y="130004"/>
                </a:cubicBezTo>
                <a:cubicBezTo>
                  <a:pt x="260007" y="160505"/>
                  <a:pt x="249506" y="188568"/>
                  <a:pt x="231943" y="210693"/>
                </a:cubicBezTo>
                <a:lnTo>
                  <a:pt x="315633" y="294383"/>
                </a:lnTo>
                <a:cubicBezTo>
                  <a:pt x="321509" y="300258"/>
                  <a:pt x="321509" y="309760"/>
                  <a:pt x="315633" y="315571"/>
                </a:cubicBezTo>
                <a:cubicBezTo>
                  <a:pt x="309757" y="321384"/>
                  <a:pt x="300258" y="321445"/>
                  <a:pt x="294447" y="315571"/>
                </a:cubicBezTo>
                <a:lnTo>
                  <a:pt x="210692" y="231944"/>
                </a:lnTo>
              </a:path>
            </a:pathLst>
          </a:cu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-740928" y="-1531565"/>
            <a:ext cx="2743200" cy="2743200"/>
          </a:xfrm>
          <a:custGeom>
            <a:avLst/>
            <a:gdLst/>
            <a:ahLst/>
            <a:cxnLst/>
            <a:rect l="l" t="t" r="r" b="b"/>
            <a:pathLst>
              <a:path w="2743200" h="2743200">
                <a:moveTo>
                  <a:pt x="0" y="1371600"/>
                </a:moveTo>
                <a:cubicBezTo>
                  <a:pt x="0" y="614093"/>
                  <a:pt x="614093" y="0"/>
                  <a:pt x="1371600" y="0"/>
                </a:cubicBezTo>
                <a:cubicBezTo>
                  <a:pt x="2129107" y="0"/>
                  <a:pt x="2743200" y="614093"/>
                  <a:pt x="2743200" y="1371600"/>
                </a:cubicBezTo>
                <a:cubicBezTo>
                  <a:pt x="2743200" y="2129107"/>
                  <a:pt x="2129107" y="2743200"/>
                  <a:pt x="1371600" y="2743200"/>
                </a:cubicBezTo>
                <a:cubicBezTo>
                  <a:pt x="614093" y="2743200"/>
                  <a:pt x="0" y="2129107"/>
                  <a:pt x="0" y="1371600"/>
                </a:cubicBezTo>
              </a:path>
            </a:pathLst>
          </a:custGeom>
          <a:gradFill>
            <a:gsLst>
              <a:gs pos="0">
                <a:srgbClr val="FFFFFF">
                  <a:alpha val="100000"/>
                </a:srgbClr>
              </a:gs>
              <a:gs pos="100000">
                <a:srgbClr val="BFE5FF">
                  <a:alpha val="100000"/>
                </a:srgbClr>
              </a:gs>
            </a:gsLst>
            <a:lin ang="5400000"/>
          </a:gra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02919" y="17233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83604" y="6508085"/>
            <a:ext cx="5760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508085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88888"/>
                </a:solidFill>
                <a:latin typeface="Lexend Regular" pitchFamily="34" charset="0"/>
                <a:ea typeface="Lexend Regular" pitchFamily="34" charset="-122"/>
                <a:cs typeface="Lexend Regular" pitchFamily="34" charset="-120"/>
              </a:rPr>
              <a:t>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882168" y="1153618"/>
            <a:ext cx="341222" cy="341222"/>
          </a:xfrm>
          <a:custGeom>
            <a:avLst/>
            <a:gdLst/>
            <a:ahLst/>
            <a:cxnLst/>
            <a:rect l="l" t="t" r="r" b="b"/>
            <a:pathLst>
              <a:path w="341222" h="341222">
                <a:moveTo>
                  <a:pt x="235102" y="18631"/>
                </a:moveTo>
                <a:lnTo>
                  <a:pt x="244622" y="78822"/>
                </a:lnTo>
                <a:cubicBezTo>
                  <a:pt x="249396" y="109010"/>
                  <a:pt x="264642" y="136547"/>
                  <a:pt x="287688" y="156621"/>
                </a:cubicBezTo>
                <a:lnTo>
                  <a:pt x="333644" y="196643"/>
                </a:lnTo>
                <a:cubicBezTo>
                  <a:pt x="340110" y="202277"/>
                  <a:pt x="342734" y="211148"/>
                  <a:pt x="340362" y="219392"/>
                </a:cubicBezTo>
                <a:cubicBezTo>
                  <a:pt x="337994" y="227636"/>
                  <a:pt x="331064" y="233765"/>
                  <a:pt x="322591" y="235102"/>
                </a:cubicBezTo>
                <a:lnTo>
                  <a:pt x="262400" y="244622"/>
                </a:lnTo>
                <a:cubicBezTo>
                  <a:pt x="232212" y="249396"/>
                  <a:pt x="204675" y="264642"/>
                  <a:pt x="184601" y="287688"/>
                </a:cubicBezTo>
                <a:lnTo>
                  <a:pt x="144579" y="333644"/>
                </a:lnTo>
                <a:cubicBezTo>
                  <a:pt x="138946" y="340110"/>
                  <a:pt x="130074" y="342734"/>
                  <a:pt x="121830" y="340362"/>
                </a:cubicBezTo>
                <a:cubicBezTo>
                  <a:pt x="113586" y="337994"/>
                  <a:pt x="107458" y="331064"/>
                  <a:pt x="106120" y="322592"/>
                </a:cubicBezTo>
                <a:lnTo>
                  <a:pt x="96600" y="262400"/>
                </a:lnTo>
                <a:cubicBezTo>
                  <a:pt x="91826" y="232212"/>
                  <a:pt x="76580" y="204675"/>
                  <a:pt x="53534" y="184601"/>
                </a:cubicBezTo>
                <a:lnTo>
                  <a:pt x="7578" y="144579"/>
                </a:lnTo>
                <a:cubicBezTo>
                  <a:pt x="1112" y="138946"/>
                  <a:pt x="-1512" y="130074"/>
                  <a:pt x="860" y="121830"/>
                </a:cubicBezTo>
                <a:cubicBezTo>
                  <a:pt x="3228" y="113586"/>
                  <a:pt x="10158" y="107458"/>
                  <a:pt x="18631" y="106120"/>
                </a:cubicBezTo>
                <a:lnTo>
                  <a:pt x="78822" y="96600"/>
                </a:lnTo>
                <a:cubicBezTo>
                  <a:pt x="109010" y="91826"/>
                  <a:pt x="136547" y="76580"/>
                  <a:pt x="156621" y="53534"/>
                </a:cubicBezTo>
                <a:lnTo>
                  <a:pt x="196643" y="7578"/>
                </a:lnTo>
                <a:cubicBezTo>
                  <a:pt x="202276" y="1112"/>
                  <a:pt x="211148" y="-1512"/>
                  <a:pt x="219392" y="860"/>
                </a:cubicBezTo>
                <a:cubicBezTo>
                  <a:pt x="227636" y="3228"/>
                  <a:pt x="233764" y="10158"/>
                  <a:pt x="235102" y="18631"/>
                </a:cubicBezTo>
                <a:lnTo>
                  <a:pt x="235102" y="18631"/>
                </a:lnTo>
              </a:path>
            </a:pathLst>
          </a:custGeom>
          <a:solidFill>
            <a:srgbClr val="005490">
              <a:alpha val="39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338299" y="660598"/>
            <a:ext cx="365158" cy="191854"/>
          </a:xfrm>
          <a:custGeom>
            <a:avLst/>
            <a:gdLst/>
            <a:ahLst/>
            <a:cxnLst/>
            <a:rect l="l" t="t" r="r" b="b"/>
            <a:pathLst>
              <a:path w="365158" h="191854">
                <a:moveTo>
                  <a:pt x="58137" y="184932"/>
                </a:moveTo>
                <a:cubicBezTo>
                  <a:pt x="51491" y="184932"/>
                  <a:pt x="44849" y="183547"/>
                  <a:pt x="38203" y="180778"/>
                </a:cubicBezTo>
                <a:cubicBezTo>
                  <a:pt x="12178" y="169705"/>
                  <a:pt x="0" y="139806"/>
                  <a:pt x="11072" y="113781"/>
                </a:cubicBezTo>
                <a:cubicBezTo>
                  <a:pt x="40142" y="44570"/>
                  <a:pt x="107415" y="-2"/>
                  <a:pt x="182437" y="-2"/>
                </a:cubicBezTo>
                <a:cubicBezTo>
                  <a:pt x="257462" y="-2"/>
                  <a:pt x="324735" y="44570"/>
                  <a:pt x="354079" y="113781"/>
                </a:cubicBezTo>
                <a:cubicBezTo>
                  <a:pt x="365154" y="139804"/>
                  <a:pt x="352973" y="169981"/>
                  <a:pt x="326948" y="180778"/>
                </a:cubicBezTo>
                <a:cubicBezTo>
                  <a:pt x="300923" y="191852"/>
                  <a:pt x="270750" y="179671"/>
                  <a:pt x="259952" y="153648"/>
                </a:cubicBezTo>
                <a:cubicBezTo>
                  <a:pt x="246664" y="122641"/>
                  <a:pt x="216210" y="102431"/>
                  <a:pt x="182437" y="102431"/>
                </a:cubicBezTo>
                <a:cubicBezTo>
                  <a:pt x="148663" y="102431"/>
                  <a:pt x="118487" y="122641"/>
                  <a:pt x="105198" y="153648"/>
                </a:cubicBezTo>
                <a:cubicBezTo>
                  <a:pt x="97169" y="173028"/>
                  <a:pt x="78067" y="184932"/>
                  <a:pt x="58133" y="184932"/>
                </a:cubicBezTo>
                <a:lnTo>
                  <a:pt x="58137" y="184932"/>
                </a:lnTo>
              </a:path>
            </a:pathLst>
          </a:custGeom>
          <a:solidFill>
            <a:srgbClr val="40AF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082566" y="5359291"/>
            <a:ext cx="2992629" cy="2997418"/>
          </a:xfrm>
          <a:custGeom>
            <a:avLst/>
            <a:gdLst/>
            <a:ahLst/>
            <a:cxnLst/>
            <a:rect l="l" t="t" r="r" b="b"/>
            <a:pathLst>
              <a:path w="2992629" h="2997418">
                <a:moveTo>
                  <a:pt x="1881406" y="825009"/>
                </a:moveTo>
                <a:lnTo>
                  <a:pt x="1881406" y="830495"/>
                </a:lnTo>
                <a:lnTo>
                  <a:pt x="1886134" y="827767"/>
                </a:lnTo>
                <a:cubicBezTo>
                  <a:pt x="2015446" y="753341"/>
                  <a:pt x="2139490" y="697889"/>
                  <a:pt x="2230556" y="673640"/>
                </a:cubicBezTo>
                <a:lnTo>
                  <a:pt x="2229748" y="670582"/>
                </a:lnTo>
                <a:lnTo>
                  <a:pt x="2230556" y="673640"/>
                </a:lnTo>
                <a:cubicBezTo>
                  <a:pt x="2552952" y="587674"/>
                  <a:pt x="2884745" y="779598"/>
                  <a:pt x="2971651" y="1102270"/>
                </a:cubicBezTo>
                <a:lnTo>
                  <a:pt x="2974703" y="1101431"/>
                </a:lnTo>
                <a:lnTo>
                  <a:pt x="2971651" y="1102270"/>
                </a:lnTo>
                <a:cubicBezTo>
                  <a:pt x="3058527" y="1424942"/>
                  <a:pt x="2867627" y="1756217"/>
                  <a:pt x="2545231" y="1842153"/>
                </a:cubicBezTo>
                <a:cubicBezTo>
                  <a:pt x="2452460" y="1866882"/>
                  <a:pt x="2313781" y="1880640"/>
                  <a:pt x="2161007" y="1879980"/>
                </a:cubicBezTo>
                <a:lnTo>
                  <a:pt x="2155471" y="1879950"/>
                </a:lnTo>
                <a:lnTo>
                  <a:pt x="2158254" y="1884746"/>
                </a:lnTo>
                <a:cubicBezTo>
                  <a:pt x="2235195" y="2016932"/>
                  <a:pt x="2292653" y="2144173"/>
                  <a:pt x="2317642" y="2237033"/>
                </a:cubicBezTo>
                <a:cubicBezTo>
                  <a:pt x="2404547" y="2559705"/>
                  <a:pt x="2213618" y="2890980"/>
                  <a:pt x="1891222" y="2976915"/>
                </a:cubicBezTo>
                <a:cubicBezTo>
                  <a:pt x="1568826" y="3062881"/>
                  <a:pt x="1237033" y="2870957"/>
                  <a:pt x="1150157" y="2548285"/>
                </a:cubicBezTo>
                <a:cubicBezTo>
                  <a:pt x="1125618" y="2457163"/>
                  <a:pt x="1111522" y="2321830"/>
                  <a:pt x="1111193" y="2172408"/>
                </a:cubicBezTo>
                <a:lnTo>
                  <a:pt x="1111193" y="2166923"/>
                </a:lnTo>
                <a:lnTo>
                  <a:pt x="1106465" y="2169651"/>
                </a:lnTo>
                <a:cubicBezTo>
                  <a:pt x="977153" y="2244107"/>
                  <a:pt x="853109" y="2299529"/>
                  <a:pt x="762043" y="2323808"/>
                </a:cubicBezTo>
                <a:cubicBezTo>
                  <a:pt x="439647" y="2409774"/>
                  <a:pt x="107854" y="2217849"/>
                  <a:pt x="20978" y="1895177"/>
                </a:cubicBezTo>
                <a:cubicBezTo>
                  <a:pt x="-65928" y="1572505"/>
                  <a:pt x="125002" y="1241231"/>
                  <a:pt x="447398" y="1155295"/>
                </a:cubicBezTo>
                <a:cubicBezTo>
                  <a:pt x="540170" y="1130566"/>
                  <a:pt x="678878" y="1116808"/>
                  <a:pt x="831622" y="1117467"/>
                </a:cubicBezTo>
                <a:lnTo>
                  <a:pt x="837158" y="1117497"/>
                </a:lnTo>
                <a:lnTo>
                  <a:pt x="834375" y="1112701"/>
                </a:lnTo>
                <a:cubicBezTo>
                  <a:pt x="757405" y="980515"/>
                  <a:pt x="699976" y="853275"/>
                  <a:pt x="674988" y="760415"/>
                </a:cubicBezTo>
                <a:cubicBezTo>
                  <a:pt x="588082" y="437743"/>
                  <a:pt x="779011" y="106468"/>
                  <a:pt x="1101407" y="20532"/>
                </a:cubicBezTo>
                <a:lnTo>
                  <a:pt x="1100599" y="17475"/>
                </a:lnTo>
                <a:lnTo>
                  <a:pt x="1101407" y="20532"/>
                </a:lnTo>
                <a:cubicBezTo>
                  <a:pt x="1423803" y="-65434"/>
                  <a:pt x="1755596" y="126491"/>
                  <a:pt x="1842472" y="449163"/>
                </a:cubicBezTo>
                <a:cubicBezTo>
                  <a:pt x="1867011" y="540284"/>
                  <a:pt x="1881107" y="675618"/>
                  <a:pt x="1881436" y="825039"/>
                </a:cubicBezTo>
                <a:lnTo>
                  <a:pt x="1881406" y="825009"/>
                </a:lnTo>
              </a:path>
            </a:pathLst>
          </a:custGeom>
          <a:gradFill>
            <a:gsLst>
              <a:gs pos="0">
                <a:srgbClr val="40AFFF">
                  <a:alpha val="25000"/>
                </a:srgbClr>
              </a:gs>
              <a:gs pos="100000">
                <a:srgbClr val="55FAFE">
                  <a:alpha val="40000"/>
                </a:srgbClr>
              </a:gs>
            </a:gsLst>
            <a:lin ang="5400000"/>
          </a:gra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02920" y="1796007"/>
            <a:ext cx="8092440" cy="607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400" dirty="0">
                <a:solidFill>
                  <a:srgbClr val="003860"/>
                </a:solidFill>
                <a:latin typeface="Lexend Deca Regular" pitchFamily="34" charset="0"/>
                <a:ea typeface="Lexend Deca Regular" pitchFamily="34" charset="-122"/>
                <a:cs typeface="Lexend Deca Regular" pitchFamily="34" charset="-120"/>
              </a:rPr>
              <a:t>Literature Review 1 - Limitations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114233" y="-1153460"/>
            <a:ext cx="7269840" cy="5342813"/>
          </a:xfrm>
          <a:custGeom>
            <a:avLst/>
            <a:gdLst/>
            <a:ahLst/>
            <a:cxnLst/>
            <a:rect l="l" t="t" r="r" b="b"/>
            <a:pathLst>
              <a:path w="7269840" h="5342813">
                <a:moveTo>
                  <a:pt x="6840047" y="4576546"/>
                </a:moveTo>
                <a:cubicBezTo>
                  <a:pt x="6764441" y="4620999"/>
                  <a:pt x="6686218" y="4660161"/>
                  <a:pt x="6608648" y="4701087"/>
                </a:cubicBezTo>
                <a:cubicBezTo>
                  <a:pt x="6629368" y="4691043"/>
                  <a:pt x="6650159" y="4681266"/>
                  <a:pt x="6670878" y="4671221"/>
                </a:cubicBezTo>
                <a:cubicBezTo>
                  <a:pt x="6566411" y="4714445"/>
                  <a:pt x="6461725" y="4755157"/>
                  <a:pt x="6353986" y="4789084"/>
                </a:cubicBezTo>
                <a:cubicBezTo>
                  <a:pt x="6248064" y="4822476"/>
                  <a:pt x="6140761" y="4846519"/>
                  <a:pt x="6033095" y="4872912"/>
                </a:cubicBezTo>
                <a:cubicBezTo>
                  <a:pt x="6053960" y="4869226"/>
                  <a:pt x="6074388" y="4865432"/>
                  <a:pt x="6095252" y="4861746"/>
                </a:cubicBezTo>
                <a:cubicBezTo>
                  <a:pt x="6022772" y="4873714"/>
                  <a:pt x="5951237" y="4884293"/>
                  <a:pt x="5877593" y="4878789"/>
                </a:cubicBezTo>
                <a:cubicBezTo>
                  <a:pt x="5897367" y="4880499"/>
                  <a:pt x="5917141" y="4882209"/>
                  <a:pt x="5937206" y="4884079"/>
                </a:cubicBezTo>
                <a:cubicBezTo>
                  <a:pt x="5903256" y="4880820"/>
                  <a:pt x="5870323" y="4874462"/>
                  <a:pt x="5837755" y="4863242"/>
                </a:cubicBezTo>
                <a:cubicBezTo>
                  <a:pt x="5856075" y="4869867"/>
                  <a:pt x="5874322" y="4876492"/>
                  <a:pt x="5892642" y="4883117"/>
                </a:cubicBezTo>
                <a:cubicBezTo>
                  <a:pt x="5866325" y="4873233"/>
                  <a:pt x="5841680" y="4860838"/>
                  <a:pt x="5818562" y="4845237"/>
                </a:cubicBezTo>
                <a:cubicBezTo>
                  <a:pt x="5834629" y="4856189"/>
                  <a:pt x="5850404" y="4866982"/>
                  <a:pt x="5866471" y="4877935"/>
                </a:cubicBezTo>
                <a:cubicBezTo>
                  <a:pt x="5844297" y="4861960"/>
                  <a:pt x="5824524" y="4843848"/>
                  <a:pt x="5806494" y="4823224"/>
                </a:cubicBezTo>
                <a:cubicBezTo>
                  <a:pt x="5818999" y="4837864"/>
                  <a:pt x="5831866" y="4852663"/>
                  <a:pt x="5844370" y="4867249"/>
                </a:cubicBezTo>
                <a:cubicBezTo>
                  <a:pt x="5822924" y="4841336"/>
                  <a:pt x="5804968" y="4813393"/>
                  <a:pt x="5790137" y="4783046"/>
                </a:cubicBezTo>
                <a:cubicBezTo>
                  <a:pt x="5798716" y="4800891"/>
                  <a:pt x="5807294" y="4819003"/>
                  <a:pt x="5815873" y="4836848"/>
                </a:cubicBezTo>
                <a:cubicBezTo>
                  <a:pt x="5795880" y="4793999"/>
                  <a:pt x="5782431" y="4749600"/>
                  <a:pt x="5773853" y="4703332"/>
                </a:cubicBezTo>
                <a:cubicBezTo>
                  <a:pt x="5777270" y="4722566"/>
                  <a:pt x="5780759" y="4742067"/>
                  <a:pt x="5784176" y="4761248"/>
                </a:cubicBezTo>
                <a:cubicBezTo>
                  <a:pt x="5776107" y="4713750"/>
                  <a:pt x="5773853" y="4667107"/>
                  <a:pt x="5777560" y="4619075"/>
                </a:cubicBezTo>
                <a:cubicBezTo>
                  <a:pt x="5775888" y="4637989"/>
                  <a:pt x="5774362" y="4656582"/>
                  <a:pt x="5772617" y="4675549"/>
                </a:cubicBezTo>
                <a:cubicBezTo>
                  <a:pt x="5781341" y="4576653"/>
                  <a:pt x="5806858" y="4481231"/>
                  <a:pt x="5840008" y="4388052"/>
                </a:cubicBezTo>
                <a:cubicBezTo>
                  <a:pt x="5833538" y="4406004"/>
                  <a:pt x="5827286" y="4423635"/>
                  <a:pt x="5820816" y="4441641"/>
                </a:cubicBezTo>
                <a:cubicBezTo>
                  <a:pt x="5889298" y="4251543"/>
                  <a:pt x="5984606" y="4071490"/>
                  <a:pt x="6040947" y="3876692"/>
                </a:cubicBezTo>
                <a:cubicBezTo>
                  <a:pt x="6098669" y="3676710"/>
                  <a:pt x="6112118" y="3441466"/>
                  <a:pt x="6038548" y="3243782"/>
                </a:cubicBezTo>
                <a:cubicBezTo>
                  <a:pt x="5956398" y="3022910"/>
                  <a:pt x="5774798" y="2853970"/>
                  <a:pt x="5542745" y="2803000"/>
                </a:cubicBezTo>
                <a:cubicBezTo>
                  <a:pt x="5357436" y="2762234"/>
                  <a:pt x="5159042" y="2797604"/>
                  <a:pt x="4982967" y="2861397"/>
                </a:cubicBezTo>
                <a:cubicBezTo>
                  <a:pt x="4784718" y="2933204"/>
                  <a:pt x="4603263" y="3043320"/>
                  <a:pt x="4413666" y="3134361"/>
                </a:cubicBezTo>
                <a:cubicBezTo>
                  <a:pt x="4434676" y="3124263"/>
                  <a:pt x="4455903" y="3114326"/>
                  <a:pt x="4476913" y="3104174"/>
                </a:cubicBezTo>
                <a:cubicBezTo>
                  <a:pt x="4233374" y="3220434"/>
                  <a:pt x="3977621" y="3312704"/>
                  <a:pt x="3711617" y="3361270"/>
                </a:cubicBezTo>
                <a:cubicBezTo>
                  <a:pt x="3735317" y="3356996"/>
                  <a:pt x="3759235" y="3352615"/>
                  <a:pt x="3782934" y="3348287"/>
                </a:cubicBezTo>
                <a:cubicBezTo>
                  <a:pt x="3611439" y="3378848"/>
                  <a:pt x="3437035" y="3390015"/>
                  <a:pt x="3263431" y="3375055"/>
                </a:cubicBezTo>
                <a:cubicBezTo>
                  <a:pt x="3287204" y="3377139"/>
                  <a:pt x="3311049" y="3379222"/>
                  <a:pt x="3334530" y="3381359"/>
                </a:cubicBezTo>
                <a:cubicBezTo>
                  <a:pt x="3208690" y="3369605"/>
                  <a:pt x="3083067" y="3345509"/>
                  <a:pt x="2963696" y="3302713"/>
                </a:cubicBezTo>
                <a:cubicBezTo>
                  <a:pt x="2986087" y="3310834"/>
                  <a:pt x="3008478" y="3318902"/>
                  <a:pt x="3030869" y="3327023"/>
                </a:cubicBezTo>
                <a:cubicBezTo>
                  <a:pt x="2981798" y="3308857"/>
                  <a:pt x="2934835" y="3286685"/>
                  <a:pt x="2891216" y="3257620"/>
                </a:cubicBezTo>
                <a:cubicBezTo>
                  <a:pt x="2910990" y="3271297"/>
                  <a:pt x="2930836" y="3284654"/>
                  <a:pt x="2950610" y="3298332"/>
                </a:cubicBezTo>
                <a:cubicBezTo>
                  <a:pt x="2921458" y="3277923"/>
                  <a:pt x="2895214" y="3255216"/>
                  <a:pt x="2872023" y="3228448"/>
                </a:cubicBezTo>
                <a:cubicBezTo>
                  <a:pt x="2888017" y="3246934"/>
                  <a:pt x="2904011" y="3265474"/>
                  <a:pt x="2919713" y="3283800"/>
                </a:cubicBezTo>
                <a:cubicBezTo>
                  <a:pt x="2901902" y="3262268"/>
                  <a:pt x="2886999" y="3239508"/>
                  <a:pt x="2874495" y="3214557"/>
                </a:cubicBezTo>
                <a:cubicBezTo>
                  <a:pt x="2885545" y="3237477"/>
                  <a:pt x="2896159" y="3260184"/>
                  <a:pt x="2907209" y="3283105"/>
                </a:cubicBezTo>
                <a:cubicBezTo>
                  <a:pt x="2889980" y="3246881"/>
                  <a:pt x="2878639" y="3209321"/>
                  <a:pt x="2871224" y="3169944"/>
                </a:cubicBezTo>
                <a:cubicBezTo>
                  <a:pt x="2875658" y="3195002"/>
                  <a:pt x="2880165" y="3220006"/>
                  <a:pt x="2884818" y="3244957"/>
                </a:cubicBezTo>
                <a:cubicBezTo>
                  <a:pt x="2876167" y="3192277"/>
                  <a:pt x="2875440" y="3139918"/>
                  <a:pt x="2879438" y="3086810"/>
                </a:cubicBezTo>
                <a:cubicBezTo>
                  <a:pt x="2877330" y="3111441"/>
                  <a:pt x="2875004" y="3136124"/>
                  <a:pt x="2872968" y="3160755"/>
                </a:cubicBezTo>
                <a:cubicBezTo>
                  <a:pt x="2879875" y="3085528"/>
                  <a:pt x="2897104" y="3012866"/>
                  <a:pt x="2922040" y="2941806"/>
                </a:cubicBezTo>
                <a:cubicBezTo>
                  <a:pt x="2913679" y="2965101"/>
                  <a:pt x="2905246" y="2988182"/>
                  <a:pt x="2896886" y="3011476"/>
                </a:cubicBezTo>
                <a:cubicBezTo>
                  <a:pt x="2984342" y="2769020"/>
                  <a:pt x="3148859" y="2565779"/>
                  <a:pt x="3285822" y="2350731"/>
                </a:cubicBezTo>
                <a:cubicBezTo>
                  <a:pt x="3443869" y="2102504"/>
                  <a:pt x="3548191" y="1804428"/>
                  <a:pt x="3528417" y="1506620"/>
                </a:cubicBezTo>
                <a:cubicBezTo>
                  <a:pt x="3517803" y="1345160"/>
                  <a:pt x="3470549" y="1169595"/>
                  <a:pt x="3368989" y="1040513"/>
                </a:cubicBezTo>
                <a:cubicBezTo>
                  <a:pt x="3298036" y="950326"/>
                  <a:pt x="3227155" y="886853"/>
                  <a:pt x="3128939" y="826907"/>
                </a:cubicBezTo>
                <a:cubicBezTo>
                  <a:pt x="3061257" y="785500"/>
                  <a:pt x="2981725" y="756596"/>
                  <a:pt x="2904301" y="740353"/>
                </a:cubicBezTo>
                <a:cubicBezTo>
                  <a:pt x="2588136" y="673889"/>
                  <a:pt x="2278150" y="808795"/>
                  <a:pt x="2015927" y="974262"/>
                </a:cubicBezTo>
                <a:cubicBezTo>
                  <a:pt x="1888632" y="1054618"/>
                  <a:pt x="1769625" y="1146514"/>
                  <a:pt x="1644729" y="1230022"/>
                </a:cubicBezTo>
                <a:cubicBezTo>
                  <a:pt x="1490899" y="1332604"/>
                  <a:pt x="1329872" y="1423913"/>
                  <a:pt x="1162884" y="1503681"/>
                </a:cubicBezTo>
                <a:cubicBezTo>
                  <a:pt x="1189928" y="1490805"/>
                  <a:pt x="1216681" y="1477982"/>
                  <a:pt x="1243724" y="1465053"/>
                </a:cubicBezTo>
                <a:cubicBezTo>
                  <a:pt x="1099709" y="1533280"/>
                  <a:pt x="951550" y="1599798"/>
                  <a:pt x="793649" y="1628436"/>
                </a:cubicBezTo>
                <a:cubicBezTo>
                  <a:pt x="823164" y="1623093"/>
                  <a:pt x="852898" y="1617697"/>
                  <a:pt x="882341" y="1612354"/>
                </a:cubicBezTo>
                <a:cubicBezTo>
                  <a:pt x="824545" y="1622345"/>
                  <a:pt x="766387" y="1626673"/>
                  <a:pt x="707792" y="1622185"/>
                </a:cubicBezTo>
                <a:cubicBezTo>
                  <a:pt x="736726" y="1624803"/>
                  <a:pt x="765660" y="1627207"/>
                  <a:pt x="794666" y="1629825"/>
                </a:cubicBezTo>
                <a:cubicBezTo>
                  <a:pt x="755046" y="1626192"/>
                  <a:pt x="716588" y="1618284"/>
                  <a:pt x="679149" y="1605034"/>
                </a:cubicBezTo>
                <a:cubicBezTo>
                  <a:pt x="706192" y="1614651"/>
                  <a:pt x="733382" y="1624536"/>
                  <a:pt x="760207" y="1634259"/>
                </a:cubicBezTo>
                <a:cubicBezTo>
                  <a:pt x="730692" y="1623200"/>
                  <a:pt x="702848" y="1609309"/>
                  <a:pt x="676386" y="1591944"/>
                </a:cubicBezTo>
                <a:cubicBezTo>
                  <a:pt x="700013" y="1608293"/>
                  <a:pt x="723931" y="1624536"/>
                  <a:pt x="747630" y="1640831"/>
                </a:cubicBezTo>
                <a:cubicBezTo>
                  <a:pt x="720078" y="1621864"/>
                  <a:pt x="695288" y="1600333"/>
                  <a:pt x="672969" y="1575221"/>
                </a:cubicBezTo>
                <a:cubicBezTo>
                  <a:pt x="692016" y="1597180"/>
                  <a:pt x="711209" y="1619460"/>
                  <a:pt x="730038" y="1641472"/>
                </a:cubicBezTo>
                <a:cubicBezTo>
                  <a:pt x="707065" y="1614331"/>
                  <a:pt x="687945" y="1585159"/>
                  <a:pt x="672388" y="1553423"/>
                </a:cubicBezTo>
                <a:cubicBezTo>
                  <a:pt x="685328" y="1580671"/>
                  <a:pt x="698341" y="1607973"/>
                  <a:pt x="711572" y="1635168"/>
                </a:cubicBezTo>
                <a:cubicBezTo>
                  <a:pt x="692234" y="1594349"/>
                  <a:pt x="679294" y="1551713"/>
                  <a:pt x="670861" y="1507368"/>
                </a:cubicBezTo>
                <a:cubicBezTo>
                  <a:pt x="676241" y="1537074"/>
                  <a:pt x="681766" y="1567047"/>
                  <a:pt x="686927" y="1596913"/>
                </a:cubicBezTo>
                <a:cubicBezTo>
                  <a:pt x="675950" y="1534402"/>
                  <a:pt x="674714" y="1471891"/>
                  <a:pt x="679876" y="1408633"/>
                </a:cubicBezTo>
                <a:cubicBezTo>
                  <a:pt x="677331" y="1437858"/>
                  <a:pt x="674787" y="1467083"/>
                  <a:pt x="672315" y="1496575"/>
                </a:cubicBezTo>
                <a:cubicBezTo>
                  <a:pt x="680457" y="1409541"/>
                  <a:pt x="700304" y="1324323"/>
                  <a:pt x="729383" y="1241937"/>
                </a:cubicBezTo>
                <a:cubicBezTo>
                  <a:pt x="719569" y="1269346"/>
                  <a:pt x="709464" y="1296861"/>
                  <a:pt x="699722" y="1324483"/>
                </a:cubicBezTo>
                <a:cubicBezTo>
                  <a:pt x="750538" y="1184982"/>
                  <a:pt x="821347" y="1054030"/>
                  <a:pt x="875725" y="916132"/>
                </a:cubicBezTo>
                <a:cubicBezTo>
                  <a:pt x="911856" y="824236"/>
                  <a:pt x="947697" y="729989"/>
                  <a:pt x="967616" y="632963"/>
                </a:cubicBezTo>
                <a:cubicBezTo>
                  <a:pt x="980193" y="572643"/>
                  <a:pt x="984627" y="511307"/>
                  <a:pt x="989280" y="449918"/>
                </a:cubicBezTo>
                <a:cubicBezTo>
                  <a:pt x="992115" y="412251"/>
                  <a:pt x="992770" y="374424"/>
                  <a:pt x="989498" y="336757"/>
                </a:cubicBezTo>
                <a:cubicBezTo>
                  <a:pt x="981429" y="243525"/>
                  <a:pt x="943626" y="153232"/>
                  <a:pt x="872526" y="90133"/>
                </a:cubicBezTo>
                <a:cubicBezTo>
                  <a:pt x="809497" y="33873"/>
                  <a:pt x="708737" y="-6572"/>
                  <a:pt x="623098" y="1015"/>
                </a:cubicBezTo>
                <a:cubicBezTo>
                  <a:pt x="531280" y="9190"/>
                  <a:pt x="436481" y="44238"/>
                  <a:pt x="376433" y="117969"/>
                </a:cubicBezTo>
                <a:cubicBezTo>
                  <a:pt x="319946" y="187159"/>
                  <a:pt x="279235" y="275796"/>
                  <a:pt x="287304" y="367372"/>
                </a:cubicBezTo>
                <a:cubicBezTo>
                  <a:pt x="291230" y="411503"/>
                  <a:pt x="291666" y="455101"/>
                  <a:pt x="287813" y="499232"/>
                </a:cubicBezTo>
                <a:cubicBezTo>
                  <a:pt x="290358" y="469152"/>
                  <a:pt x="293120" y="439019"/>
                  <a:pt x="295737" y="408939"/>
                </a:cubicBezTo>
                <a:cubicBezTo>
                  <a:pt x="287086" y="496935"/>
                  <a:pt x="263677" y="582206"/>
                  <a:pt x="234016" y="665607"/>
                </a:cubicBezTo>
                <a:cubicBezTo>
                  <a:pt x="243976" y="637878"/>
                  <a:pt x="254154" y="609775"/>
                  <a:pt x="264186" y="582046"/>
                </a:cubicBezTo>
                <a:cubicBezTo>
                  <a:pt x="179565" y="816061"/>
                  <a:pt x="48417" y="1038055"/>
                  <a:pt x="14322" y="1287831"/>
                </a:cubicBezTo>
                <a:cubicBezTo>
                  <a:pt x="-7851" y="1450413"/>
                  <a:pt x="-8360" y="1610217"/>
                  <a:pt x="38749" y="1769112"/>
                </a:cubicBezTo>
                <a:cubicBezTo>
                  <a:pt x="60485" y="1842576"/>
                  <a:pt x="94217" y="1915826"/>
                  <a:pt x="138127" y="1978550"/>
                </a:cubicBezTo>
                <a:cubicBezTo>
                  <a:pt x="201884" y="2069912"/>
                  <a:pt x="273564" y="2130607"/>
                  <a:pt x="365164" y="2190767"/>
                </a:cubicBezTo>
                <a:cubicBezTo>
                  <a:pt x="427758" y="2231853"/>
                  <a:pt x="502346" y="2258460"/>
                  <a:pt x="574318" y="2276145"/>
                </a:cubicBezTo>
                <a:cubicBezTo>
                  <a:pt x="646216" y="2293616"/>
                  <a:pt x="722986" y="2299172"/>
                  <a:pt x="796993" y="2297035"/>
                </a:cubicBezTo>
                <a:cubicBezTo>
                  <a:pt x="927268" y="2293402"/>
                  <a:pt x="1060525" y="2261559"/>
                  <a:pt x="1182876" y="2217053"/>
                </a:cubicBezTo>
                <a:cubicBezTo>
                  <a:pt x="1325220" y="2165228"/>
                  <a:pt x="1463419" y="2097214"/>
                  <a:pt x="1598057" y="2028399"/>
                </a:cubicBezTo>
                <a:cubicBezTo>
                  <a:pt x="1718736" y="1966582"/>
                  <a:pt x="1836362" y="1898568"/>
                  <a:pt x="1949772" y="1824303"/>
                </a:cubicBezTo>
                <a:cubicBezTo>
                  <a:pt x="2160088" y="1687046"/>
                  <a:pt x="2352230" y="1521953"/>
                  <a:pt x="2579631" y="1411785"/>
                </a:cubicBezTo>
                <a:cubicBezTo>
                  <a:pt x="2553096" y="1424554"/>
                  <a:pt x="2526561" y="1437270"/>
                  <a:pt x="2499953" y="1449772"/>
                </a:cubicBezTo>
                <a:cubicBezTo>
                  <a:pt x="2579631" y="1411785"/>
                  <a:pt x="2661489" y="1379781"/>
                  <a:pt x="2748582" y="1363966"/>
                </a:cubicBezTo>
                <a:cubicBezTo>
                  <a:pt x="2719866" y="1369042"/>
                  <a:pt x="2691441" y="1374331"/>
                  <a:pt x="2662725" y="1379407"/>
                </a:cubicBezTo>
                <a:cubicBezTo>
                  <a:pt x="2709979" y="1371393"/>
                  <a:pt x="2757596" y="1368561"/>
                  <a:pt x="2805504" y="1372034"/>
                </a:cubicBezTo>
                <a:cubicBezTo>
                  <a:pt x="2777661" y="1369576"/>
                  <a:pt x="2749890" y="1367172"/>
                  <a:pt x="2722047" y="1364714"/>
                </a:cubicBezTo>
                <a:cubicBezTo>
                  <a:pt x="2762031" y="1368508"/>
                  <a:pt x="2800561" y="1376682"/>
                  <a:pt x="2838509" y="1389772"/>
                </a:cubicBezTo>
                <a:cubicBezTo>
                  <a:pt x="2812702" y="1380583"/>
                  <a:pt x="2787112" y="1371286"/>
                  <a:pt x="2761304" y="1362043"/>
                </a:cubicBezTo>
                <a:cubicBezTo>
                  <a:pt x="2798598" y="1375667"/>
                  <a:pt x="2833275" y="1393405"/>
                  <a:pt x="2866426" y="1414990"/>
                </a:cubicBezTo>
                <a:cubicBezTo>
                  <a:pt x="2843889" y="1399710"/>
                  <a:pt x="2821353" y="1384162"/>
                  <a:pt x="2799107" y="1368775"/>
                </a:cubicBezTo>
                <a:cubicBezTo>
                  <a:pt x="2831312" y="1390948"/>
                  <a:pt x="2860464" y="1416379"/>
                  <a:pt x="2886345" y="1445658"/>
                </a:cubicBezTo>
                <a:cubicBezTo>
                  <a:pt x="2868534" y="1424928"/>
                  <a:pt x="2850577" y="1403984"/>
                  <a:pt x="2832475" y="1383361"/>
                </a:cubicBezTo>
                <a:cubicBezTo>
                  <a:pt x="2858938" y="1414403"/>
                  <a:pt x="2880893" y="1447955"/>
                  <a:pt x="2899140" y="1484393"/>
                </a:cubicBezTo>
                <a:cubicBezTo>
                  <a:pt x="2886927" y="1458801"/>
                  <a:pt x="2874859" y="1433423"/>
                  <a:pt x="2862500" y="1407938"/>
                </a:cubicBezTo>
                <a:cubicBezTo>
                  <a:pt x="2885109" y="1455542"/>
                  <a:pt x="2900667" y="1505391"/>
                  <a:pt x="2910408" y="1557109"/>
                </a:cubicBezTo>
                <a:cubicBezTo>
                  <a:pt x="2905392" y="1529487"/>
                  <a:pt x="2900448" y="1502132"/>
                  <a:pt x="2895432" y="1474456"/>
                </a:cubicBezTo>
                <a:cubicBezTo>
                  <a:pt x="2908155" y="1546691"/>
                  <a:pt x="2909754" y="1619727"/>
                  <a:pt x="2903720" y="1692656"/>
                </a:cubicBezTo>
                <a:cubicBezTo>
                  <a:pt x="2905973" y="1666049"/>
                  <a:pt x="2908518" y="1639282"/>
                  <a:pt x="2910772" y="1612674"/>
                </a:cubicBezTo>
                <a:cubicBezTo>
                  <a:pt x="2901902" y="1710234"/>
                  <a:pt x="2879657" y="1805443"/>
                  <a:pt x="2846797" y="1897660"/>
                </a:cubicBezTo>
                <a:cubicBezTo>
                  <a:pt x="2855594" y="1873083"/>
                  <a:pt x="2864463" y="1848773"/>
                  <a:pt x="2873259" y="1824196"/>
                </a:cubicBezTo>
                <a:cubicBezTo>
                  <a:pt x="2785512" y="2065050"/>
                  <a:pt x="2618960" y="2267864"/>
                  <a:pt x="2496245" y="2490819"/>
                </a:cubicBezTo>
                <a:cubicBezTo>
                  <a:pt x="2425074" y="2619901"/>
                  <a:pt x="2365025" y="2759937"/>
                  <a:pt x="2332965" y="2903979"/>
                </a:cubicBezTo>
                <a:cubicBezTo>
                  <a:pt x="2294798" y="3074789"/>
                  <a:pt x="2287601" y="3274343"/>
                  <a:pt x="2357973" y="3437940"/>
                </a:cubicBezTo>
                <a:cubicBezTo>
                  <a:pt x="2402973" y="3542659"/>
                  <a:pt x="2465421" y="3638669"/>
                  <a:pt x="2558839" y="3707110"/>
                </a:cubicBezTo>
                <a:cubicBezTo>
                  <a:pt x="2650802" y="3774377"/>
                  <a:pt x="2739276" y="3814608"/>
                  <a:pt x="2847088" y="3850832"/>
                </a:cubicBezTo>
                <a:cubicBezTo>
                  <a:pt x="2997356" y="3901215"/>
                  <a:pt x="3158310" y="3919968"/>
                  <a:pt x="3315847" y="3928196"/>
                </a:cubicBezTo>
                <a:cubicBezTo>
                  <a:pt x="3614347" y="3943263"/>
                  <a:pt x="3919244" y="3883263"/>
                  <a:pt x="4200732" y="3787092"/>
                </a:cubicBezTo>
                <a:cubicBezTo>
                  <a:pt x="4369102" y="3729711"/>
                  <a:pt x="4531437" y="3656087"/>
                  <a:pt x="4690211" y="3576692"/>
                </a:cubicBezTo>
                <a:cubicBezTo>
                  <a:pt x="4819250" y="3512205"/>
                  <a:pt x="4942765" y="3437512"/>
                  <a:pt x="5072750" y="3374894"/>
                </a:cubicBezTo>
                <a:cubicBezTo>
                  <a:pt x="5052031" y="3384939"/>
                  <a:pt x="5031239" y="3394716"/>
                  <a:pt x="5010520" y="3404761"/>
                </a:cubicBezTo>
                <a:cubicBezTo>
                  <a:pt x="5120585" y="3352241"/>
                  <a:pt x="5235085" y="3305545"/>
                  <a:pt x="5355401" y="3283105"/>
                </a:cubicBezTo>
                <a:cubicBezTo>
                  <a:pt x="5333301" y="3287165"/>
                  <a:pt x="5311128" y="3290959"/>
                  <a:pt x="5289100" y="3295073"/>
                </a:cubicBezTo>
                <a:cubicBezTo>
                  <a:pt x="5343406" y="3285616"/>
                  <a:pt x="5398366" y="3281502"/>
                  <a:pt x="5453544" y="3285723"/>
                </a:cubicBezTo>
                <a:cubicBezTo>
                  <a:pt x="5432316" y="3283959"/>
                  <a:pt x="5410797" y="3281983"/>
                  <a:pt x="5389642" y="3280166"/>
                </a:cubicBezTo>
                <a:cubicBezTo>
                  <a:pt x="5430426" y="3283960"/>
                  <a:pt x="5470119" y="3292081"/>
                  <a:pt x="5508504" y="3305865"/>
                </a:cubicBezTo>
                <a:cubicBezTo>
                  <a:pt x="5488730" y="3298919"/>
                  <a:pt x="5469101" y="3291600"/>
                  <a:pt x="5449255" y="3284601"/>
                </a:cubicBezTo>
                <a:cubicBezTo>
                  <a:pt x="5483859" y="3297691"/>
                  <a:pt x="5516210" y="3314253"/>
                  <a:pt x="5546889" y="3334983"/>
                </a:cubicBezTo>
                <a:cubicBezTo>
                  <a:pt x="5529732" y="3323229"/>
                  <a:pt x="5512575" y="3311528"/>
                  <a:pt x="5495418" y="3299774"/>
                </a:cubicBezTo>
                <a:cubicBezTo>
                  <a:pt x="5525297" y="3320772"/>
                  <a:pt x="5552341" y="3344921"/>
                  <a:pt x="5576259" y="3372543"/>
                </a:cubicBezTo>
                <a:cubicBezTo>
                  <a:pt x="5562519" y="3356675"/>
                  <a:pt x="5549069" y="3340914"/>
                  <a:pt x="5535329" y="3325046"/>
                </a:cubicBezTo>
                <a:cubicBezTo>
                  <a:pt x="5560701" y="3355286"/>
                  <a:pt x="5581856" y="3387984"/>
                  <a:pt x="5599231" y="3423621"/>
                </a:cubicBezTo>
                <a:cubicBezTo>
                  <a:pt x="5589926" y="3404333"/>
                  <a:pt x="5580911" y="3384939"/>
                  <a:pt x="5571606" y="3365651"/>
                </a:cubicBezTo>
                <a:cubicBezTo>
                  <a:pt x="5593924" y="3413309"/>
                  <a:pt x="5608973" y="3463371"/>
                  <a:pt x="5618496" y="3515143"/>
                </a:cubicBezTo>
                <a:cubicBezTo>
                  <a:pt x="5614789" y="3494306"/>
                  <a:pt x="5610936" y="3473576"/>
                  <a:pt x="5607301" y="3452739"/>
                </a:cubicBezTo>
                <a:cubicBezTo>
                  <a:pt x="5619151" y="3522997"/>
                  <a:pt x="5620459" y="3593629"/>
                  <a:pt x="5614425" y="3664635"/>
                </a:cubicBezTo>
                <a:cubicBezTo>
                  <a:pt x="5616025" y="3644599"/>
                  <a:pt x="5617915" y="3624510"/>
                  <a:pt x="5619514" y="3604475"/>
                </a:cubicBezTo>
                <a:cubicBezTo>
                  <a:pt x="5609336" y="3712773"/>
                  <a:pt x="5581493" y="3816210"/>
                  <a:pt x="5544780" y="3918312"/>
                </a:cubicBezTo>
                <a:cubicBezTo>
                  <a:pt x="5551396" y="3899986"/>
                  <a:pt x="5558011" y="3881713"/>
                  <a:pt x="5564700" y="3863387"/>
                </a:cubicBezTo>
                <a:cubicBezTo>
                  <a:pt x="5441621" y="4203404"/>
                  <a:pt x="5257840" y="4560892"/>
                  <a:pt x="5374739" y="4930668"/>
                </a:cubicBezTo>
                <a:cubicBezTo>
                  <a:pt x="5439949" y="5136954"/>
                  <a:pt x="5609555" y="5300818"/>
                  <a:pt x="5827286" y="5333035"/>
                </a:cubicBezTo>
                <a:cubicBezTo>
                  <a:pt x="6032441" y="5363703"/>
                  <a:pt x="6245448" y="5316686"/>
                  <a:pt x="6445223" y="5271967"/>
                </a:cubicBezTo>
                <a:cubicBezTo>
                  <a:pt x="6551217" y="5248298"/>
                  <a:pt x="6656339" y="5219126"/>
                  <a:pt x="6759498" y="5184986"/>
                </a:cubicBezTo>
                <a:cubicBezTo>
                  <a:pt x="6866001" y="5149776"/>
                  <a:pt x="6972795" y="5115582"/>
                  <a:pt x="7077263" y="5074336"/>
                </a:cubicBezTo>
                <a:cubicBezTo>
                  <a:pt x="7148871" y="5045912"/>
                  <a:pt x="7201868" y="5002903"/>
                  <a:pt x="7239380" y="4936224"/>
                </a:cubicBezTo>
                <a:cubicBezTo>
                  <a:pt x="7282708" y="4859822"/>
                  <a:pt x="7276893" y="4766750"/>
                  <a:pt x="7240471" y="4690188"/>
                </a:cubicBezTo>
                <a:cubicBezTo>
                  <a:pt x="7207684" y="4621372"/>
                  <a:pt x="7156867" y="4575371"/>
                  <a:pt x="7085042" y="4549565"/>
                </a:cubicBezTo>
                <a:cubicBezTo>
                  <a:pt x="7000493" y="4518096"/>
                  <a:pt x="6918344" y="4530117"/>
                  <a:pt x="6840193" y="4576279"/>
                </a:cubicBezTo>
                <a:lnTo>
                  <a:pt x="6840047" y="4576546"/>
                </a:lnTo>
              </a:path>
            </a:pathLst>
          </a:custGeom>
          <a:solidFill>
            <a:srgbClr val="40AFFF">
              <a:alpha val="20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980942" y="3063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600" dirty="0">
                <a:solidFill>
                  <a:srgbClr val="111111"/>
                </a:solidFill>
                <a:latin typeface="Lexend Deca Bold" pitchFamily="34" charset="0"/>
                <a:ea typeface="Lexend Deca Bold" pitchFamily="34" charset="-122"/>
                <a:cs typeface="Lexend Deca Bold" pitchFamily="34" charset="-120"/>
              </a:rPr>
              <a:t>Environmental Noise and Lighting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83762" y="3573458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111111"/>
                </a:solidFill>
                <a:latin typeface="Lexend Regular" pitchFamily="34" charset="0"/>
                <a:ea typeface="Lexend Regular" pitchFamily="34" charset="-122"/>
                <a:cs typeface="Lexend Regular" pitchFamily="34" charset="-120"/>
              </a:rPr>
              <a:t>The model's performance under varied environmental noise and lighting conditions remains untested.</a:t>
            </a:r>
            <a:endParaRPr lang="en-US" sz="1200" dirty="0"/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111111"/>
                </a:solidFill>
                <a:latin typeface="Lexend Regular" pitchFamily="34" charset="0"/>
                <a:ea typeface="Lexend Regular" pitchFamily="34" charset="-122"/>
                <a:cs typeface="Lexend Regular" pitchFamily="34" charset="-120"/>
              </a:rPr>
              <a:t>Such untested conditions could significantly affect the robustness of the model.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83762" y="3107711"/>
            <a:ext cx="205740" cy="274320"/>
          </a:xfrm>
          <a:custGeom>
            <a:avLst/>
            <a:gdLst/>
            <a:ahLst/>
            <a:cxnLst/>
            <a:rect l="l" t="t" r="r" b="b"/>
            <a:pathLst>
              <a:path w="205740" h="274320">
                <a:moveTo>
                  <a:pt x="180023" y="102870"/>
                </a:moveTo>
                <a:cubicBezTo>
                  <a:pt x="180023" y="60276"/>
                  <a:pt x="145464" y="25718"/>
                  <a:pt x="102870" y="25718"/>
                </a:cubicBezTo>
                <a:cubicBezTo>
                  <a:pt x="60276" y="25718"/>
                  <a:pt x="25717" y="60276"/>
                  <a:pt x="25717" y="102870"/>
                </a:cubicBezTo>
                <a:lnTo>
                  <a:pt x="25717" y="197168"/>
                </a:lnTo>
                <a:cubicBezTo>
                  <a:pt x="25717" y="225565"/>
                  <a:pt x="48756" y="248603"/>
                  <a:pt x="77152" y="248603"/>
                </a:cubicBezTo>
                <a:cubicBezTo>
                  <a:pt x="105549" y="248603"/>
                  <a:pt x="128588" y="225565"/>
                  <a:pt x="128588" y="197168"/>
                </a:cubicBezTo>
                <a:cubicBezTo>
                  <a:pt x="128588" y="185542"/>
                  <a:pt x="134428" y="174344"/>
                  <a:pt x="144553" y="167807"/>
                </a:cubicBezTo>
                <a:cubicBezTo>
                  <a:pt x="165931" y="154036"/>
                  <a:pt x="180023" y="130088"/>
                  <a:pt x="180023" y="102870"/>
                </a:cubicBezTo>
                <a:moveTo>
                  <a:pt x="205740" y="102870"/>
                </a:moveTo>
                <a:cubicBezTo>
                  <a:pt x="205740" y="139195"/>
                  <a:pt x="186933" y="171129"/>
                  <a:pt x="158484" y="189399"/>
                </a:cubicBezTo>
                <a:cubicBezTo>
                  <a:pt x="155858" y="191113"/>
                  <a:pt x="154305" y="194007"/>
                  <a:pt x="154305" y="197167"/>
                </a:cubicBezTo>
                <a:cubicBezTo>
                  <a:pt x="154305" y="239761"/>
                  <a:pt x="119747" y="274320"/>
                  <a:pt x="77152" y="274320"/>
                </a:cubicBezTo>
                <a:cubicBezTo>
                  <a:pt x="34558" y="274320"/>
                  <a:pt x="0" y="239761"/>
                  <a:pt x="0" y="197167"/>
                </a:cubicBezTo>
                <a:lnTo>
                  <a:pt x="0" y="102870"/>
                </a:lnTo>
                <a:cubicBezTo>
                  <a:pt x="0" y="46078"/>
                  <a:pt x="46078" y="0"/>
                  <a:pt x="102870" y="0"/>
                </a:cubicBezTo>
                <a:cubicBezTo>
                  <a:pt x="159662" y="0"/>
                  <a:pt x="205740" y="46078"/>
                  <a:pt x="205740" y="102870"/>
                </a:cubicBezTo>
                <a:lnTo>
                  <a:pt x="205740" y="102870"/>
                </a:lnTo>
                <a:moveTo>
                  <a:pt x="68579" y="102870"/>
                </a:moveTo>
                <a:lnTo>
                  <a:pt x="68579" y="113692"/>
                </a:lnTo>
                <a:cubicBezTo>
                  <a:pt x="68579" y="115299"/>
                  <a:pt x="69491" y="116800"/>
                  <a:pt x="70937" y="117549"/>
                </a:cubicBezTo>
                <a:lnTo>
                  <a:pt x="78438" y="121299"/>
                </a:lnTo>
                <a:cubicBezTo>
                  <a:pt x="88137" y="126174"/>
                  <a:pt x="94243" y="136087"/>
                  <a:pt x="94243" y="146909"/>
                </a:cubicBezTo>
                <a:cubicBezTo>
                  <a:pt x="94243" y="155427"/>
                  <a:pt x="90493" y="163465"/>
                  <a:pt x="83956" y="168929"/>
                </a:cubicBezTo>
                <a:lnTo>
                  <a:pt x="63917" y="185646"/>
                </a:lnTo>
                <a:cubicBezTo>
                  <a:pt x="58453" y="190200"/>
                  <a:pt x="50361" y="189451"/>
                  <a:pt x="45808" y="183987"/>
                </a:cubicBezTo>
                <a:cubicBezTo>
                  <a:pt x="41253" y="178522"/>
                  <a:pt x="42004" y="170432"/>
                  <a:pt x="47468" y="165876"/>
                </a:cubicBezTo>
                <a:lnTo>
                  <a:pt x="67507" y="149159"/>
                </a:lnTo>
                <a:cubicBezTo>
                  <a:pt x="68149" y="148624"/>
                  <a:pt x="68579" y="147765"/>
                  <a:pt x="68579" y="146909"/>
                </a:cubicBezTo>
                <a:cubicBezTo>
                  <a:pt x="68579" y="145785"/>
                  <a:pt x="67938" y="144767"/>
                  <a:pt x="66973" y="144284"/>
                </a:cubicBezTo>
                <a:lnTo>
                  <a:pt x="59471" y="140534"/>
                </a:lnTo>
                <a:cubicBezTo>
                  <a:pt x="49291" y="135445"/>
                  <a:pt x="42862" y="125049"/>
                  <a:pt x="42862" y="113692"/>
                </a:cubicBezTo>
                <a:lnTo>
                  <a:pt x="42862" y="102870"/>
                </a:lnTo>
                <a:cubicBezTo>
                  <a:pt x="42862" y="69705"/>
                  <a:pt x="69705" y="42862"/>
                  <a:pt x="102870" y="42862"/>
                </a:cubicBezTo>
                <a:cubicBezTo>
                  <a:pt x="136035" y="42862"/>
                  <a:pt x="162878" y="69705"/>
                  <a:pt x="162878" y="102870"/>
                </a:cubicBezTo>
                <a:lnTo>
                  <a:pt x="162878" y="107158"/>
                </a:lnTo>
                <a:cubicBezTo>
                  <a:pt x="162878" y="114284"/>
                  <a:pt x="157146" y="120018"/>
                  <a:pt x="150019" y="120018"/>
                </a:cubicBezTo>
                <a:cubicBezTo>
                  <a:pt x="142893" y="120018"/>
                  <a:pt x="137161" y="114284"/>
                  <a:pt x="137161" y="107160"/>
                </a:cubicBezTo>
                <a:lnTo>
                  <a:pt x="137161" y="102875"/>
                </a:lnTo>
                <a:cubicBezTo>
                  <a:pt x="137161" y="83961"/>
                  <a:pt x="121784" y="68585"/>
                  <a:pt x="102870" y="68585"/>
                </a:cubicBezTo>
                <a:cubicBezTo>
                  <a:pt x="83956" y="68585"/>
                  <a:pt x="68579" y="83961"/>
                  <a:pt x="68579" y="102875"/>
                </a:cubicBezTo>
                <a:lnTo>
                  <a:pt x="68579" y="102870"/>
                </a:lnTo>
              </a:path>
            </a:pathLst>
          </a:custGeom>
          <a:solidFill>
            <a:srgbClr val="003860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960120" y="48224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600" dirty="0">
                <a:solidFill>
                  <a:srgbClr val="111111"/>
                </a:solidFill>
                <a:latin typeface="Lexend Deca Bold" pitchFamily="34" charset="0"/>
                <a:ea typeface="Lexend Deca Bold" pitchFamily="34" charset="-122"/>
                <a:cs typeface="Lexend Deca Bold" pitchFamily="34" charset="-120"/>
              </a:rPr>
              <a:t>Real-Time Processing Challenges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2920" y="5284044"/>
            <a:ext cx="3657600" cy="1315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111111"/>
                </a:solidFill>
                <a:latin typeface="Lexend Regular" pitchFamily="34" charset="0"/>
                <a:ea typeface="Lexend Regular" pitchFamily="34" charset="-122"/>
                <a:cs typeface="Lexend Regular" pitchFamily="34" charset="-120"/>
              </a:rPr>
              <a:t>Real-time processing constraints are not fully addressed, impacting practical deployment.</a:t>
            </a:r>
            <a:endParaRPr lang="en-US" sz="1200" dirty="0"/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111111"/>
                </a:solidFill>
                <a:latin typeface="Lexend Regular" pitchFamily="34" charset="0"/>
                <a:ea typeface="Lexend Regular" pitchFamily="34" charset="-122"/>
                <a:cs typeface="Lexend Regular" pitchFamily="34" charset="-120"/>
              </a:rPr>
              <a:t>This limitation raises concerns about the model's usability in dynamic, real-world scenarios.</a:t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111111"/>
                </a:solidFill>
                <a:latin typeface="Lexend Regular" pitchFamily="34" charset="0"/>
                <a:ea typeface="Lexend Regular" pitchFamily="34" charset="-122"/>
              </a:rPr>
              <a:t>It relies solely on facial features ignoring other cues such as tone, physiological signals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8616" y="4822448"/>
            <a:ext cx="222929" cy="274320"/>
          </a:xfrm>
          <a:custGeom>
            <a:avLst/>
            <a:gdLst/>
            <a:ahLst/>
            <a:cxnLst/>
            <a:rect l="l" t="t" r="r" b="b"/>
            <a:pathLst>
              <a:path w="222929" h="274320">
                <a:moveTo>
                  <a:pt x="68593" y="12860"/>
                </a:moveTo>
                <a:cubicBezTo>
                  <a:pt x="68593" y="5733"/>
                  <a:pt x="74327" y="0"/>
                  <a:pt x="81454" y="0"/>
                </a:cubicBezTo>
                <a:lnTo>
                  <a:pt x="141473" y="0"/>
                </a:lnTo>
                <a:cubicBezTo>
                  <a:pt x="148600" y="0"/>
                  <a:pt x="154333" y="5733"/>
                  <a:pt x="154333" y="12860"/>
                </a:cubicBezTo>
                <a:cubicBezTo>
                  <a:pt x="154333" y="19987"/>
                  <a:pt x="148600" y="25720"/>
                  <a:pt x="141473" y="25720"/>
                </a:cubicBezTo>
                <a:lnTo>
                  <a:pt x="124325" y="25720"/>
                </a:lnTo>
                <a:lnTo>
                  <a:pt x="124325" y="52192"/>
                </a:lnTo>
                <a:cubicBezTo>
                  <a:pt x="147583" y="54872"/>
                  <a:pt x="168697" y="64679"/>
                  <a:pt x="185309" y="79468"/>
                </a:cubicBezTo>
                <a:lnTo>
                  <a:pt x="200957" y="63766"/>
                </a:lnTo>
                <a:cubicBezTo>
                  <a:pt x="205995" y="58729"/>
                  <a:pt x="214138" y="58729"/>
                  <a:pt x="219123" y="63766"/>
                </a:cubicBezTo>
                <a:cubicBezTo>
                  <a:pt x="224108" y="68802"/>
                  <a:pt x="224161" y="76949"/>
                  <a:pt x="219123" y="81931"/>
                </a:cubicBezTo>
                <a:lnTo>
                  <a:pt x="202510" y="98544"/>
                </a:lnTo>
                <a:cubicBezTo>
                  <a:pt x="215371" y="116709"/>
                  <a:pt x="222928" y="138896"/>
                  <a:pt x="222928" y="162850"/>
                </a:cubicBezTo>
                <a:cubicBezTo>
                  <a:pt x="222928" y="224424"/>
                  <a:pt x="173037" y="274314"/>
                  <a:pt x="111464" y="274314"/>
                </a:cubicBezTo>
                <a:cubicBezTo>
                  <a:pt x="49891" y="274314"/>
                  <a:pt x="0" y="224476"/>
                  <a:pt x="0" y="162905"/>
                </a:cubicBezTo>
                <a:cubicBezTo>
                  <a:pt x="0" y="105674"/>
                  <a:pt x="43085" y="58567"/>
                  <a:pt x="98603" y="52192"/>
                </a:cubicBezTo>
                <a:lnTo>
                  <a:pt x="98603" y="25720"/>
                </a:lnTo>
                <a:lnTo>
                  <a:pt x="81456" y="25720"/>
                </a:lnTo>
                <a:cubicBezTo>
                  <a:pt x="74329" y="25720"/>
                  <a:pt x="68595" y="19987"/>
                  <a:pt x="68595" y="12860"/>
                </a:cubicBezTo>
                <a:lnTo>
                  <a:pt x="68593" y="12860"/>
                </a:lnTo>
                <a:moveTo>
                  <a:pt x="111464" y="248652"/>
                </a:moveTo>
                <a:cubicBezTo>
                  <a:pt x="158819" y="248652"/>
                  <a:pt x="197207" y="210264"/>
                  <a:pt x="197207" y="162910"/>
                </a:cubicBezTo>
                <a:cubicBezTo>
                  <a:pt x="197207" y="115557"/>
                  <a:pt x="158819" y="77169"/>
                  <a:pt x="111464" y="77169"/>
                </a:cubicBezTo>
                <a:cubicBezTo>
                  <a:pt x="64110" y="77169"/>
                  <a:pt x="25722" y="115557"/>
                  <a:pt x="25722" y="162910"/>
                </a:cubicBezTo>
                <a:cubicBezTo>
                  <a:pt x="25722" y="210264"/>
                  <a:pt x="64110" y="248652"/>
                  <a:pt x="111464" y="248652"/>
                </a:cubicBezTo>
                <a:lnTo>
                  <a:pt x="111464" y="248652"/>
                </a:lnTo>
                <a:moveTo>
                  <a:pt x="124325" y="115752"/>
                </a:moveTo>
                <a:lnTo>
                  <a:pt x="124325" y="171483"/>
                </a:lnTo>
                <a:cubicBezTo>
                  <a:pt x="124325" y="178610"/>
                  <a:pt x="118591" y="184343"/>
                  <a:pt x="111464" y="184343"/>
                </a:cubicBezTo>
                <a:cubicBezTo>
                  <a:pt x="104337" y="184343"/>
                  <a:pt x="98604" y="178610"/>
                  <a:pt x="98604" y="171483"/>
                </a:cubicBezTo>
                <a:lnTo>
                  <a:pt x="98604" y="115752"/>
                </a:lnTo>
                <a:cubicBezTo>
                  <a:pt x="98604" y="108625"/>
                  <a:pt x="104337" y="102892"/>
                  <a:pt x="111464" y="102892"/>
                </a:cubicBezTo>
                <a:cubicBezTo>
                  <a:pt x="118591" y="102892"/>
                  <a:pt x="124325" y="108625"/>
                  <a:pt x="124325" y="115752"/>
                </a:cubicBezTo>
                <a:lnTo>
                  <a:pt x="124325" y="115752"/>
                </a:lnTo>
              </a:path>
            </a:pathLst>
          </a:custGeom>
          <a:solidFill>
            <a:srgbClr val="003860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209542" y="3063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752342" y="3524837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3063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600" dirty="0">
                <a:solidFill>
                  <a:srgbClr val="111111"/>
                </a:solidFill>
                <a:latin typeface="Lexend Deca Bold" pitchFamily="34" charset="0"/>
                <a:ea typeface="Lexend Deca Bold" pitchFamily="34" charset="-122"/>
                <a:cs typeface="Lexend Deca Bold" pitchFamily="34" charset="-120"/>
              </a:rPr>
              <a:t>Dataset Limitations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2920" y="3524837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111111"/>
                </a:solidFill>
                <a:latin typeface="Lexend Regular" pitchFamily="34" charset="0"/>
                <a:ea typeface="Lexend Regular" pitchFamily="34" charset="-122"/>
                <a:cs typeface="Lexend Regular" pitchFamily="34" charset="-120"/>
              </a:rPr>
              <a:t>The dataset size and diversity are limited, potentially affecting generalizability.</a:t>
            </a:r>
            <a:endParaRPr lang="en-US" sz="1200" dirty="0"/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111111"/>
                </a:solidFill>
                <a:latin typeface="Lexend Regular" pitchFamily="34" charset="0"/>
                <a:ea typeface="Lexend Regular" pitchFamily="34" charset="-122"/>
                <a:cs typeface="Lexend Regular" pitchFamily="34" charset="-120"/>
              </a:rPr>
              <a:t>This constraint may hinder the model's ability to perform well across different populations.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7210" y="3063240"/>
            <a:ext cx="205740" cy="274320"/>
          </a:xfrm>
          <a:custGeom>
            <a:avLst/>
            <a:gdLst/>
            <a:ahLst/>
            <a:cxnLst/>
            <a:rect l="l" t="t" r="r" b="b"/>
            <a:pathLst>
              <a:path w="205740" h="274320">
                <a:moveTo>
                  <a:pt x="12859" y="0"/>
                </a:moveTo>
                <a:cubicBezTo>
                  <a:pt x="5732" y="0"/>
                  <a:pt x="0" y="5733"/>
                  <a:pt x="0" y="12860"/>
                </a:cubicBezTo>
                <a:cubicBezTo>
                  <a:pt x="0" y="19987"/>
                  <a:pt x="5732" y="25720"/>
                  <a:pt x="12859" y="25720"/>
                </a:cubicBezTo>
                <a:lnTo>
                  <a:pt x="17144" y="25720"/>
                </a:lnTo>
                <a:lnTo>
                  <a:pt x="17144" y="35900"/>
                </a:lnTo>
                <a:cubicBezTo>
                  <a:pt x="17144" y="57492"/>
                  <a:pt x="25718" y="78228"/>
                  <a:pt x="40988" y="93496"/>
                </a:cubicBezTo>
                <a:lnTo>
                  <a:pt x="84707" y="137163"/>
                </a:lnTo>
                <a:lnTo>
                  <a:pt x="40988" y="180829"/>
                </a:lnTo>
                <a:cubicBezTo>
                  <a:pt x="25717" y="196098"/>
                  <a:pt x="17144" y="216833"/>
                  <a:pt x="17144" y="238425"/>
                </a:cubicBezTo>
                <a:lnTo>
                  <a:pt x="17144" y="248605"/>
                </a:lnTo>
                <a:lnTo>
                  <a:pt x="12859" y="248605"/>
                </a:lnTo>
                <a:cubicBezTo>
                  <a:pt x="5732" y="248605"/>
                  <a:pt x="0" y="254338"/>
                  <a:pt x="0" y="261465"/>
                </a:cubicBezTo>
                <a:cubicBezTo>
                  <a:pt x="0" y="268592"/>
                  <a:pt x="5732" y="274325"/>
                  <a:pt x="12859" y="274325"/>
                </a:cubicBezTo>
                <a:lnTo>
                  <a:pt x="192881" y="274325"/>
                </a:lnTo>
                <a:cubicBezTo>
                  <a:pt x="200008" y="274325"/>
                  <a:pt x="205740" y="268592"/>
                  <a:pt x="205740" y="261468"/>
                </a:cubicBezTo>
                <a:cubicBezTo>
                  <a:pt x="205740" y="254341"/>
                  <a:pt x="200008" y="248611"/>
                  <a:pt x="192881" y="248611"/>
                </a:cubicBezTo>
                <a:lnTo>
                  <a:pt x="188596" y="248611"/>
                </a:lnTo>
                <a:lnTo>
                  <a:pt x="188596" y="238430"/>
                </a:lnTo>
                <a:cubicBezTo>
                  <a:pt x="188596" y="216839"/>
                  <a:pt x="180023" y="196103"/>
                  <a:pt x="164752" y="180834"/>
                </a:cubicBezTo>
                <a:lnTo>
                  <a:pt x="121033" y="137168"/>
                </a:lnTo>
                <a:lnTo>
                  <a:pt x="164699" y="93502"/>
                </a:lnTo>
                <a:cubicBezTo>
                  <a:pt x="180023" y="78233"/>
                  <a:pt x="188596" y="57497"/>
                  <a:pt x="188596" y="35906"/>
                </a:cubicBezTo>
                <a:lnTo>
                  <a:pt x="188596" y="25726"/>
                </a:lnTo>
                <a:lnTo>
                  <a:pt x="192881" y="25726"/>
                </a:lnTo>
                <a:cubicBezTo>
                  <a:pt x="200008" y="25726"/>
                  <a:pt x="205740" y="19992"/>
                  <a:pt x="205740" y="12868"/>
                </a:cubicBezTo>
                <a:cubicBezTo>
                  <a:pt x="205740" y="5741"/>
                  <a:pt x="200008" y="11"/>
                  <a:pt x="192881" y="11"/>
                </a:cubicBezTo>
                <a:lnTo>
                  <a:pt x="12859" y="0"/>
                </a:lnTo>
                <a:moveTo>
                  <a:pt x="102870" y="155323"/>
                </a:moveTo>
                <a:lnTo>
                  <a:pt x="146536" y="198989"/>
                </a:lnTo>
                <a:cubicBezTo>
                  <a:pt x="156984" y="209490"/>
                  <a:pt x="162878" y="223634"/>
                  <a:pt x="162878" y="238422"/>
                </a:cubicBezTo>
                <a:lnTo>
                  <a:pt x="162878" y="248603"/>
                </a:lnTo>
                <a:lnTo>
                  <a:pt x="42864" y="248603"/>
                </a:lnTo>
                <a:lnTo>
                  <a:pt x="42864" y="238422"/>
                </a:lnTo>
                <a:cubicBezTo>
                  <a:pt x="42864" y="223634"/>
                  <a:pt x="48758" y="209490"/>
                  <a:pt x="59206" y="199044"/>
                </a:cubicBezTo>
                <a:lnTo>
                  <a:pt x="102870" y="155323"/>
                </a:lnTo>
                <a:moveTo>
                  <a:pt x="102870" y="118942"/>
                </a:moveTo>
                <a:lnTo>
                  <a:pt x="59204" y="75276"/>
                </a:lnTo>
                <a:cubicBezTo>
                  <a:pt x="48756" y="64827"/>
                  <a:pt x="42862" y="50683"/>
                  <a:pt x="42862" y="35898"/>
                </a:cubicBezTo>
                <a:lnTo>
                  <a:pt x="42862" y="25717"/>
                </a:lnTo>
                <a:lnTo>
                  <a:pt x="162876" y="25717"/>
                </a:lnTo>
                <a:lnTo>
                  <a:pt x="162876" y="35898"/>
                </a:lnTo>
                <a:cubicBezTo>
                  <a:pt x="162876" y="50686"/>
                  <a:pt x="156982" y="64830"/>
                  <a:pt x="146534" y="75276"/>
                </a:cubicBezTo>
                <a:lnTo>
                  <a:pt x="102868" y="118995"/>
                </a:lnTo>
                <a:lnTo>
                  <a:pt x="102870" y="118942"/>
                </a:lnTo>
              </a:path>
            </a:pathLst>
          </a:custGeom>
          <a:solidFill>
            <a:srgbClr val="003860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-740928" y="-1531565"/>
            <a:ext cx="2743200" cy="2743200"/>
          </a:xfrm>
          <a:custGeom>
            <a:avLst/>
            <a:gdLst/>
            <a:ahLst/>
            <a:cxnLst/>
            <a:rect l="l" t="t" r="r" b="b"/>
            <a:pathLst>
              <a:path w="2743200" h="2743200">
                <a:moveTo>
                  <a:pt x="0" y="1371600"/>
                </a:moveTo>
                <a:cubicBezTo>
                  <a:pt x="0" y="614093"/>
                  <a:pt x="614093" y="0"/>
                  <a:pt x="1371600" y="0"/>
                </a:cubicBezTo>
                <a:cubicBezTo>
                  <a:pt x="2129107" y="0"/>
                  <a:pt x="2743200" y="614093"/>
                  <a:pt x="2743200" y="1371600"/>
                </a:cubicBezTo>
                <a:cubicBezTo>
                  <a:pt x="2743200" y="2129107"/>
                  <a:pt x="2129107" y="2743200"/>
                  <a:pt x="1371600" y="2743200"/>
                </a:cubicBezTo>
                <a:cubicBezTo>
                  <a:pt x="614093" y="2743200"/>
                  <a:pt x="0" y="2129107"/>
                  <a:pt x="0" y="1371600"/>
                </a:cubicBezTo>
              </a:path>
            </a:pathLst>
          </a:custGeom>
          <a:gradFill>
            <a:gsLst>
              <a:gs pos="0">
                <a:srgbClr val="FFFFFF">
                  <a:alpha val="100000"/>
                </a:srgbClr>
              </a:gs>
              <a:gs pos="100000">
                <a:srgbClr val="BFE5FF">
                  <a:alpha val="100000"/>
                </a:srgbClr>
              </a:gs>
            </a:gsLst>
            <a:lin ang="5400000"/>
          </a:gra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02919" y="17233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9102" y="29302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83604" y="6508085"/>
            <a:ext cx="5760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88888"/>
                </a:solidFill>
                <a:latin typeface="Lexend Regular" pitchFamily="34" charset="0"/>
                <a:ea typeface="Lexend Regular" pitchFamily="34" charset="-122"/>
                <a:cs typeface="Lexend Regular" pitchFamily="34" charset="-120"/>
              </a:rPr>
              <a:t>Multimodal Real-Time Emotion and Deception Detection System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508085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88888"/>
                </a:solidFill>
                <a:latin typeface="Lexend Regular" pitchFamily="34" charset="0"/>
                <a:ea typeface="Lexend Regular" pitchFamily="34" charset="-122"/>
                <a:cs typeface="Lexend Regular" pitchFamily="34" charset="-120"/>
              </a:rPr>
              <a:t>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1796007"/>
            <a:ext cx="8636478" cy="789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400" dirty="0">
                <a:solidFill>
                  <a:srgbClr val="003860"/>
                </a:solidFill>
                <a:latin typeface="Lexend Deca Regular" pitchFamily="34" charset="0"/>
                <a:ea typeface="Lexend Deca Regular" pitchFamily="34" charset="-122"/>
                <a:cs typeface="Lexend Deca Regular" pitchFamily="34" charset="-120"/>
              </a:rPr>
              <a:t>Literature Review 1 - Future Scope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240519" y="-304403"/>
            <a:ext cx="2992629" cy="2997418"/>
          </a:xfrm>
          <a:custGeom>
            <a:avLst/>
            <a:gdLst/>
            <a:ahLst/>
            <a:cxnLst/>
            <a:rect l="l" t="t" r="r" b="b"/>
            <a:pathLst>
              <a:path w="2992629" h="2997418">
                <a:moveTo>
                  <a:pt x="1881406" y="825009"/>
                </a:moveTo>
                <a:lnTo>
                  <a:pt x="1881406" y="830495"/>
                </a:lnTo>
                <a:lnTo>
                  <a:pt x="1886134" y="827767"/>
                </a:lnTo>
                <a:cubicBezTo>
                  <a:pt x="2015446" y="753341"/>
                  <a:pt x="2139490" y="697889"/>
                  <a:pt x="2230556" y="673640"/>
                </a:cubicBezTo>
                <a:lnTo>
                  <a:pt x="2229748" y="670582"/>
                </a:lnTo>
                <a:lnTo>
                  <a:pt x="2230556" y="673640"/>
                </a:lnTo>
                <a:cubicBezTo>
                  <a:pt x="2552952" y="587674"/>
                  <a:pt x="2884745" y="779598"/>
                  <a:pt x="2971651" y="1102270"/>
                </a:cubicBezTo>
                <a:lnTo>
                  <a:pt x="2974703" y="1101431"/>
                </a:lnTo>
                <a:lnTo>
                  <a:pt x="2971651" y="1102270"/>
                </a:lnTo>
                <a:cubicBezTo>
                  <a:pt x="3058527" y="1424942"/>
                  <a:pt x="2867627" y="1756217"/>
                  <a:pt x="2545231" y="1842153"/>
                </a:cubicBezTo>
                <a:cubicBezTo>
                  <a:pt x="2452460" y="1866882"/>
                  <a:pt x="2313781" y="1880640"/>
                  <a:pt x="2161007" y="1879980"/>
                </a:cubicBezTo>
                <a:lnTo>
                  <a:pt x="2155471" y="1879950"/>
                </a:lnTo>
                <a:lnTo>
                  <a:pt x="2158254" y="1884746"/>
                </a:lnTo>
                <a:cubicBezTo>
                  <a:pt x="2235195" y="2016932"/>
                  <a:pt x="2292653" y="2144173"/>
                  <a:pt x="2317642" y="2237033"/>
                </a:cubicBezTo>
                <a:cubicBezTo>
                  <a:pt x="2404547" y="2559705"/>
                  <a:pt x="2213618" y="2890980"/>
                  <a:pt x="1891222" y="2976915"/>
                </a:cubicBezTo>
                <a:cubicBezTo>
                  <a:pt x="1568826" y="3062881"/>
                  <a:pt x="1237033" y="2870957"/>
                  <a:pt x="1150157" y="2548285"/>
                </a:cubicBezTo>
                <a:cubicBezTo>
                  <a:pt x="1125618" y="2457163"/>
                  <a:pt x="1111522" y="2321830"/>
                  <a:pt x="1111193" y="2172408"/>
                </a:cubicBezTo>
                <a:lnTo>
                  <a:pt x="1111193" y="2166923"/>
                </a:lnTo>
                <a:lnTo>
                  <a:pt x="1106465" y="2169651"/>
                </a:lnTo>
                <a:cubicBezTo>
                  <a:pt x="977153" y="2244107"/>
                  <a:pt x="853109" y="2299529"/>
                  <a:pt x="762043" y="2323808"/>
                </a:cubicBezTo>
                <a:cubicBezTo>
                  <a:pt x="439647" y="2409774"/>
                  <a:pt x="107854" y="2217849"/>
                  <a:pt x="20978" y="1895177"/>
                </a:cubicBezTo>
                <a:cubicBezTo>
                  <a:pt x="-65928" y="1572505"/>
                  <a:pt x="125002" y="1241231"/>
                  <a:pt x="447398" y="1155295"/>
                </a:cubicBezTo>
                <a:cubicBezTo>
                  <a:pt x="540170" y="1130566"/>
                  <a:pt x="678878" y="1116808"/>
                  <a:pt x="831622" y="1117467"/>
                </a:cubicBezTo>
                <a:lnTo>
                  <a:pt x="837158" y="1117497"/>
                </a:lnTo>
                <a:lnTo>
                  <a:pt x="834375" y="1112701"/>
                </a:lnTo>
                <a:cubicBezTo>
                  <a:pt x="757405" y="980515"/>
                  <a:pt x="699976" y="853275"/>
                  <a:pt x="674988" y="760415"/>
                </a:cubicBezTo>
                <a:cubicBezTo>
                  <a:pt x="588082" y="437743"/>
                  <a:pt x="779011" y="106468"/>
                  <a:pt x="1101407" y="20532"/>
                </a:cubicBezTo>
                <a:lnTo>
                  <a:pt x="1100599" y="17475"/>
                </a:lnTo>
                <a:lnTo>
                  <a:pt x="1101407" y="20532"/>
                </a:lnTo>
                <a:cubicBezTo>
                  <a:pt x="1423803" y="-65434"/>
                  <a:pt x="1755596" y="126491"/>
                  <a:pt x="1842472" y="449163"/>
                </a:cubicBezTo>
                <a:cubicBezTo>
                  <a:pt x="1867011" y="540284"/>
                  <a:pt x="1881107" y="675618"/>
                  <a:pt x="1881436" y="825039"/>
                </a:cubicBezTo>
                <a:lnTo>
                  <a:pt x="1881406" y="825009"/>
                </a:lnTo>
              </a:path>
            </a:pathLst>
          </a:custGeom>
          <a:solidFill>
            <a:srgbClr val="BFE5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83864" y="-518537"/>
            <a:ext cx="2992629" cy="2997418"/>
          </a:xfrm>
          <a:custGeom>
            <a:avLst/>
            <a:gdLst/>
            <a:ahLst/>
            <a:cxnLst/>
            <a:rect l="l" t="t" r="r" b="b"/>
            <a:pathLst>
              <a:path w="2992629" h="2997418">
                <a:moveTo>
                  <a:pt x="1881406" y="825009"/>
                </a:moveTo>
                <a:lnTo>
                  <a:pt x="1881406" y="830495"/>
                </a:lnTo>
                <a:lnTo>
                  <a:pt x="1886134" y="827767"/>
                </a:lnTo>
                <a:cubicBezTo>
                  <a:pt x="2015446" y="753341"/>
                  <a:pt x="2139490" y="697889"/>
                  <a:pt x="2230556" y="673640"/>
                </a:cubicBezTo>
                <a:lnTo>
                  <a:pt x="2229748" y="670582"/>
                </a:lnTo>
                <a:lnTo>
                  <a:pt x="2230556" y="673640"/>
                </a:lnTo>
                <a:cubicBezTo>
                  <a:pt x="2552952" y="587674"/>
                  <a:pt x="2884745" y="779598"/>
                  <a:pt x="2971651" y="1102270"/>
                </a:cubicBezTo>
                <a:lnTo>
                  <a:pt x="2974703" y="1101431"/>
                </a:lnTo>
                <a:lnTo>
                  <a:pt x="2971651" y="1102270"/>
                </a:lnTo>
                <a:cubicBezTo>
                  <a:pt x="3058527" y="1424942"/>
                  <a:pt x="2867627" y="1756217"/>
                  <a:pt x="2545231" y="1842153"/>
                </a:cubicBezTo>
                <a:cubicBezTo>
                  <a:pt x="2452460" y="1866882"/>
                  <a:pt x="2313781" y="1880640"/>
                  <a:pt x="2161007" y="1879980"/>
                </a:cubicBezTo>
                <a:lnTo>
                  <a:pt x="2155471" y="1879950"/>
                </a:lnTo>
                <a:lnTo>
                  <a:pt x="2158254" y="1884746"/>
                </a:lnTo>
                <a:cubicBezTo>
                  <a:pt x="2235195" y="2016932"/>
                  <a:pt x="2292653" y="2144173"/>
                  <a:pt x="2317642" y="2237033"/>
                </a:cubicBezTo>
                <a:cubicBezTo>
                  <a:pt x="2404547" y="2559705"/>
                  <a:pt x="2213618" y="2890980"/>
                  <a:pt x="1891222" y="2976915"/>
                </a:cubicBezTo>
                <a:cubicBezTo>
                  <a:pt x="1568826" y="3062881"/>
                  <a:pt x="1237033" y="2870957"/>
                  <a:pt x="1150157" y="2548285"/>
                </a:cubicBezTo>
                <a:cubicBezTo>
                  <a:pt x="1125618" y="2457163"/>
                  <a:pt x="1111522" y="2321830"/>
                  <a:pt x="1111193" y="2172408"/>
                </a:cubicBezTo>
                <a:lnTo>
                  <a:pt x="1111193" y="2166923"/>
                </a:lnTo>
                <a:lnTo>
                  <a:pt x="1106465" y="2169651"/>
                </a:lnTo>
                <a:cubicBezTo>
                  <a:pt x="977153" y="2244107"/>
                  <a:pt x="853109" y="2299529"/>
                  <a:pt x="762043" y="2323808"/>
                </a:cubicBezTo>
                <a:cubicBezTo>
                  <a:pt x="439647" y="2409774"/>
                  <a:pt x="107854" y="2217849"/>
                  <a:pt x="20978" y="1895177"/>
                </a:cubicBezTo>
                <a:cubicBezTo>
                  <a:pt x="-65928" y="1572505"/>
                  <a:pt x="125002" y="1241231"/>
                  <a:pt x="447398" y="1155295"/>
                </a:cubicBezTo>
                <a:cubicBezTo>
                  <a:pt x="540170" y="1130566"/>
                  <a:pt x="678878" y="1116808"/>
                  <a:pt x="831622" y="1117467"/>
                </a:cubicBezTo>
                <a:lnTo>
                  <a:pt x="837158" y="1117497"/>
                </a:lnTo>
                <a:lnTo>
                  <a:pt x="834375" y="1112701"/>
                </a:lnTo>
                <a:cubicBezTo>
                  <a:pt x="757405" y="980515"/>
                  <a:pt x="699976" y="853275"/>
                  <a:pt x="674988" y="760415"/>
                </a:cubicBezTo>
                <a:cubicBezTo>
                  <a:pt x="588082" y="437743"/>
                  <a:pt x="779011" y="106468"/>
                  <a:pt x="1101407" y="20532"/>
                </a:cubicBezTo>
                <a:lnTo>
                  <a:pt x="1100599" y="17475"/>
                </a:lnTo>
                <a:lnTo>
                  <a:pt x="1101407" y="20532"/>
                </a:lnTo>
                <a:cubicBezTo>
                  <a:pt x="1423803" y="-65434"/>
                  <a:pt x="1755596" y="126491"/>
                  <a:pt x="1842472" y="449163"/>
                </a:cubicBezTo>
                <a:cubicBezTo>
                  <a:pt x="1867011" y="540284"/>
                  <a:pt x="1881107" y="675618"/>
                  <a:pt x="1881436" y="825039"/>
                </a:cubicBezTo>
                <a:lnTo>
                  <a:pt x="1881406" y="825009"/>
                </a:lnTo>
              </a:path>
            </a:pathLst>
          </a:custGeom>
          <a:solidFill>
            <a:srgbClr val="003860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568119" y="828013"/>
            <a:ext cx="365158" cy="191854"/>
          </a:xfrm>
          <a:custGeom>
            <a:avLst/>
            <a:gdLst/>
            <a:ahLst/>
            <a:cxnLst/>
            <a:rect l="l" t="t" r="r" b="b"/>
            <a:pathLst>
              <a:path w="365158" h="191854">
                <a:moveTo>
                  <a:pt x="58137" y="184932"/>
                </a:moveTo>
                <a:cubicBezTo>
                  <a:pt x="51491" y="184932"/>
                  <a:pt x="44849" y="183547"/>
                  <a:pt x="38203" y="180778"/>
                </a:cubicBezTo>
                <a:cubicBezTo>
                  <a:pt x="12178" y="169705"/>
                  <a:pt x="0" y="139806"/>
                  <a:pt x="11072" y="113781"/>
                </a:cubicBezTo>
                <a:cubicBezTo>
                  <a:pt x="40142" y="44570"/>
                  <a:pt x="107415" y="-2"/>
                  <a:pt x="182437" y="-2"/>
                </a:cubicBezTo>
                <a:cubicBezTo>
                  <a:pt x="257462" y="-2"/>
                  <a:pt x="324735" y="44570"/>
                  <a:pt x="354079" y="113781"/>
                </a:cubicBezTo>
                <a:cubicBezTo>
                  <a:pt x="365154" y="139804"/>
                  <a:pt x="352973" y="169981"/>
                  <a:pt x="326948" y="180778"/>
                </a:cubicBezTo>
                <a:cubicBezTo>
                  <a:pt x="300923" y="191852"/>
                  <a:pt x="270750" y="179671"/>
                  <a:pt x="259952" y="153648"/>
                </a:cubicBezTo>
                <a:cubicBezTo>
                  <a:pt x="246664" y="122641"/>
                  <a:pt x="216210" y="102431"/>
                  <a:pt x="182437" y="102431"/>
                </a:cubicBezTo>
                <a:cubicBezTo>
                  <a:pt x="148663" y="102431"/>
                  <a:pt x="118487" y="122641"/>
                  <a:pt x="105198" y="153648"/>
                </a:cubicBezTo>
                <a:cubicBezTo>
                  <a:pt x="97169" y="173028"/>
                  <a:pt x="78067" y="184932"/>
                  <a:pt x="58133" y="184932"/>
                </a:cubicBezTo>
                <a:lnTo>
                  <a:pt x="58137" y="184932"/>
                </a:lnTo>
              </a:path>
            </a:pathLst>
          </a:custGeom>
          <a:solidFill>
            <a:srgbClr val="BFE5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748801" y="411480"/>
            <a:ext cx="365158" cy="191854"/>
          </a:xfrm>
          <a:custGeom>
            <a:avLst/>
            <a:gdLst/>
            <a:ahLst/>
            <a:cxnLst/>
            <a:rect l="l" t="t" r="r" b="b"/>
            <a:pathLst>
              <a:path w="365158" h="191854">
                <a:moveTo>
                  <a:pt x="58137" y="184932"/>
                </a:moveTo>
                <a:cubicBezTo>
                  <a:pt x="51491" y="184932"/>
                  <a:pt x="44849" y="183547"/>
                  <a:pt x="38203" y="180778"/>
                </a:cubicBezTo>
                <a:cubicBezTo>
                  <a:pt x="12178" y="169705"/>
                  <a:pt x="0" y="139806"/>
                  <a:pt x="11072" y="113781"/>
                </a:cubicBezTo>
                <a:cubicBezTo>
                  <a:pt x="40142" y="44570"/>
                  <a:pt x="107415" y="-2"/>
                  <a:pt x="182437" y="-2"/>
                </a:cubicBezTo>
                <a:cubicBezTo>
                  <a:pt x="257462" y="-2"/>
                  <a:pt x="324735" y="44570"/>
                  <a:pt x="354079" y="113781"/>
                </a:cubicBezTo>
                <a:cubicBezTo>
                  <a:pt x="365154" y="139804"/>
                  <a:pt x="352973" y="169981"/>
                  <a:pt x="326948" y="180778"/>
                </a:cubicBezTo>
                <a:cubicBezTo>
                  <a:pt x="300923" y="191852"/>
                  <a:pt x="270750" y="179671"/>
                  <a:pt x="259952" y="153648"/>
                </a:cubicBezTo>
                <a:cubicBezTo>
                  <a:pt x="246664" y="122641"/>
                  <a:pt x="216210" y="102431"/>
                  <a:pt x="182437" y="102431"/>
                </a:cubicBezTo>
                <a:cubicBezTo>
                  <a:pt x="148663" y="102431"/>
                  <a:pt x="118487" y="122641"/>
                  <a:pt x="105198" y="153648"/>
                </a:cubicBezTo>
                <a:cubicBezTo>
                  <a:pt x="97169" y="173028"/>
                  <a:pt x="78067" y="184932"/>
                  <a:pt x="58133" y="184932"/>
                </a:cubicBezTo>
                <a:lnTo>
                  <a:pt x="58137" y="184932"/>
                </a:lnTo>
              </a:path>
            </a:pathLst>
          </a:custGeom>
          <a:solidFill>
            <a:srgbClr val="0070C0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1118841" y="6212687"/>
            <a:ext cx="570088" cy="299524"/>
          </a:xfrm>
          <a:custGeom>
            <a:avLst/>
            <a:gdLst/>
            <a:ahLst/>
            <a:cxnLst/>
            <a:rect l="l" t="t" r="r" b="b"/>
            <a:pathLst>
              <a:path w="570088" h="299524">
                <a:moveTo>
                  <a:pt x="90764" y="288718"/>
                </a:moveTo>
                <a:cubicBezTo>
                  <a:pt x="80388" y="288718"/>
                  <a:pt x="70018" y="286555"/>
                  <a:pt x="59643" y="282233"/>
                </a:cubicBezTo>
                <a:cubicBezTo>
                  <a:pt x="19012" y="264944"/>
                  <a:pt x="0" y="218266"/>
                  <a:pt x="17285" y="177636"/>
                </a:cubicBezTo>
                <a:cubicBezTo>
                  <a:pt x="62670" y="69583"/>
                  <a:pt x="167697" y="-3"/>
                  <a:pt x="284822" y="-3"/>
                </a:cubicBezTo>
                <a:cubicBezTo>
                  <a:pt x="401952" y="-3"/>
                  <a:pt x="506979" y="69583"/>
                  <a:pt x="552791" y="177636"/>
                </a:cubicBezTo>
                <a:cubicBezTo>
                  <a:pt x="570082" y="218263"/>
                  <a:pt x="551064" y="265376"/>
                  <a:pt x="510434" y="282233"/>
                </a:cubicBezTo>
                <a:cubicBezTo>
                  <a:pt x="469804" y="299521"/>
                  <a:pt x="422697" y="280505"/>
                  <a:pt x="405840" y="239877"/>
                </a:cubicBezTo>
                <a:cubicBezTo>
                  <a:pt x="385094" y="191468"/>
                  <a:pt x="337549" y="159916"/>
                  <a:pt x="284822" y="159916"/>
                </a:cubicBezTo>
                <a:cubicBezTo>
                  <a:pt x="232094" y="159916"/>
                  <a:pt x="184982" y="191468"/>
                  <a:pt x="164237" y="239877"/>
                </a:cubicBezTo>
                <a:cubicBezTo>
                  <a:pt x="151700" y="270132"/>
                  <a:pt x="121879" y="288718"/>
                  <a:pt x="90758" y="288718"/>
                </a:cubicBezTo>
                <a:lnTo>
                  <a:pt x="90764" y="288718"/>
                </a:lnTo>
              </a:path>
            </a:pathLst>
          </a:custGeom>
          <a:solidFill>
            <a:srgbClr val="003860">
              <a:alpha val="31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380300" y="6266443"/>
            <a:ext cx="382770" cy="382770"/>
          </a:xfrm>
          <a:custGeom>
            <a:avLst/>
            <a:gdLst/>
            <a:ahLst/>
            <a:cxnLst/>
            <a:rect l="l" t="t" r="r" b="b"/>
            <a:pathLst>
              <a:path w="382770" h="382770">
                <a:moveTo>
                  <a:pt x="263729" y="20899"/>
                </a:moveTo>
                <a:lnTo>
                  <a:pt x="274408" y="88420"/>
                </a:lnTo>
                <a:cubicBezTo>
                  <a:pt x="279763" y="122284"/>
                  <a:pt x="296865" y="153173"/>
                  <a:pt x="322718" y="175692"/>
                </a:cubicBezTo>
                <a:lnTo>
                  <a:pt x="374269" y="220587"/>
                </a:lnTo>
                <a:cubicBezTo>
                  <a:pt x="381523" y="226906"/>
                  <a:pt x="384466" y="236858"/>
                  <a:pt x="381806" y="246106"/>
                </a:cubicBezTo>
                <a:cubicBezTo>
                  <a:pt x="379149" y="255354"/>
                  <a:pt x="371375" y="262228"/>
                  <a:pt x="361871" y="263729"/>
                </a:cubicBezTo>
                <a:lnTo>
                  <a:pt x="294351" y="274408"/>
                </a:lnTo>
                <a:cubicBezTo>
                  <a:pt x="260487" y="279763"/>
                  <a:pt x="229597" y="296865"/>
                  <a:pt x="207079" y="322718"/>
                </a:cubicBezTo>
                <a:lnTo>
                  <a:pt x="162184" y="374269"/>
                </a:lnTo>
                <a:cubicBezTo>
                  <a:pt x="155864" y="381523"/>
                  <a:pt x="145912" y="384466"/>
                  <a:pt x="136664" y="381806"/>
                </a:cubicBezTo>
                <a:cubicBezTo>
                  <a:pt x="127417" y="379149"/>
                  <a:pt x="120542" y="371375"/>
                  <a:pt x="119042" y="361871"/>
                </a:cubicBezTo>
                <a:lnTo>
                  <a:pt x="108362" y="294351"/>
                </a:lnTo>
                <a:cubicBezTo>
                  <a:pt x="103007" y="260487"/>
                  <a:pt x="85905" y="229597"/>
                  <a:pt x="60053" y="207079"/>
                </a:cubicBezTo>
                <a:lnTo>
                  <a:pt x="8501" y="162184"/>
                </a:lnTo>
                <a:cubicBezTo>
                  <a:pt x="1248" y="155864"/>
                  <a:pt x="-1696" y="145912"/>
                  <a:pt x="965" y="136664"/>
                </a:cubicBezTo>
                <a:cubicBezTo>
                  <a:pt x="3621" y="127417"/>
                  <a:pt x="11395" y="120542"/>
                  <a:pt x="20899" y="119042"/>
                </a:cubicBezTo>
                <a:lnTo>
                  <a:pt x="88420" y="108362"/>
                </a:lnTo>
                <a:cubicBezTo>
                  <a:pt x="122284" y="103007"/>
                  <a:pt x="153173" y="85905"/>
                  <a:pt x="175692" y="60053"/>
                </a:cubicBezTo>
                <a:lnTo>
                  <a:pt x="220587" y="8501"/>
                </a:lnTo>
                <a:cubicBezTo>
                  <a:pt x="226906" y="1248"/>
                  <a:pt x="236858" y="-1696"/>
                  <a:pt x="246106" y="965"/>
                </a:cubicBezTo>
                <a:cubicBezTo>
                  <a:pt x="255354" y="3621"/>
                  <a:pt x="262228" y="11395"/>
                  <a:pt x="263729" y="20899"/>
                </a:cubicBezTo>
                <a:lnTo>
                  <a:pt x="263729" y="20899"/>
                </a:lnTo>
              </a:path>
            </a:pathLst>
          </a:custGeom>
          <a:solidFill>
            <a:srgbClr val="003860">
              <a:alpha val="20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231847" y="3133053"/>
            <a:ext cx="387884" cy="411480"/>
          </a:xfrm>
          <a:custGeom>
            <a:avLst/>
            <a:gdLst/>
            <a:ahLst/>
            <a:cxnLst/>
            <a:rect l="l" t="t" r="r" b="b"/>
            <a:pathLst>
              <a:path w="387884" h="411480">
                <a:moveTo>
                  <a:pt x="193942" y="39918"/>
                </a:moveTo>
                <a:lnTo>
                  <a:pt x="46061" y="102627"/>
                </a:lnTo>
                <a:cubicBezTo>
                  <a:pt x="41294" y="104648"/>
                  <a:pt x="38707" y="108931"/>
                  <a:pt x="38788" y="112972"/>
                </a:cubicBezTo>
                <a:cubicBezTo>
                  <a:pt x="39192" y="186832"/>
                  <a:pt x="69819" y="314428"/>
                  <a:pt x="189416" y="371641"/>
                </a:cubicBezTo>
                <a:cubicBezTo>
                  <a:pt x="192325" y="373015"/>
                  <a:pt x="195719" y="373015"/>
                  <a:pt x="198546" y="371641"/>
                </a:cubicBezTo>
                <a:cubicBezTo>
                  <a:pt x="318143" y="314346"/>
                  <a:pt x="348770" y="186828"/>
                  <a:pt x="349092" y="112890"/>
                </a:cubicBezTo>
                <a:cubicBezTo>
                  <a:pt x="349092" y="108849"/>
                  <a:pt x="346586" y="104648"/>
                  <a:pt x="341819" y="102545"/>
                </a:cubicBezTo>
                <a:lnTo>
                  <a:pt x="193942" y="39918"/>
                </a:lnTo>
                <a:moveTo>
                  <a:pt x="204772" y="2345"/>
                </a:moveTo>
                <a:lnTo>
                  <a:pt x="356935" y="66911"/>
                </a:lnTo>
                <a:cubicBezTo>
                  <a:pt x="374712" y="74424"/>
                  <a:pt x="387966" y="91962"/>
                  <a:pt x="387884" y="113132"/>
                </a:cubicBezTo>
                <a:cubicBezTo>
                  <a:pt x="387481" y="193297"/>
                  <a:pt x="354511" y="339965"/>
                  <a:pt x="215276" y="406633"/>
                </a:cubicBezTo>
                <a:cubicBezTo>
                  <a:pt x="201781" y="413097"/>
                  <a:pt x="186103" y="413097"/>
                  <a:pt x="172609" y="406633"/>
                </a:cubicBezTo>
                <a:cubicBezTo>
                  <a:pt x="33374" y="339965"/>
                  <a:pt x="403" y="193297"/>
                  <a:pt x="0" y="113132"/>
                </a:cubicBezTo>
                <a:cubicBezTo>
                  <a:pt x="-82" y="91962"/>
                  <a:pt x="13173" y="74424"/>
                  <a:pt x="30949" y="66911"/>
                </a:cubicBezTo>
                <a:lnTo>
                  <a:pt x="183194" y="2345"/>
                </a:lnTo>
                <a:cubicBezTo>
                  <a:pt x="186506" y="811"/>
                  <a:pt x="190222" y="0"/>
                  <a:pt x="193942" y="0"/>
                </a:cubicBezTo>
                <a:cubicBezTo>
                  <a:pt x="197658" y="0"/>
                  <a:pt x="201378" y="806"/>
                  <a:pt x="204772" y="2345"/>
                </a:cubicBezTo>
                <a:lnTo>
                  <a:pt x="204772" y="2345"/>
                </a:lnTo>
              </a:path>
            </a:pathLst>
          </a:custGeom>
          <a:solidFill>
            <a:srgbClr val="003860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314340" y="3133053"/>
            <a:ext cx="411480" cy="411480"/>
          </a:xfrm>
          <a:custGeom>
            <a:avLst/>
            <a:gdLst/>
            <a:ahLst/>
            <a:cxnLst/>
            <a:rect l="l" t="t" r="r" b="b"/>
            <a:pathLst>
              <a:path w="411480" h="411480">
                <a:moveTo>
                  <a:pt x="58784" y="44086"/>
                </a:moveTo>
                <a:cubicBezTo>
                  <a:pt x="50703" y="44086"/>
                  <a:pt x="44090" y="50698"/>
                  <a:pt x="44090" y="58780"/>
                </a:cubicBezTo>
                <a:lnTo>
                  <a:pt x="44090" y="352696"/>
                </a:lnTo>
                <a:cubicBezTo>
                  <a:pt x="44090" y="360777"/>
                  <a:pt x="50703" y="367390"/>
                  <a:pt x="58784" y="367390"/>
                </a:cubicBezTo>
                <a:lnTo>
                  <a:pt x="352700" y="367390"/>
                </a:lnTo>
                <a:cubicBezTo>
                  <a:pt x="360782" y="367390"/>
                  <a:pt x="367394" y="360777"/>
                  <a:pt x="367394" y="352696"/>
                </a:cubicBezTo>
                <a:lnTo>
                  <a:pt x="367394" y="58780"/>
                </a:lnTo>
                <a:cubicBezTo>
                  <a:pt x="367394" y="50698"/>
                  <a:pt x="360782" y="44086"/>
                  <a:pt x="352700" y="44086"/>
                </a:cubicBezTo>
                <a:lnTo>
                  <a:pt x="58784" y="44086"/>
                </a:lnTo>
                <a:moveTo>
                  <a:pt x="0" y="58784"/>
                </a:moveTo>
                <a:cubicBezTo>
                  <a:pt x="0" y="26363"/>
                  <a:pt x="26359" y="0"/>
                  <a:pt x="58784" y="0"/>
                </a:cubicBezTo>
                <a:lnTo>
                  <a:pt x="352700" y="0"/>
                </a:lnTo>
                <a:cubicBezTo>
                  <a:pt x="385121" y="0"/>
                  <a:pt x="411484" y="26359"/>
                  <a:pt x="411484" y="58784"/>
                </a:cubicBezTo>
                <a:lnTo>
                  <a:pt x="411484" y="352700"/>
                </a:lnTo>
                <a:cubicBezTo>
                  <a:pt x="411484" y="385121"/>
                  <a:pt x="385125" y="411484"/>
                  <a:pt x="352700" y="411484"/>
                </a:cubicBezTo>
                <a:lnTo>
                  <a:pt x="58784" y="411484"/>
                </a:lnTo>
                <a:cubicBezTo>
                  <a:pt x="26363" y="411484"/>
                  <a:pt x="0" y="385125"/>
                  <a:pt x="0" y="352700"/>
                </a:cubicBezTo>
                <a:lnTo>
                  <a:pt x="0" y="58784"/>
                </a:lnTo>
                <a:moveTo>
                  <a:pt x="132262" y="110219"/>
                </a:moveTo>
                <a:lnTo>
                  <a:pt x="132262" y="213089"/>
                </a:lnTo>
                <a:cubicBezTo>
                  <a:pt x="132262" y="225306"/>
                  <a:pt x="122436" y="235132"/>
                  <a:pt x="110219" y="235132"/>
                </a:cubicBezTo>
                <a:cubicBezTo>
                  <a:pt x="98002" y="235132"/>
                  <a:pt x="88176" y="225306"/>
                  <a:pt x="88176" y="213089"/>
                </a:cubicBezTo>
                <a:lnTo>
                  <a:pt x="88176" y="110219"/>
                </a:lnTo>
                <a:cubicBezTo>
                  <a:pt x="88176" y="98002"/>
                  <a:pt x="98002" y="88176"/>
                  <a:pt x="110219" y="88176"/>
                </a:cubicBezTo>
                <a:cubicBezTo>
                  <a:pt x="122436" y="88176"/>
                  <a:pt x="132262" y="98002"/>
                  <a:pt x="132262" y="110219"/>
                </a:cubicBezTo>
                <a:lnTo>
                  <a:pt x="132262" y="110219"/>
                </a:lnTo>
                <a:moveTo>
                  <a:pt x="220434" y="110219"/>
                </a:moveTo>
                <a:lnTo>
                  <a:pt x="220434" y="213089"/>
                </a:lnTo>
                <a:cubicBezTo>
                  <a:pt x="220434" y="225306"/>
                  <a:pt x="210608" y="235132"/>
                  <a:pt x="198391" y="235132"/>
                </a:cubicBezTo>
                <a:cubicBezTo>
                  <a:pt x="186174" y="235132"/>
                  <a:pt x="176348" y="225306"/>
                  <a:pt x="176348" y="213089"/>
                </a:cubicBezTo>
                <a:lnTo>
                  <a:pt x="176348" y="110219"/>
                </a:lnTo>
                <a:cubicBezTo>
                  <a:pt x="176348" y="98002"/>
                  <a:pt x="186174" y="88176"/>
                  <a:pt x="198391" y="88176"/>
                </a:cubicBezTo>
                <a:cubicBezTo>
                  <a:pt x="210608" y="88176"/>
                  <a:pt x="220434" y="98002"/>
                  <a:pt x="220434" y="110219"/>
                </a:cubicBezTo>
                <a:lnTo>
                  <a:pt x="220434" y="110219"/>
                </a:lnTo>
              </a:path>
            </a:pathLst>
          </a:custGeom>
          <a:solidFill>
            <a:srgbClr val="003860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314340" y="4257435"/>
            <a:ext cx="2468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300" dirty="0">
                <a:solidFill>
                  <a:srgbClr val="111111"/>
                </a:solidFill>
                <a:latin typeface="Lexend Regular" pitchFamily="34" charset="0"/>
                <a:ea typeface="Lexend Regular" pitchFamily="34" charset="-122"/>
                <a:cs typeface="Lexend Regular" pitchFamily="34" charset="-120"/>
              </a:rPr>
              <a:t>Research focuses on incorporating additional physiological metrics.</a:t>
            </a:r>
            <a:endParaRPr lang="en-US" sz="1300" dirty="0"/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300" dirty="0">
                <a:solidFill>
                  <a:srgbClr val="111111"/>
                </a:solidFill>
                <a:latin typeface="Lexend Regular" pitchFamily="34" charset="0"/>
                <a:ea typeface="Lexend Regular" pitchFamily="34" charset="-122"/>
                <a:cs typeface="Lexend Regular" pitchFamily="34" charset="-120"/>
              </a:rPr>
              <a:t>This aims to achieve richer and more detailed data representation.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14342" y="3768559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spcBef>
                <a:spcPts val="915"/>
              </a:spcBef>
              <a:buNone/>
            </a:pPr>
            <a:r>
              <a:rPr lang="en-US" sz="1281" dirty="0">
                <a:solidFill>
                  <a:srgbClr val="111111"/>
                </a:solidFill>
                <a:latin typeface="Lexend Bold" pitchFamily="34" charset="0"/>
                <a:ea typeface="Lexend Bold" pitchFamily="34" charset="-122"/>
                <a:cs typeface="Lexend Bold" pitchFamily="34" charset="-120"/>
              </a:rPr>
              <a:t>Integrating Physiological Metrics</a:t>
            </a:r>
            <a:endParaRPr lang="en-US" sz="1281" dirty="0"/>
          </a:p>
        </p:txBody>
      </p:sp>
      <p:sp>
        <p:nvSpPr>
          <p:cNvPr id="16" name="Text 14"/>
          <p:cNvSpPr/>
          <p:nvPr/>
        </p:nvSpPr>
        <p:spPr>
          <a:xfrm>
            <a:off x="9220049" y="4257435"/>
            <a:ext cx="2468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300" dirty="0">
                <a:solidFill>
                  <a:srgbClr val="111111"/>
                </a:solidFill>
                <a:latin typeface="Lexend Regular" pitchFamily="34" charset="0"/>
                <a:ea typeface="Lexend Regular" pitchFamily="34" charset="-122"/>
                <a:cs typeface="Lexend Regular" pitchFamily="34" charset="-120"/>
              </a:rPr>
              <a:t>Developing preprocessing methods to address environmental variability is a priority.</a:t>
            </a:r>
            <a:endParaRPr lang="en-US" sz="1300" dirty="0"/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300" dirty="0">
                <a:solidFill>
                  <a:srgbClr val="111111"/>
                </a:solidFill>
                <a:latin typeface="Lexend Regular" pitchFamily="34" charset="0"/>
                <a:ea typeface="Lexend Regular" pitchFamily="34" charset="-122"/>
                <a:cs typeface="Lexend Regular" pitchFamily="34" charset="-120"/>
              </a:rPr>
              <a:t>Such techniques are crucial for ensuring data reliability and accuracy.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220052" y="3768559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spcBef>
                <a:spcPts val="915"/>
              </a:spcBef>
              <a:buNone/>
            </a:pPr>
            <a:r>
              <a:rPr lang="en-US" sz="1281" dirty="0">
                <a:solidFill>
                  <a:srgbClr val="111111"/>
                </a:solidFill>
                <a:latin typeface="Lexend Bold" pitchFamily="34" charset="0"/>
                <a:ea typeface="Lexend Bold" pitchFamily="34" charset="-122"/>
                <a:cs typeface="Lexend Bold" pitchFamily="34" charset="-120"/>
              </a:rPr>
              <a:t>Robust Preprocessing Techniques</a:t>
            </a:r>
            <a:endParaRPr lang="en-US" sz="1281" dirty="0"/>
          </a:p>
        </p:txBody>
      </p:sp>
      <p:sp>
        <p:nvSpPr>
          <p:cNvPr id="18" name="Text 16"/>
          <p:cNvSpPr/>
          <p:nvPr/>
        </p:nvSpPr>
        <p:spPr>
          <a:xfrm>
            <a:off x="3417353" y="3125861"/>
            <a:ext cx="394032" cy="411480"/>
          </a:xfrm>
          <a:custGeom>
            <a:avLst/>
            <a:gdLst/>
            <a:ahLst/>
            <a:cxnLst/>
            <a:rect l="l" t="t" r="r" b="b"/>
            <a:pathLst>
              <a:path w="394032" h="411480">
                <a:moveTo>
                  <a:pt x="197020" y="0"/>
                </a:moveTo>
                <a:cubicBezTo>
                  <a:pt x="210681" y="0"/>
                  <a:pt x="224023" y="1366"/>
                  <a:pt x="237042" y="3860"/>
                </a:cubicBezTo>
                <a:cubicBezTo>
                  <a:pt x="243390" y="5065"/>
                  <a:pt x="254560" y="8760"/>
                  <a:pt x="260668" y="20014"/>
                </a:cubicBezTo>
                <a:cubicBezTo>
                  <a:pt x="262276" y="22989"/>
                  <a:pt x="263560" y="26121"/>
                  <a:pt x="264364" y="29499"/>
                </a:cubicBezTo>
                <a:lnTo>
                  <a:pt x="271839" y="60442"/>
                </a:lnTo>
                <a:cubicBezTo>
                  <a:pt x="272966" y="65104"/>
                  <a:pt x="280838" y="69684"/>
                  <a:pt x="285421" y="68318"/>
                </a:cubicBezTo>
                <a:lnTo>
                  <a:pt x="315962" y="59315"/>
                </a:lnTo>
                <a:cubicBezTo>
                  <a:pt x="319178" y="58352"/>
                  <a:pt x="322472" y="57866"/>
                  <a:pt x="325766" y="57788"/>
                </a:cubicBezTo>
                <a:cubicBezTo>
                  <a:pt x="338706" y="57385"/>
                  <a:pt x="347465" y="65343"/>
                  <a:pt x="351725" y="70166"/>
                </a:cubicBezTo>
                <a:cubicBezTo>
                  <a:pt x="369488" y="90336"/>
                  <a:pt x="383149" y="114046"/>
                  <a:pt x="391829" y="139521"/>
                </a:cubicBezTo>
                <a:cubicBezTo>
                  <a:pt x="393918" y="145627"/>
                  <a:pt x="396329" y="157041"/>
                  <a:pt x="389658" y="167970"/>
                </a:cubicBezTo>
                <a:cubicBezTo>
                  <a:pt x="387889" y="170863"/>
                  <a:pt x="385722" y="173595"/>
                  <a:pt x="383228" y="176007"/>
                </a:cubicBezTo>
                <a:lnTo>
                  <a:pt x="360161" y="197947"/>
                </a:lnTo>
                <a:cubicBezTo>
                  <a:pt x="356784" y="201160"/>
                  <a:pt x="356784" y="210402"/>
                  <a:pt x="360161" y="213620"/>
                </a:cubicBezTo>
                <a:lnTo>
                  <a:pt x="383228" y="235560"/>
                </a:lnTo>
                <a:cubicBezTo>
                  <a:pt x="385718" y="237971"/>
                  <a:pt x="387889" y="240704"/>
                  <a:pt x="389658" y="243596"/>
                </a:cubicBezTo>
                <a:cubicBezTo>
                  <a:pt x="396246" y="254525"/>
                  <a:pt x="393839" y="265940"/>
                  <a:pt x="391829" y="272046"/>
                </a:cubicBezTo>
                <a:cubicBezTo>
                  <a:pt x="383149" y="297521"/>
                  <a:pt x="369488" y="321152"/>
                  <a:pt x="351725" y="341401"/>
                </a:cubicBezTo>
                <a:cubicBezTo>
                  <a:pt x="347465" y="346223"/>
                  <a:pt x="338623" y="354177"/>
                  <a:pt x="325766" y="353778"/>
                </a:cubicBezTo>
                <a:cubicBezTo>
                  <a:pt x="322472" y="353696"/>
                  <a:pt x="319178" y="353136"/>
                  <a:pt x="315962" y="352252"/>
                </a:cubicBezTo>
                <a:lnTo>
                  <a:pt x="285421" y="343170"/>
                </a:lnTo>
                <a:cubicBezTo>
                  <a:pt x="280838" y="341804"/>
                  <a:pt x="272966" y="346384"/>
                  <a:pt x="271839" y="351046"/>
                </a:cubicBezTo>
                <a:lnTo>
                  <a:pt x="264364" y="381989"/>
                </a:lnTo>
                <a:cubicBezTo>
                  <a:pt x="263560" y="385364"/>
                  <a:pt x="262276" y="388581"/>
                  <a:pt x="260668" y="391474"/>
                </a:cubicBezTo>
                <a:cubicBezTo>
                  <a:pt x="254478" y="402724"/>
                  <a:pt x="243307" y="406341"/>
                  <a:pt x="237042" y="407629"/>
                </a:cubicBezTo>
                <a:cubicBezTo>
                  <a:pt x="224023" y="410118"/>
                  <a:pt x="210681" y="411484"/>
                  <a:pt x="197020" y="411484"/>
                </a:cubicBezTo>
                <a:cubicBezTo>
                  <a:pt x="183359" y="411484"/>
                  <a:pt x="170017" y="410118"/>
                  <a:pt x="156998" y="407625"/>
                </a:cubicBezTo>
                <a:cubicBezTo>
                  <a:pt x="150650" y="406419"/>
                  <a:pt x="139479" y="402724"/>
                  <a:pt x="133372" y="391470"/>
                </a:cubicBezTo>
                <a:cubicBezTo>
                  <a:pt x="131764" y="388495"/>
                  <a:pt x="130480" y="385363"/>
                  <a:pt x="129676" y="381985"/>
                </a:cubicBezTo>
                <a:lnTo>
                  <a:pt x="122201" y="351042"/>
                </a:lnTo>
                <a:cubicBezTo>
                  <a:pt x="121074" y="346380"/>
                  <a:pt x="113201" y="341800"/>
                  <a:pt x="108619" y="343166"/>
                </a:cubicBezTo>
                <a:lnTo>
                  <a:pt x="78077" y="352165"/>
                </a:lnTo>
                <a:cubicBezTo>
                  <a:pt x="74862" y="353128"/>
                  <a:pt x="71568" y="353614"/>
                  <a:pt x="68274" y="353692"/>
                </a:cubicBezTo>
                <a:cubicBezTo>
                  <a:pt x="55334" y="354095"/>
                  <a:pt x="46575" y="346137"/>
                  <a:pt x="42315" y="341314"/>
                </a:cubicBezTo>
                <a:cubicBezTo>
                  <a:pt x="24635" y="321144"/>
                  <a:pt x="10891" y="297434"/>
                  <a:pt x="2211" y="271960"/>
                </a:cubicBezTo>
                <a:cubicBezTo>
                  <a:pt x="122" y="265853"/>
                  <a:pt x="-2289" y="254439"/>
                  <a:pt x="4382" y="243510"/>
                </a:cubicBezTo>
                <a:cubicBezTo>
                  <a:pt x="6151" y="240617"/>
                  <a:pt x="8318" y="237885"/>
                  <a:pt x="10812" y="235474"/>
                </a:cubicBezTo>
                <a:lnTo>
                  <a:pt x="33879" y="213533"/>
                </a:lnTo>
                <a:cubicBezTo>
                  <a:pt x="37256" y="210320"/>
                  <a:pt x="37256" y="201078"/>
                  <a:pt x="33879" y="197860"/>
                </a:cubicBezTo>
                <a:lnTo>
                  <a:pt x="10733" y="175920"/>
                </a:lnTo>
                <a:cubicBezTo>
                  <a:pt x="8243" y="173509"/>
                  <a:pt x="6072" y="170777"/>
                  <a:pt x="4303" y="167884"/>
                </a:cubicBezTo>
                <a:cubicBezTo>
                  <a:pt x="-2285" y="156955"/>
                  <a:pt x="122" y="145540"/>
                  <a:pt x="2214" y="139512"/>
                </a:cubicBezTo>
                <a:cubicBezTo>
                  <a:pt x="10895" y="114038"/>
                  <a:pt x="24556" y="90406"/>
                  <a:pt x="42319" y="70157"/>
                </a:cubicBezTo>
                <a:cubicBezTo>
                  <a:pt x="46578" y="65335"/>
                  <a:pt x="55421" y="57381"/>
                  <a:pt x="68278" y="57780"/>
                </a:cubicBezTo>
                <a:cubicBezTo>
                  <a:pt x="71572" y="57862"/>
                  <a:pt x="74866" y="58422"/>
                  <a:pt x="78081" y="59307"/>
                </a:cubicBezTo>
                <a:lnTo>
                  <a:pt x="108623" y="68310"/>
                </a:lnTo>
                <a:cubicBezTo>
                  <a:pt x="113205" y="69676"/>
                  <a:pt x="121078" y="65096"/>
                  <a:pt x="122205" y="60434"/>
                </a:cubicBezTo>
                <a:lnTo>
                  <a:pt x="129680" y="29491"/>
                </a:lnTo>
                <a:cubicBezTo>
                  <a:pt x="130484" y="26117"/>
                  <a:pt x="131768" y="22899"/>
                  <a:pt x="133376" y="20006"/>
                </a:cubicBezTo>
                <a:cubicBezTo>
                  <a:pt x="139566" y="8756"/>
                  <a:pt x="150737" y="5139"/>
                  <a:pt x="157002" y="3851"/>
                </a:cubicBezTo>
                <a:cubicBezTo>
                  <a:pt x="170021" y="1362"/>
                  <a:pt x="183363" y="-8"/>
                  <a:pt x="197024" y="-8"/>
                </a:cubicBezTo>
                <a:lnTo>
                  <a:pt x="197020" y="0"/>
                </a:lnTo>
                <a:moveTo>
                  <a:pt x="166561" y="41308"/>
                </a:moveTo>
                <a:lnTo>
                  <a:pt x="159729" y="69515"/>
                </a:lnTo>
                <a:cubicBezTo>
                  <a:pt x="153460" y="95476"/>
                  <a:pt x="123324" y="112832"/>
                  <a:pt x="97684" y="105359"/>
                </a:cubicBezTo>
                <a:lnTo>
                  <a:pt x="69956" y="97163"/>
                </a:lnTo>
                <a:cubicBezTo>
                  <a:pt x="56697" y="112676"/>
                  <a:pt x="46248" y="130678"/>
                  <a:pt x="39415" y="149964"/>
                </a:cubicBezTo>
                <a:lnTo>
                  <a:pt x="60472" y="169974"/>
                </a:lnTo>
                <a:cubicBezTo>
                  <a:pt x="79760" y="188297"/>
                  <a:pt x="79760" y="223179"/>
                  <a:pt x="60472" y="241502"/>
                </a:cubicBezTo>
                <a:lnTo>
                  <a:pt x="39415" y="261512"/>
                </a:lnTo>
                <a:cubicBezTo>
                  <a:pt x="46247" y="280802"/>
                  <a:pt x="56693" y="298800"/>
                  <a:pt x="69956" y="314313"/>
                </a:cubicBezTo>
                <a:lnTo>
                  <a:pt x="97763" y="306117"/>
                </a:lnTo>
                <a:cubicBezTo>
                  <a:pt x="123320" y="298562"/>
                  <a:pt x="153539" y="316000"/>
                  <a:pt x="159808" y="341961"/>
                </a:cubicBezTo>
                <a:lnTo>
                  <a:pt x="166640" y="370168"/>
                </a:lnTo>
                <a:cubicBezTo>
                  <a:pt x="186409" y="373784"/>
                  <a:pt x="207868" y="373784"/>
                  <a:pt x="227640" y="370168"/>
                </a:cubicBezTo>
                <a:lnTo>
                  <a:pt x="234473" y="341961"/>
                </a:lnTo>
                <a:cubicBezTo>
                  <a:pt x="240742" y="316000"/>
                  <a:pt x="270877" y="298644"/>
                  <a:pt x="296517" y="306117"/>
                </a:cubicBezTo>
                <a:lnTo>
                  <a:pt x="324324" y="314313"/>
                </a:lnTo>
                <a:cubicBezTo>
                  <a:pt x="337583" y="298800"/>
                  <a:pt x="348033" y="280798"/>
                  <a:pt x="354865" y="261512"/>
                </a:cubicBezTo>
                <a:lnTo>
                  <a:pt x="333808" y="241502"/>
                </a:lnTo>
                <a:cubicBezTo>
                  <a:pt x="314520" y="223179"/>
                  <a:pt x="314520" y="188297"/>
                  <a:pt x="333808" y="169974"/>
                </a:cubicBezTo>
                <a:lnTo>
                  <a:pt x="354865" y="149964"/>
                </a:lnTo>
                <a:cubicBezTo>
                  <a:pt x="348033" y="130678"/>
                  <a:pt x="337587" y="112671"/>
                  <a:pt x="324324" y="97163"/>
                </a:cubicBezTo>
                <a:lnTo>
                  <a:pt x="296517" y="105359"/>
                </a:lnTo>
                <a:cubicBezTo>
                  <a:pt x="270960" y="112914"/>
                  <a:pt x="240742" y="95476"/>
                  <a:pt x="234473" y="69515"/>
                </a:cubicBezTo>
                <a:lnTo>
                  <a:pt x="227640" y="41308"/>
                </a:lnTo>
                <a:cubicBezTo>
                  <a:pt x="207872" y="37692"/>
                  <a:pt x="186413" y="37692"/>
                  <a:pt x="166640" y="41308"/>
                </a:cubicBezTo>
                <a:lnTo>
                  <a:pt x="166561" y="41308"/>
                </a:lnTo>
                <a:moveTo>
                  <a:pt x="158444" y="205740"/>
                </a:moveTo>
                <a:cubicBezTo>
                  <a:pt x="158444" y="227046"/>
                  <a:pt x="175715" y="244316"/>
                  <a:pt x="197020" y="244316"/>
                </a:cubicBezTo>
                <a:cubicBezTo>
                  <a:pt x="218325" y="244316"/>
                  <a:pt x="235596" y="227046"/>
                  <a:pt x="235596" y="205740"/>
                </a:cubicBezTo>
                <a:cubicBezTo>
                  <a:pt x="235596" y="184434"/>
                  <a:pt x="218325" y="167164"/>
                  <a:pt x="197020" y="167164"/>
                </a:cubicBezTo>
                <a:cubicBezTo>
                  <a:pt x="175715" y="167164"/>
                  <a:pt x="158444" y="184434"/>
                  <a:pt x="158444" y="205740"/>
                </a:cubicBezTo>
                <a:moveTo>
                  <a:pt x="197020" y="282893"/>
                </a:moveTo>
                <a:cubicBezTo>
                  <a:pt x="154409" y="282893"/>
                  <a:pt x="119869" y="248349"/>
                  <a:pt x="119869" y="205740"/>
                </a:cubicBezTo>
                <a:cubicBezTo>
                  <a:pt x="119869" y="163131"/>
                  <a:pt x="154409" y="128588"/>
                  <a:pt x="197020" y="128588"/>
                </a:cubicBezTo>
                <a:cubicBezTo>
                  <a:pt x="239631" y="128588"/>
                  <a:pt x="274171" y="163131"/>
                  <a:pt x="274171" y="205740"/>
                </a:cubicBezTo>
                <a:cubicBezTo>
                  <a:pt x="274171" y="248349"/>
                  <a:pt x="239631" y="282893"/>
                  <a:pt x="197020" y="282893"/>
                </a:cubicBezTo>
                <a:lnTo>
                  <a:pt x="197020" y="282893"/>
                </a:lnTo>
              </a:path>
            </a:pathLst>
          </a:custGeom>
          <a:solidFill>
            <a:srgbClr val="003860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408630" y="4240107"/>
            <a:ext cx="2468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300" dirty="0">
                <a:solidFill>
                  <a:srgbClr val="111111"/>
                </a:solidFill>
                <a:latin typeface="Lexend Regular" pitchFamily="34" charset="0"/>
                <a:ea typeface="Lexend Regular" pitchFamily="34" charset="-122"/>
                <a:cs typeface="Lexend Regular" pitchFamily="34" charset="-120"/>
              </a:rPr>
              <a:t>Efforts are directed towards enhancing real-time inference capabilities.</a:t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300" dirty="0">
                <a:solidFill>
                  <a:srgbClr val="111111"/>
                </a:solidFill>
                <a:latin typeface="Lexend Regular" pitchFamily="34" charset="0"/>
                <a:ea typeface="Lexend Regular" pitchFamily="34" charset="-122"/>
                <a:cs typeface="Lexend Regular" pitchFamily="34" charset="-120"/>
              </a:rPr>
              <a:t>This involves the development of optimized algorithms for better performance.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08631" y="3768481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spcBef>
                <a:spcPts val="915"/>
              </a:spcBef>
              <a:buNone/>
            </a:pPr>
            <a:r>
              <a:rPr lang="en-US" sz="1281" dirty="0">
                <a:solidFill>
                  <a:srgbClr val="111111"/>
                </a:solidFill>
                <a:latin typeface="Lexend Bold" pitchFamily="34" charset="0"/>
                <a:ea typeface="Lexend Bold" pitchFamily="34" charset="-122"/>
                <a:cs typeface="Lexend Bold" pitchFamily="34" charset="-120"/>
              </a:rPr>
              <a:t>Optimizing Algorithms</a:t>
            </a:r>
            <a:endParaRPr lang="en-US" sz="1281" dirty="0"/>
          </a:p>
        </p:txBody>
      </p:sp>
      <p:sp>
        <p:nvSpPr>
          <p:cNvPr id="21" name="Text 19"/>
          <p:cNvSpPr/>
          <p:nvPr/>
        </p:nvSpPr>
        <p:spPr>
          <a:xfrm>
            <a:off x="528638" y="3133053"/>
            <a:ext cx="360045" cy="411480"/>
          </a:xfrm>
          <a:custGeom>
            <a:avLst/>
            <a:gdLst/>
            <a:ahLst/>
            <a:cxnLst/>
            <a:rect l="l" t="t" r="r" b="b"/>
            <a:pathLst>
              <a:path w="360045" h="411480">
                <a:moveTo>
                  <a:pt x="321470" y="69116"/>
                </a:moveTo>
                <a:lnTo>
                  <a:pt x="321470" y="140401"/>
                </a:lnTo>
                <a:cubicBezTo>
                  <a:pt x="310780" y="146186"/>
                  <a:pt x="296072" y="151811"/>
                  <a:pt x="277429" y="156395"/>
                </a:cubicBezTo>
                <a:cubicBezTo>
                  <a:pt x="250184" y="163148"/>
                  <a:pt x="216592" y="167164"/>
                  <a:pt x="180023" y="167164"/>
                </a:cubicBezTo>
                <a:cubicBezTo>
                  <a:pt x="143456" y="167164"/>
                  <a:pt x="109860" y="163144"/>
                  <a:pt x="82616" y="156395"/>
                </a:cubicBezTo>
                <a:cubicBezTo>
                  <a:pt x="63969" y="151815"/>
                  <a:pt x="49265" y="146269"/>
                  <a:pt x="38575" y="140401"/>
                </a:cubicBezTo>
                <a:lnTo>
                  <a:pt x="38575" y="69116"/>
                </a:lnTo>
                <a:lnTo>
                  <a:pt x="39058" y="68713"/>
                </a:lnTo>
                <a:cubicBezTo>
                  <a:pt x="43317" y="65096"/>
                  <a:pt x="51836" y="60113"/>
                  <a:pt x="65741" y="55130"/>
                </a:cubicBezTo>
                <a:cubicBezTo>
                  <a:pt x="93147" y="45407"/>
                  <a:pt x="133569" y="38576"/>
                  <a:pt x="180023" y="38576"/>
                </a:cubicBezTo>
                <a:cubicBezTo>
                  <a:pt x="226476" y="38576"/>
                  <a:pt x="266898" y="45407"/>
                  <a:pt x="294304" y="55130"/>
                </a:cubicBezTo>
                <a:cubicBezTo>
                  <a:pt x="308209" y="60113"/>
                  <a:pt x="316645" y="65096"/>
                  <a:pt x="320987" y="68713"/>
                </a:cubicBezTo>
                <a:lnTo>
                  <a:pt x="321470" y="69116"/>
                </a:lnTo>
                <a:moveTo>
                  <a:pt x="321470" y="182837"/>
                </a:moveTo>
                <a:lnTo>
                  <a:pt x="321470" y="243271"/>
                </a:lnTo>
                <a:cubicBezTo>
                  <a:pt x="310780" y="249056"/>
                  <a:pt x="296072" y="254681"/>
                  <a:pt x="277429" y="259265"/>
                </a:cubicBezTo>
                <a:cubicBezTo>
                  <a:pt x="250184" y="266018"/>
                  <a:pt x="216592" y="270034"/>
                  <a:pt x="180023" y="270034"/>
                </a:cubicBezTo>
                <a:cubicBezTo>
                  <a:pt x="143456" y="270034"/>
                  <a:pt x="109860" y="266014"/>
                  <a:pt x="82616" y="259265"/>
                </a:cubicBezTo>
                <a:cubicBezTo>
                  <a:pt x="63969" y="254685"/>
                  <a:pt x="49265" y="249139"/>
                  <a:pt x="38575" y="243271"/>
                </a:cubicBezTo>
                <a:lnTo>
                  <a:pt x="38575" y="182837"/>
                </a:lnTo>
                <a:cubicBezTo>
                  <a:pt x="49265" y="187096"/>
                  <a:pt x="60999" y="190795"/>
                  <a:pt x="73374" y="193848"/>
                </a:cubicBezTo>
                <a:cubicBezTo>
                  <a:pt x="104075" y="201403"/>
                  <a:pt x="140803" y="205744"/>
                  <a:pt x="180023" y="205744"/>
                </a:cubicBezTo>
                <a:cubicBezTo>
                  <a:pt x="219242" y="205744"/>
                  <a:pt x="255970" y="201403"/>
                  <a:pt x="286671" y="193848"/>
                </a:cubicBezTo>
                <a:cubicBezTo>
                  <a:pt x="299046" y="190795"/>
                  <a:pt x="310780" y="187178"/>
                  <a:pt x="321470" y="182837"/>
                </a:cubicBezTo>
                <a:moveTo>
                  <a:pt x="38575" y="342364"/>
                </a:moveTo>
                <a:lnTo>
                  <a:pt x="38575" y="285785"/>
                </a:lnTo>
                <a:cubicBezTo>
                  <a:pt x="49265" y="290044"/>
                  <a:pt x="60999" y="293743"/>
                  <a:pt x="73374" y="296796"/>
                </a:cubicBezTo>
                <a:cubicBezTo>
                  <a:pt x="104075" y="304269"/>
                  <a:pt x="140803" y="308610"/>
                  <a:pt x="180023" y="308610"/>
                </a:cubicBezTo>
                <a:cubicBezTo>
                  <a:pt x="219242" y="308610"/>
                  <a:pt x="255970" y="304269"/>
                  <a:pt x="286671" y="296714"/>
                </a:cubicBezTo>
                <a:cubicBezTo>
                  <a:pt x="299046" y="293661"/>
                  <a:pt x="310780" y="290044"/>
                  <a:pt x="321470" y="285703"/>
                </a:cubicBezTo>
                <a:lnTo>
                  <a:pt x="321470" y="342281"/>
                </a:lnTo>
                <a:lnTo>
                  <a:pt x="320987" y="342685"/>
                </a:lnTo>
                <a:cubicBezTo>
                  <a:pt x="316728" y="346302"/>
                  <a:pt x="308209" y="351285"/>
                  <a:pt x="294304" y="356268"/>
                </a:cubicBezTo>
                <a:cubicBezTo>
                  <a:pt x="266898" y="366073"/>
                  <a:pt x="226476" y="372904"/>
                  <a:pt x="180023" y="372904"/>
                </a:cubicBezTo>
                <a:cubicBezTo>
                  <a:pt x="133569" y="372904"/>
                  <a:pt x="93147" y="366073"/>
                  <a:pt x="65741" y="356350"/>
                </a:cubicBezTo>
                <a:cubicBezTo>
                  <a:pt x="51836" y="351367"/>
                  <a:pt x="43400" y="346384"/>
                  <a:pt x="39058" y="342767"/>
                </a:cubicBezTo>
                <a:lnTo>
                  <a:pt x="38575" y="342364"/>
                </a:lnTo>
                <a:moveTo>
                  <a:pt x="323155" y="340677"/>
                </a:moveTo>
                <a:cubicBezTo>
                  <a:pt x="323155" y="340677"/>
                  <a:pt x="323155" y="340759"/>
                  <a:pt x="322993" y="340837"/>
                </a:cubicBezTo>
                <a:lnTo>
                  <a:pt x="323072" y="340677"/>
                </a:lnTo>
                <a:cubicBezTo>
                  <a:pt x="323072" y="340677"/>
                  <a:pt x="323072" y="340677"/>
                  <a:pt x="323072" y="340594"/>
                </a:cubicBezTo>
                <a:lnTo>
                  <a:pt x="323155" y="340677"/>
                </a:lnTo>
                <a:moveTo>
                  <a:pt x="36969" y="340677"/>
                </a:moveTo>
                <a:cubicBezTo>
                  <a:pt x="36969" y="340677"/>
                  <a:pt x="36969" y="340759"/>
                  <a:pt x="37131" y="340837"/>
                </a:cubicBezTo>
                <a:cubicBezTo>
                  <a:pt x="37052" y="340755"/>
                  <a:pt x="37052" y="340677"/>
                  <a:pt x="36969" y="340677"/>
                </a:cubicBezTo>
                <a:moveTo>
                  <a:pt x="36969" y="70803"/>
                </a:moveTo>
                <a:cubicBezTo>
                  <a:pt x="36969" y="70803"/>
                  <a:pt x="37049" y="70721"/>
                  <a:pt x="37131" y="70643"/>
                </a:cubicBezTo>
                <a:cubicBezTo>
                  <a:pt x="37052" y="70725"/>
                  <a:pt x="36969" y="70803"/>
                  <a:pt x="36969" y="70803"/>
                </a:cubicBezTo>
                <a:moveTo>
                  <a:pt x="323076" y="70643"/>
                </a:moveTo>
                <a:cubicBezTo>
                  <a:pt x="323155" y="70725"/>
                  <a:pt x="323238" y="70803"/>
                  <a:pt x="323238" y="70803"/>
                </a:cubicBezTo>
                <a:cubicBezTo>
                  <a:pt x="323238" y="70803"/>
                  <a:pt x="323238" y="70721"/>
                  <a:pt x="323076" y="70643"/>
                </a:cubicBezTo>
                <a:moveTo>
                  <a:pt x="360045" y="347186"/>
                </a:moveTo>
                <a:lnTo>
                  <a:pt x="360045" y="64294"/>
                </a:lnTo>
                <a:cubicBezTo>
                  <a:pt x="360045" y="28771"/>
                  <a:pt x="279438" y="0"/>
                  <a:pt x="180023" y="0"/>
                </a:cubicBezTo>
                <a:cubicBezTo>
                  <a:pt x="80607" y="0"/>
                  <a:pt x="0" y="28771"/>
                  <a:pt x="0" y="64294"/>
                </a:cubicBezTo>
                <a:lnTo>
                  <a:pt x="0" y="347186"/>
                </a:lnTo>
                <a:cubicBezTo>
                  <a:pt x="0" y="382709"/>
                  <a:pt x="80607" y="411480"/>
                  <a:pt x="180023" y="411480"/>
                </a:cubicBezTo>
                <a:cubicBezTo>
                  <a:pt x="279438" y="411480"/>
                  <a:pt x="360045" y="382709"/>
                  <a:pt x="360045" y="347186"/>
                </a:cubicBezTo>
              </a:path>
            </a:pathLst>
          </a:custGeom>
          <a:solidFill>
            <a:srgbClr val="003860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02920" y="376863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spcBef>
                <a:spcPts val="915"/>
              </a:spcBef>
              <a:buNone/>
            </a:pPr>
            <a:r>
              <a:rPr lang="en-US" sz="1281" dirty="0">
                <a:solidFill>
                  <a:srgbClr val="111111"/>
                </a:solidFill>
                <a:latin typeface="Lexend Bold" pitchFamily="34" charset="0"/>
                <a:ea typeface="Lexend Bold" pitchFamily="34" charset="-122"/>
                <a:cs typeface="Lexend Bold" pitchFamily="34" charset="-120"/>
              </a:rPr>
              <a:t>Expanding Datasets</a:t>
            </a:r>
            <a:endParaRPr lang="en-US" sz="1281" dirty="0"/>
          </a:p>
        </p:txBody>
      </p:sp>
      <p:sp>
        <p:nvSpPr>
          <p:cNvPr id="23" name="Text 21"/>
          <p:cNvSpPr/>
          <p:nvPr/>
        </p:nvSpPr>
        <p:spPr>
          <a:xfrm>
            <a:off x="502920" y="4236567"/>
            <a:ext cx="2468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300" dirty="0">
                <a:solidFill>
                  <a:srgbClr val="111111"/>
                </a:solidFill>
                <a:latin typeface="Lexend Regular" pitchFamily="34" charset="0"/>
                <a:ea typeface="Lexend Regular" pitchFamily="34" charset="-122"/>
                <a:cs typeface="Lexend Regular" pitchFamily="34" charset="-120"/>
              </a:rPr>
              <a:t>Future research aims to broaden datasets to encompass diverse populations.</a:t>
            </a:r>
            <a:endParaRPr lang="en-US" sz="1300" dirty="0"/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300" dirty="0">
                <a:solidFill>
                  <a:srgbClr val="111111"/>
                </a:solidFill>
                <a:latin typeface="Lexend Regular" pitchFamily="34" charset="0"/>
                <a:ea typeface="Lexend Regular" pitchFamily="34" charset="-122"/>
                <a:cs typeface="Lexend Regular" pitchFamily="34" charset="-120"/>
              </a:rPr>
              <a:t>This includes real-world scenarios to ensure comprehensive applicability.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-740928" y="-1531565"/>
            <a:ext cx="2743200" cy="2743200"/>
          </a:xfrm>
          <a:custGeom>
            <a:avLst/>
            <a:gdLst/>
            <a:ahLst/>
            <a:cxnLst/>
            <a:rect l="l" t="t" r="r" b="b"/>
            <a:pathLst>
              <a:path w="2743200" h="2743200">
                <a:moveTo>
                  <a:pt x="0" y="1371600"/>
                </a:moveTo>
                <a:cubicBezTo>
                  <a:pt x="0" y="614093"/>
                  <a:pt x="614093" y="0"/>
                  <a:pt x="1371600" y="0"/>
                </a:cubicBezTo>
                <a:cubicBezTo>
                  <a:pt x="2129107" y="0"/>
                  <a:pt x="2743200" y="614093"/>
                  <a:pt x="2743200" y="1371600"/>
                </a:cubicBezTo>
                <a:cubicBezTo>
                  <a:pt x="2743200" y="2129107"/>
                  <a:pt x="2129107" y="2743200"/>
                  <a:pt x="1371600" y="2743200"/>
                </a:cubicBezTo>
                <a:cubicBezTo>
                  <a:pt x="614093" y="2743200"/>
                  <a:pt x="0" y="2129107"/>
                  <a:pt x="0" y="1371600"/>
                </a:cubicBezTo>
              </a:path>
            </a:pathLst>
          </a:custGeom>
          <a:gradFill>
            <a:gsLst>
              <a:gs pos="0">
                <a:srgbClr val="FFFFFF">
                  <a:alpha val="100000"/>
                </a:srgbClr>
              </a:gs>
              <a:gs pos="100000">
                <a:srgbClr val="BFE5FF">
                  <a:alpha val="100000"/>
                </a:srgbClr>
              </a:gs>
            </a:gsLst>
            <a:lin ang="5400000"/>
          </a:gra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02919" y="17233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1"/>
          <p:cNvSpPr/>
          <p:nvPr/>
        </p:nvSpPr>
        <p:spPr>
          <a:xfrm>
            <a:off x="4342349" y="3341007"/>
            <a:ext cx="274320" cy="234591"/>
          </a:xfrm>
          <a:custGeom>
            <a:avLst/>
            <a:gdLst/>
            <a:ahLst/>
            <a:cxnLst/>
            <a:rect l="l" t="t" r="r" b="b"/>
            <a:pathLst>
              <a:path w="274320" h="234591">
                <a:moveTo>
                  <a:pt x="137160" y="65230"/>
                </a:moveTo>
                <a:lnTo>
                  <a:pt x="118997" y="47068"/>
                </a:lnTo>
                <a:lnTo>
                  <a:pt x="112567" y="40638"/>
                </a:lnTo>
                <a:cubicBezTo>
                  <a:pt x="100942" y="29012"/>
                  <a:pt x="84438" y="23708"/>
                  <a:pt x="68259" y="26441"/>
                </a:cubicBezTo>
                <a:cubicBezTo>
                  <a:pt x="43721" y="30513"/>
                  <a:pt x="25718" y="51730"/>
                  <a:pt x="25718" y="76589"/>
                </a:cubicBezTo>
                <a:lnTo>
                  <a:pt x="25718" y="79698"/>
                </a:lnTo>
                <a:cubicBezTo>
                  <a:pt x="25718" y="92504"/>
                  <a:pt x="30219" y="104825"/>
                  <a:pt x="38309" y="114577"/>
                </a:cubicBezTo>
                <a:lnTo>
                  <a:pt x="65686" y="114577"/>
                </a:lnTo>
                <a:cubicBezTo>
                  <a:pt x="69170" y="114577"/>
                  <a:pt x="72275" y="112486"/>
                  <a:pt x="73617" y="109326"/>
                </a:cubicBezTo>
                <a:lnTo>
                  <a:pt x="90655" y="68447"/>
                </a:lnTo>
                <a:cubicBezTo>
                  <a:pt x="91993" y="65287"/>
                  <a:pt x="95049" y="63196"/>
                  <a:pt x="98423" y="63196"/>
                </a:cubicBezTo>
                <a:cubicBezTo>
                  <a:pt x="101797" y="63196"/>
                  <a:pt x="104960" y="65125"/>
                  <a:pt x="106354" y="68233"/>
                </a:cubicBezTo>
                <a:lnTo>
                  <a:pt x="137536" y="137510"/>
                </a:lnTo>
                <a:lnTo>
                  <a:pt x="163736" y="85058"/>
                </a:lnTo>
                <a:cubicBezTo>
                  <a:pt x="165182" y="82165"/>
                  <a:pt x="168183" y="80343"/>
                  <a:pt x="171398" y="80343"/>
                </a:cubicBezTo>
                <a:cubicBezTo>
                  <a:pt x="174613" y="80343"/>
                  <a:pt x="177614" y="82165"/>
                  <a:pt x="179060" y="85058"/>
                </a:cubicBezTo>
                <a:lnTo>
                  <a:pt x="191489" y="109864"/>
                </a:lnTo>
                <a:cubicBezTo>
                  <a:pt x="192935" y="112756"/>
                  <a:pt x="195884" y="114579"/>
                  <a:pt x="199151" y="114579"/>
                </a:cubicBezTo>
                <a:lnTo>
                  <a:pt x="235959" y="114579"/>
                </a:lnTo>
                <a:cubicBezTo>
                  <a:pt x="244049" y="104827"/>
                  <a:pt x="248550" y="92504"/>
                  <a:pt x="248550" y="79700"/>
                </a:cubicBezTo>
                <a:lnTo>
                  <a:pt x="248550" y="76591"/>
                </a:lnTo>
                <a:cubicBezTo>
                  <a:pt x="248550" y="51732"/>
                  <a:pt x="230547" y="30515"/>
                  <a:pt x="206064" y="26443"/>
                </a:cubicBezTo>
                <a:cubicBezTo>
                  <a:pt x="189884" y="23764"/>
                  <a:pt x="173326" y="29014"/>
                  <a:pt x="161756" y="40640"/>
                </a:cubicBezTo>
                <a:lnTo>
                  <a:pt x="155326" y="47071"/>
                </a:lnTo>
                <a:lnTo>
                  <a:pt x="137160" y="65230"/>
                </a:lnTo>
                <a:moveTo>
                  <a:pt x="244318" y="131721"/>
                </a:moveTo>
                <a:lnTo>
                  <a:pt x="218279" y="131721"/>
                </a:lnTo>
                <a:lnTo>
                  <a:pt x="199206" y="131721"/>
                </a:lnTo>
                <a:cubicBezTo>
                  <a:pt x="189454" y="131721"/>
                  <a:pt x="180560" y="126203"/>
                  <a:pt x="176220" y="117523"/>
                </a:cubicBezTo>
                <a:lnTo>
                  <a:pt x="171453" y="108041"/>
                </a:lnTo>
                <a:lnTo>
                  <a:pt x="144824" y="161298"/>
                </a:lnTo>
                <a:cubicBezTo>
                  <a:pt x="143324" y="164244"/>
                  <a:pt x="140271" y="166121"/>
                  <a:pt x="137001" y="166013"/>
                </a:cubicBezTo>
                <a:cubicBezTo>
                  <a:pt x="133734" y="165905"/>
                  <a:pt x="130733" y="163977"/>
                  <a:pt x="129339" y="160977"/>
                </a:cubicBezTo>
                <a:lnTo>
                  <a:pt x="98906" y="93255"/>
                </a:lnTo>
                <a:lnTo>
                  <a:pt x="89478" y="115919"/>
                </a:lnTo>
                <a:cubicBezTo>
                  <a:pt x="85459" y="125455"/>
                  <a:pt x="76083" y="131723"/>
                  <a:pt x="65743" y="131723"/>
                </a:cubicBezTo>
                <a:lnTo>
                  <a:pt x="56098" y="131723"/>
                </a:lnTo>
                <a:lnTo>
                  <a:pt x="30005" y="131723"/>
                </a:lnTo>
                <a:lnTo>
                  <a:pt x="19128" y="131723"/>
                </a:lnTo>
                <a:cubicBezTo>
                  <a:pt x="6858" y="117310"/>
                  <a:pt x="0" y="98880"/>
                  <a:pt x="0" y="79698"/>
                </a:cubicBezTo>
                <a:lnTo>
                  <a:pt x="0" y="76589"/>
                </a:lnTo>
                <a:cubicBezTo>
                  <a:pt x="0" y="39139"/>
                  <a:pt x="27056" y="7207"/>
                  <a:pt x="63971" y="1044"/>
                </a:cubicBezTo>
                <a:cubicBezTo>
                  <a:pt x="88402" y="-3028"/>
                  <a:pt x="113264" y="4955"/>
                  <a:pt x="130730" y="22422"/>
                </a:cubicBezTo>
                <a:lnTo>
                  <a:pt x="130730" y="22422"/>
                </a:lnTo>
                <a:lnTo>
                  <a:pt x="137160" y="28852"/>
                </a:lnTo>
                <a:lnTo>
                  <a:pt x="143590" y="22422"/>
                </a:lnTo>
                <a:lnTo>
                  <a:pt x="143590" y="22422"/>
                </a:lnTo>
                <a:cubicBezTo>
                  <a:pt x="161056" y="4957"/>
                  <a:pt x="185918" y="-3026"/>
                  <a:pt x="210348" y="1044"/>
                </a:cubicBezTo>
                <a:cubicBezTo>
                  <a:pt x="247264" y="7204"/>
                  <a:pt x="274320" y="39137"/>
                  <a:pt x="274320" y="76589"/>
                </a:cubicBezTo>
                <a:lnTo>
                  <a:pt x="274320" y="79698"/>
                </a:lnTo>
                <a:cubicBezTo>
                  <a:pt x="274320" y="98878"/>
                  <a:pt x="267462" y="117256"/>
                  <a:pt x="255192" y="131723"/>
                </a:cubicBezTo>
                <a:lnTo>
                  <a:pt x="244318" y="131721"/>
                </a:lnTo>
                <a:moveTo>
                  <a:pt x="36753" y="148867"/>
                </a:moveTo>
                <a:lnTo>
                  <a:pt x="74417" y="148867"/>
                </a:lnTo>
                <a:lnTo>
                  <a:pt x="137157" y="207428"/>
                </a:lnTo>
                <a:lnTo>
                  <a:pt x="199897" y="148867"/>
                </a:lnTo>
                <a:lnTo>
                  <a:pt x="237561" y="148867"/>
                </a:lnTo>
                <a:lnTo>
                  <a:pt x="151998" y="228752"/>
                </a:lnTo>
                <a:cubicBezTo>
                  <a:pt x="147979" y="232504"/>
                  <a:pt x="142677" y="234591"/>
                  <a:pt x="137157" y="234591"/>
                </a:cubicBezTo>
                <a:cubicBezTo>
                  <a:pt x="131638" y="234591"/>
                  <a:pt x="126335" y="232501"/>
                  <a:pt x="122317" y="228752"/>
                </a:cubicBezTo>
                <a:lnTo>
                  <a:pt x="36753" y="148867"/>
                </a:lnTo>
              </a:path>
            </a:pathLst>
          </a:cu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83604" y="6508085"/>
            <a:ext cx="5760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88888"/>
                </a:solidFill>
                <a:latin typeface="Lexend Regular" pitchFamily="34" charset="0"/>
                <a:ea typeface="Lexend Regular" pitchFamily="34" charset="-122"/>
                <a:cs typeface="Lexend Regular" pitchFamily="34" charset="-120"/>
              </a:rPr>
              <a:t>Multimodal Real-Time Emotion and Deception Detection System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508085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88888"/>
                </a:solidFill>
                <a:latin typeface="Lexend Regular" pitchFamily="34" charset="0"/>
                <a:ea typeface="Lexend Regular" pitchFamily="34" charset="-122"/>
                <a:cs typeface="Lexend Regular" pitchFamily="34" charset="-120"/>
              </a:rPr>
              <a:t>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0" y="245758"/>
            <a:ext cx="12192000" cy="3686162"/>
          </a:xfrm>
          <a:prstGeom prst="rect">
            <a:avLst/>
          </a:prstGeom>
          <a:solidFill>
            <a:srgbClr val="80CAFF">
              <a:alpha val="60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316800" y="467675"/>
            <a:ext cx="1875200" cy="186303"/>
          </a:xfrm>
          <a:custGeom>
            <a:avLst/>
            <a:gdLst/>
            <a:ahLst/>
            <a:cxnLst/>
            <a:rect l="l" t="t" r="r" b="b"/>
            <a:pathLst>
              <a:path w="1875200" h="186303">
                <a:moveTo>
                  <a:pt x="1875200" y="237"/>
                </a:moveTo>
                <a:cubicBezTo>
                  <a:pt x="1820707" y="-3054"/>
                  <a:pt x="1766232" y="27917"/>
                  <a:pt x="1711739" y="93151"/>
                </a:cubicBezTo>
                <a:cubicBezTo>
                  <a:pt x="1607984" y="217354"/>
                  <a:pt x="1504248" y="217354"/>
                  <a:pt x="1400512" y="93151"/>
                </a:cubicBezTo>
                <a:cubicBezTo>
                  <a:pt x="1296776" y="-31051"/>
                  <a:pt x="1193040" y="-31051"/>
                  <a:pt x="1089304" y="93151"/>
                </a:cubicBezTo>
                <a:cubicBezTo>
                  <a:pt x="985568" y="217354"/>
                  <a:pt x="881813" y="217354"/>
                  <a:pt x="778077" y="93151"/>
                </a:cubicBezTo>
                <a:cubicBezTo>
                  <a:pt x="674341" y="-31051"/>
                  <a:pt x="570605" y="-31051"/>
                  <a:pt x="466850" y="93151"/>
                </a:cubicBezTo>
                <a:cubicBezTo>
                  <a:pt x="363114" y="217354"/>
                  <a:pt x="259378" y="217354"/>
                  <a:pt x="155623" y="93151"/>
                </a:cubicBezTo>
                <a:cubicBezTo>
                  <a:pt x="103736" y="31038"/>
                  <a:pt x="51868" y="-11"/>
                  <a:pt x="-19" y="0"/>
                </a:cubicBezTo>
              </a:path>
            </a:pathLst>
          </a:custGeom>
          <a:noFill/>
          <a:ln w="28575">
            <a:solidFill>
              <a:srgbClr val="FFFFFF">
                <a:alpha val="1700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0316115" y="737494"/>
            <a:ext cx="1875199" cy="186303"/>
          </a:xfrm>
          <a:custGeom>
            <a:avLst/>
            <a:gdLst/>
            <a:ahLst/>
            <a:cxnLst/>
            <a:rect l="l" t="t" r="r" b="b"/>
            <a:pathLst>
              <a:path w="1875199" h="186303">
                <a:moveTo>
                  <a:pt x="1875199" y="237"/>
                </a:moveTo>
                <a:cubicBezTo>
                  <a:pt x="1820706" y="-3055"/>
                  <a:pt x="1766231" y="27917"/>
                  <a:pt x="1711738" y="93151"/>
                </a:cubicBezTo>
                <a:cubicBezTo>
                  <a:pt x="1608002" y="217354"/>
                  <a:pt x="1504266" y="217354"/>
                  <a:pt x="1400511" y="93151"/>
                </a:cubicBezTo>
                <a:cubicBezTo>
                  <a:pt x="1296775" y="-31051"/>
                  <a:pt x="1193039" y="-31051"/>
                  <a:pt x="1089303" y="93151"/>
                </a:cubicBezTo>
                <a:cubicBezTo>
                  <a:pt x="985567" y="217354"/>
                  <a:pt x="881831" y="217354"/>
                  <a:pt x="778095" y="93151"/>
                </a:cubicBezTo>
                <a:cubicBezTo>
                  <a:pt x="674340" y="-31051"/>
                  <a:pt x="570604" y="-31051"/>
                  <a:pt x="466868" y="93151"/>
                </a:cubicBezTo>
                <a:cubicBezTo>
                  <a:pt x="363132" y="217354"/>
                  <a:pt x="259396" y="217354"/>
                  <a:pt x="155641" y="93151"/>
                </a:cubicBezTo>
                <a:cubicBezTo>
                  <a:pt x="103755" y="31040"/>
                  <a:pt x="51887" y="-11"/>
                  <a:pt x="0" y="0"/>
                </a:cubicBezTo>
              </a:path>
            </a:pathLst>
          </a:custGeom>
          <a:noFill/>
          <a:ln w="28575">
            <a:solidFill>
              <a:srgbClr val="FFFFFF">
                <a:alpha val="1700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0315429" y="1007313"/>
            <a:ext cx="1875203" cy="186302"/>
          </a:xfrm>
          <a:custGeom>
            <a:avLst/>
            <a:gdLst/>
            <a:ahLst/>
            <a:cxnLst/>
            <a:rect l="l" t="t" r="r" b="b"/>
            <a:pathLst>
              <a:path w="1875203" h="186302">
                <a:moveTo>
                  <a:pt x="1875203" y="237"/>
                </a:moveTo>
                <a:cubicBezTo>
                  <a:pt x="1820710" y="-3055"/>
                  <a:pt x="1766235" y="27917"/>
                  <a:pt x="1711742" y="93151"/>
                </a:cubicBezTo>
                <a:cubicBezTo>
                  <a:pt x="1608005" y="217351"/>
                  <a:pt x="1504269" y="217351"/>
                  <a:pt x="1400533" y="93151"/>
                </a:cubicBezTo>
                <a:cubicBezTo>
                  <a:pt x="1296778" y="-31051"/>
                  <a:pt x="1193042" y="-31051"/>
                  <a:pt x="1089305" y="93151"/>
                </a:cubicBezTo>
                <a:cubicBezTo>
                  <a:pt x="985569" y="217351"/>
                  <a:pt x="881833" y="217351"/>
                  <a:pt x="778097" y="93151"/>
                </a:cubicBezTo>
                <a:cubicBezTo>
                  <a:pt x="674360" y="-31051"/>
                  <a:pt x="570624" y="-31051"/>
                  <a:pt x="466869" y="93151"/>
                </a:cubicBezTo>
                <a:cubicBezTo>
                  <a:pt x="363133" y="217351"/>
                  <a:pt x="259397" y="217351"/>
                  <a:pt x="155642" y="93151"/>
                </a:cubicBezTo>
                <a:cubicBezTo>
                  <a:pt x="103755" y="31040"/>
                  <a:pt x="51887" y="-11"/>
                  <a:pt x="0" y="-2"/>
                </a:cubicBezTo>
              </a:path>
            </a:pathLst>
          </a:custGeom>
          <a:noFill/>
          <a:ln w="28575">
            <a:solidFill>
              <a:srgbClr val="FFFFFF">
                <a:alpha val="1700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0314744" y="1277132"/>
            <a:ext cx="1875201" cy="186302"/>
          </a:xfrm>
          <a:custGeom>
            <a:avLst/>
            <a:gdLst/>
            <a:ahLst/>
            <a:cxnLst/>
            <a:rect l="l" t="t" r="r" b="b"/>
            <a:pathLst>
              <a:path w="1875201" h="186302">
                <a:moveTo>
                  <a:pt x="1875201" y="239"/>
                </a:moveTo>
                <a:cubicBezTo>
                  <a:pt x="1820708" y="-3052"/>
                  <a:pt x="1766233" y="27921"/>
                  <a:pt x="1711740" y="93153"/>
                </a:cubicBezTo>
                <a:cubicBezTo>
                  <a:pt x="1608004" y="217353"/>
                  <a:pt x="1504268" y="217353"/>
                  <a:pt x="1400531" y="93153"/>
                </a:cubicBezTo>
                <a:cubicBezTo>
                  <a:pt x="1296795" y="-31047"/>
                  <a:pt x="1193059" y="-31047"/>
                  <a:pt x="1089304" y="93153"/>
                </a:cubicBezTo>
                <a:cubicBezTo>
                  <a:pt x="985568" y="217353"/>
                  <a:pt x="881832" y="217353"/>
                  <a:pt x="778096" y="93153"/>
                </a:cubicBezTo>
                <a:cubicBezTo>
                  <a:pt x="674360" y="-31047"/>
                  <a:pt x="570624" y="-31047"/>
                  <a:pt x="466869" y="93153"/>
                </a:cubicBezTo>
                <a:cubicBezTo>
                  <a:pt x="363133" y="217353"/>
                  <a:pt x="259397" y="217353"/>
                  <a:pt x="155642" y="93153"/>
                </a:cubicBezTo>
                <a:cubicBezTo>
                  <a:pt x="103755" y="31043"/>
                  <a:pt x="51887" y="-13"/>
                  <a:pt x="0" y="0"/>
                </a:cubicBezTo>
              </a:path>
            </a:pathLst>
          </a:custGeom>
          <a:noFill/>
          <a:ln w="28575">
            <a:solidFill>
              <a:srgbClr val="FFFFFF">
                <a:alpha val="1700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02920" y="957271"/>
            <a:ext cx="11101250" cy="1817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800" dirty="0">
                <a:solidFill>
                  <a:srgbClr val="003860"/>
                </a:solidFill>
                <a:latin typeface="Lexend Deca Regular" pitchFamily="34" charset="0"/>
                <a:ea typeface="Lexend Deca Regular" pitchFamily="34" charset="-122"/>
                <a:cs typeface="Lexend Deca Regular" pitchFamily="34" charset="-120"/>
              </a:rPr>
              <a:t>Literature Review 2 – Survey on Detection and Impacts of Deepfakes IEEE, December 2023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5559684" y="3827248"/>
            <a:ext cx="8358535" cy="2784994"/>
          </a:xfrm>
          <a:custGeom>
            <a:avLst/>
            <a:gdLst/>
            <a:ahLst/>
            <a:cxnLst/>
            <a:rect l="l" t="t" r="r" b="b"/>
            <a:pathLst>
              <a:path w="8358535" h="2784994">
                <a:moveTo>
                  <a:pt x="525668" y="1392971"/>
                </a:moveTo>
                <a:cubicBezTo>
                  <a:pt x="568882" y="1316662"/>
                  <a:pt x="617111" y="1243639"/>
                  <a:pt x="663751" y="1169419"/>
                </a:cubicBezTo>
                <a:cubicBezTo>
                  <a:pt x="650796" y="1188469"/>
                  <a:pt x="637756" y="1207351"/>
                  <a:pt x="624800" y="1226400"/>
                </a:cubicBezTo>
                <a:cubicBezTo>
                  <a:pt x="693675" y="1136723"/>
                  <a:pt x="763970" y="1049135"/>
                  <a:pt x="840283" y="965892"/>
                </a:cubicBezTo>
                <a:cubicBezTo>
                  <a:pt x="915343" y="884013"/>
                  <a:pt x="996254" y="809542"/>
                  <a:pt x="1076245" y="732843"/>
                </a:cubicBezTo>
                <a:cubicBezTo>
                  <a:pt x="1060029" y="746462"/>
                  <a:pt x="1044232" y="759969"/>
                  <a:pt x="1028016" y="773588"/>
                </a:cubicBezTo>
                <a:cubicBezTo>
                  <a:pt x="1084771" y="726995"/>
                  <a:pt x="1141442" y="682045"/>
                  <a:pt x="1207975" y="649990"/>
                </a:cubicBezTo>
                <a:cubicBezTo>
                  <a:pt x="1190005" y="658401"/>
                  <a:pt x="1172034" y="666811"/>
                  <a:pt x="1153729" y="675222"/>
                </a:cubicBezTo>
                <a:cubicBezTo>
                  <a:pt x="1184739" y="661074"/>
                  <a:pt x="1216418" y="650101"/>
                  <a:pt x="1250270" y="643557"/>
                </a:cubicBezTo>
                <a:cubicBezTo>
                  <a:pt x="1231129" y="646982"/>
                  <a:pt x="1211988" y="650352"/>
                  <a:pt x="1192763" y="653777"/>
                </a:cubicBezTo>
                <a:cubicBezTo>
                  <a:pt x="1220513" y="649182"/>
                  <a:pt x="1248013" y="647595"/>
                  <a:pt x="1275847" y="649544"/>
                </a:cubicBezTo>
                <a:cubicBezTo>
                  <a:pt x="1256455" y="648096"/>
                  <a:pt x="1237398" y="646620"/>
                  <a:pt x="1218006" y="645172"/>
                </a:cubicBezTo>
                <a:cubicBezTo>
                  <a:pt x="1245171" y="647929"/>
                  <a:pt x="1271417" y="653722"/>
                  <a:pt x="1297328" y="662578"/>
                </a:cubicBezTo>
                <a:cubicBezTo>
                  <a:pt x="1279190" y="656145"/>
                  <a:pt x="1260634" y="649767"/>
                  <a:pt x="1242496" y="643389"/>
                </a:cubicBezTo>
                <a:cubicBezTo>
                  <a:pt x="1274008" y="655114"/>
                  <a:pt x="1303514" y="670320"/>
                  <a:pt x="1331598" y="689203"/>
                </a:cubicBezTo>
                <a:cubicBezTo>
                  <a:pt x="1315216" y="678035"/>
                  <a:pt x="1298749" y="666644"/>
                  <a:pt x="1282450" y="655476"/>
                </a:cubicBezTo>
                <a:cubicBezTo>
                  <a:pt x="1321150" y="682602"/>
                  <a:pt x="1355002" y="714323"/>
                  <a:pt x="1385594" y="750110"/>
                </a:cubicBezTo>
                <a:cubicBezTo>
                  <a:pt x="1373057" y="735155"/>
                  <a:pt x="1360268" y="720005"/>
                  <a:pt x="1347730" y="705105"/>
                </a:cubicBezTo>
                <a:cubicBezTo>
                  <a:pt x="1378490" y="742201"/>
                  <a:pt x="1403732" y="781469"/>
                  <a:pt x="1424545" y="824915"/>
                </a:cubicBezTo>
                <a:cubicBezTo>
                  <a:pt x="1416521" y="807704"/>
                  <a:pt x="1408580" y="790827"/>
                  <a:pt x="1400556" y="773532"/>
                </a:cubicBezTo>
                <a:cubicBezTo>
                  <a:pt x="1442432" y="863543"/>
                  <a:pt x="1468093" y="958957"/>
                  <a:pt x="1485980" y="1056209"/>
                </a:cubicBezTo>
                <a:cubicBezTo>
                  <a:pt x="1482637" y="1037438"/>
                  <a:pt x="1479210" y="1019029"/>
                  <a:pt x="1475783" y="1000203"/>
                </a:cubicBezTo>
                <a:cubicBezTo>
                  <a:pt x="1511558" y="1199079"/>
                  <a:pt x="1518997" y="1402662"/>
                  <a:pt x="1567643" y="1599534"/>
                </a:cubicBezTo>
                <a:cubicBezTo>
                  <a:pt x="1617627" y="1801585"/>
                  <a:pt x="1723614" y="2012047"/>
                  <a:pt x="1886187" y="2146479"/>
                </a:cubicBezTo>
                <a:cubicBezTo>
                  <a:pt x="2067735" y="2296701"/>
                  <a:pt x="2309547" y="2352206"/>
                  <a:pt x="2535980" y="2280325"/>
                </a:cubicBezTo>
                <a:cubicBezTo>
                  <a:pt x="2716858" y="2222982"/>
                  <a:pt x="2870990" y="2093146"/>
                  <a:pt x="2991520" y="1949858"/>
                </a:cubicBezTo>
                <a:cubicBezTo>
                  <a:pt x="3127262" y="1788551"/>
                  <a:pt x="3229404" y="1602458"/>
                  <a:pt x="3348011" y="1428813"/>
                </a:cubicBezTo>
                <a:cubicBezTo>
                  <a:pt x="3334889" y="1448058"/>
                  <a:pt x="3321431" y="1467274"/>
                  <a:pt x="3308308" y="1486574"/>
                </a:cubicBezTo>
                <a:cubicBezTo>
                  <a:pt x="3461102" y="1264109"/>
                  <a:pt x="3636464" y="1056348"/>
                  <a:pt x="3842502" y="881283"/>
                </a:cubicBezTo>
                <a:cubicBezTo>
                  <a:pt x="3824114" y="896824"/>
                  <a:pt x="3805558" y="912587"/>
                  <a:pt x="3787252" y="928183"/>
                </a:cubicBezTo>
                <a:cubicBezTo>
                  <a:pt x="3920487" y="815975"/>
                  <a:pt x="4065926" y="719113"/>
                  <a:pt x="4223735" y="645255"/>
                </a:cubicBezTo>
                <a:cubicBezTo>
                  <a:pt x="4202087" y="655337"/>
                  <a:pt x="4180438" y="665446"/>
                  <a:pt x="4159040" y="675333"/>
                </a:cubicBezTo>
                <a:cubicBezTo>
                  <a:pt x="4273886" y="622585"/>
                  <a:pt x="4394751" y="580643"/>
                  <a:pt x="4519544" y="558029"/>
                </a:cubicBezTo>
                <a:cubicBezTo>
                  <a:pt x="4496056" y="562179"/>
                  <a:pt x="4472652" y="566412"/>
                  <a:pt x="4449248" y="570562"/>
                </a:cubicBezTo>
                <a:cubicBezTo>
                  <a:pt x="4500821" y="561761"/>
                  <a:pt x="4552560" y="557472"/>
                  <a:pt x="4604884" y="560842"/>
                </a:cubicBezTo>
                <a:cubicBezTo>
                  <a:pt x="4580895" y="558893"/>
                  <a:pt x="4557074" y="557249"/>
                  <a:pt x="4533085" y="555272"/>
                </a:cubicBezTo>
                <a:cubicBezTo>
                  <a:pt x="4568525" y="558363"/>
                  <a:pt x="4602628" y="564908"/>
                  <a:pt x="4636062" y="576494"/>
                </a:cubicBezTo>
                <a:cubicBezTo>
                  <a:pt x="4612992" y="568473"/>
                  <a:pt x="4589839" y="560424"/>
                  <a:pt x="4567104" y="552404"/>
                </a:cubicBezTo>
                <a:cubicBezTo>
                  <a:pt x="4593266" y="562151"/>
                  <a:pt x="4617589" y="574405"/>
                  <a:pt x="4640910" y="589750"/>
                </a:cubicBezTo>
                <a:cubicBezTo>
                  <a:pt x="4619846" y="575435"/>
                  <a:pt x="4599368" y="561065"/>
                  <a:pt x="4578304" y="546750"/>
                </a:cubicBezTo>
                <a:cubicBezTo>
                  <a:pt x="4611320" y="569503"/>
                  <a:pt x="4639907" y="596379"/>
                  <a:pt x="4666069" y="626763"/>
                </a:cubicBezTo>
                <a:cubicBezTo>
                  <a:pt x="4649686" y="607268"/>
                  <a:pt x="4633303" y="587884"/>
                  <a:pt x="4616753" y="568584"/>
                </a:cubicBezTo>
                <a:cubicBezTo>
                  <a:pt x="4650605" y="609886"/>
                  <a:pt x="4677436" y="654863"/>
                  <a:pt x="4700506" y="702849"/>
                </a:cubicBezTo>
                <a:cubicBezTo>
                  <a:pt x="4690058" y="680458"/>
                  <a:pt x="4679693" y="657927"/>
                  <a:pt x="4669161" y="635563"/>
                </a:cubicBezTo>
                <a:cubicBezTo>
                  <a:pt x="4700757" y="704158"/>
                  <a:pt x="4722238" y="775704"/>
                  <a:pt x="4736113" y="849730"/>
                </a:cubicBezTo>
                <a:cubicBezTo>
                  <a:pt x="4731683" y="825389"/>
                  <a:pt x="4727504" y="801159"/>
                  <a:pt x="4723074" y="776818"/>
                </a:cubicBezTo>
                <a:cubicBezTo>
                  <a:pt x="4768544" y="1030531"/>
                  <a:pt x="4727755" y="1288812"/>
                  <a:pt x="4716638" y="1543472"/>
                </a:cubicBezTo>
                <a:cubicBezTo>
                  <a:pt x="4703849" y="1837484"/>
                  <a:pt x="4762610" y="2147788"/>
                  <a:pt x="4928610" y="2395764"/>
                </a:cubicBezTo>
                <a:cubicBezTo>
                  <a:pt x="5018548" y="2530279"/>
                  <a:pt x="5147270" y="2658723"/>
                  <a:pt x="5299729" y="2719742"/>
                </a:cubicBezTo>
                <a:cubicBezTo>
                  <a:pt x="5406301" y="2762380"/>
                  <a:pt x="5499415" y="2781903"/>
                  <a:pt x="5614428" y="2784716"/>
                </a:cubicBezTo>
                <a:cubicBezTo>
                  <a:pt x="5693751" y="2786749"/>
                  <a:pt x="5777085" y="2772016"/>
                  <a:pt x="5852229" y="2747369"/>
                </a:cubicBezTo>
                <a:cubicBezTo>
                  <a:pt x="6159238" y="2646859"/>
                  <a:pt x="6360260" y="2375043"/>
                  <a:pt x="6504612" y="2100610"/>
                </a:cubicBezTo>
                <a:cubicBezTo>
                  <a:pt x="6574657" y="1967376"/>
                  <a:pt x="6631746" y="1828293"/>
                  <a:pt x="6698196" y="1693499"/>
                </a:cubicBezTo>
                <a:cubicBezTo>
                  <a:pt x="6780110" y="1527736"/>
                  <a:pt x="6873892" y="1368156"/>
                  <a:pt x="6978625" y="1215566"/>
                </a:cubicBezTo>
                <a:cubicBezTo>
                  <a:pt x="6961657" y="1240242"/>
                  <a:pt x="6944856" y="1264722"/>
                  <a:pt x="6927972" y="1289452"/>
                </a:cubicBezTo>
                <a:cubicBezTo>
                  <a:pt x="7018579" y="1158363"/>
                  <a:pt x="7113615" y="1026660"/>
                  <a:pt x="7236068" y="922919"/>
                </a:cubicBezTo>
                <a:cubicBezTo>
                  <a:pt x="7213165" y="942303"/>
                  <a:pt x="7190096" y="961853"/>
                  <a:pt x="7167277" y="981181"/>
                </a:cubicBezTo>
                <a:cubicBezTo>
                  <a:pt x="7212330" y="943640"/>
                  <a:pt x="7260558" y="910805"/>
                  <a:pt x="7313551" y="885405"/>
                </a:cubicBezTo>
                <a:cubicBezTo>
                  <a:pt x="7287222" y="897604"/>
                  <a:pt x="7260893" y="909997"/>
                  <a:pt x="7234480" y="922223"/>
                </a:cubicBezTo>
                <a:cubicBezTo>
                  <a:pt x="7270589" y="905569"/>
                  <a:pt x="7307868" y="893175"/>
                  <a:pt x="7346902" y="885935"/>
                </a:cubicBezTo>
                <a:cubicBezTo>
                  <a:pt x="7318650" y="891115"/>
                  <a:pt x="7290148" y="896155"/>
                  <a:pt x="7262063" y="901141"/>
                </a:cubicBezTo>
                <a:cubicBezTo>
                  <a:pt x="7293157" y="895961"/>
                  <a:pt x="7324250" y="894067"/>
                  <a:pt x="7355846" y="895877"/>
                </a:cubicBezTo>
                <a:cubicBezTo>
                  <a:pt x="7327176" y="893538"/>
                  <a:pt x="7298339" y="891421"/>
                  <a:pt x="7269669" y="889165"/>
                </a:cubicBezTo>
                <a:cubicBezTo>
                  <a:pt x="7303020" y="891811"/>
                  <a:pt x="7335284" y="898077"/>
                  <a:pt x="7367130" y="908660"/>
                </a:cubicBezTo>
                <a:cubicBezTo>
                  <a:pt x="7339630" y="899163"/>
                  <a:pt x="7311880" y="889472"/>
                  <a:pt x="7284547" y="879808"/>
                </a:cubicBezTo>
                <a:cubicBezTo>
                  <a:pt x="7317981" y="891839"/>
                  <a:pt x="7349159" y="907546"/>
                  <a:pt x="7378497" y="927236"/>
                </a:cubicBezTo>
                <a:cubicBezTo>
                  <a:pt x="7353672" y="910108"/>
                  <a:pt x="7328764" y="892981"/>
                  <a:pt x="7303688" y="876020"/>
                </a:cubicBezTo>
                <a:cubicBezTo>
                  <a:pt x="7340884" y="901698"/>
                  <a:pt x="7373399" y="932166"/>
                  <a:pt x="7402821" y="966338"/>
                </a:cubicBezTo>
                <a:cubicBezTo>
                  <a:pt x="7383345" y="943306"/>
                  <a:pt x="7363535" y="920107"/>
                  <a:pt x="7344144" y="896824"/>
                </a:cubicBezTo>
                <a:cubicBezTo>
                  <a:pt x="7384933" y="945478"/>
                  <a:pt x="7417197" y="999006"/>
                  <a:pt x="7444362" y="1056349"/>
                </a:cubicBezTo>
                <a:cubicBezTo>
                  <a:pt x="7431992" y="1029752"/>
                  <a:pt x="7419538" y="1003183"/>
                  <a:pt x="7406916" y="976391"/>
                </a:cubicBezTo>
                <a:cubicBezTo>
                  <a:pt x="7443359" y="1055847"/>
                  <a:pt x="7468769" y="1139564"/>
                  <a:pt x="7484818" y="1225453"/>
                </a:cubicBezTo>
                <a:cubicBezTo>
                  <a:pt x="7479636" y="1196796"/>
                  <a:pt x="7474620" y="1167915"/>
                  <a:pt x="7469187" y="1139146"/>
                </a:cubicBezTo>
                <a:cubicBezTo>
                  <a:pt x="7494932" y="1285359"/>
                  <a:pt x="7499111" y="1434189"/>
                  <a:pt x="7520927" y="1580791"/>
                </a:cubicBezTo>
                <a:cubicBezTo>
                  <a:pt x="7535554" y="1678433"/>
                  <a:pt x="7551686" y="1777996"/>
                  <a:pt x="7582947" y="1871990"/>
                </a:cubicBezTo>
                <a:cubicBezTo>
                  <a:pt x="7602255" y="1930531"/>
                  <a:pt x="7629086" y="1985868"/>
                  <a:pt x="7655750" y="2041346"/>
                </a:cubicBezTo>
                <a:cubicBezTo>
                  <a:pt x="7672133" y="2075378"/>
                  <a:pt x="7690438" y="2108464"/>
                  <a:pt x="7712170" y="2139461"/>
                </a:cubicBezTo>
                <a:cubicBezTo>
                  <a:pt x="7765748" y="2216160"/>
                  <a:pt x="7843650" y="2275480"/>
                  <a:pt x="7936764" y="2294557"/>
                </a:cubicBezTo>
                <a:cubicBezTo>
                  <a:pt x="8019513" y="2311768"/>
                  <a:pt x="8126920" y="2296423"/>
                  <a:pt x="8197299" y="2247017"/>
                </a:cubicBezTo>
                <a:cubicBezTo>
                  <a:pt x="8272693" y="2194019"/>
                  <a:pt x="8337305" y="2116290"/>
                  <a:pt x="8352434" y="2022408"/>
                </a:cubicBezTo>
                <a:cubicBezTo>
                  <a:pt x="8366727" y="1934235"/>
                  <a:pt x="8357700" y="1837122"/>
                  <a:pt x="8304874" y="1761843"/>
                </a:cubicBezTo>
                <a:cubicBezTo>
                  <a:pt x="8279380" y="1725583"/>
                  <a:pt x="8257230" y="1688041"/>
                  <a:pt x="8238507" y="1647909"/>
                </a:cubicBezTo>
                <a:cubicBezTo>
                  <a:pt x="8251379" y="1675230"/>
                  <a:pt x="8264000" y="1702718"/>
                  <a:pt x="8276789" y="1730067"/>
                </a:cubicBezTo>
                <a:cubicBezTo>
                  <a:pt x="8240262" y="1649525"/>
                  <a:pt x="8217945" y="1563970"/>
                  <a:pt x="8201897" y="1476911"/>
                </a:cubicBezTo>
                <a:cubicBezTo>
                  <a:pt x="8207162" y="1505902"/>
                  <a:pt x="8212345" y="1535340"/>
                  <a:pt x="8217527" y="1564359"/>
                </a:cubicBezTo>
                <a:cubicBezTo>
                  <a:pt x="8173812" y="1319391"/>
                  <a:pt x="8176403" y="1061556"/>
                  <a:pt x="8081032" y="828230"/>
                </a:cubicBezTo>
                <a:cubicBezTo>
                  <a:pt x="8018928" y="676336"/>
                  <a:pt x="7939438" y="537671"/>
                  <a:pt x="7819243" y="423626"/>
                </a:cubicBezTo>
                <a:cubicBezTo>
                  <a:pt x="7763659" y="370878"/>
                  <a:pt x="7697877" y="324285"/>
                  <a:pt x="7628417" y="291923"/>
                </a:cubicBezTo>
                <a:cubicBezTo>
                  <a:pt x="7527530" y="244662"/>
                  <a:pt x="7435085" y="227952"/>
                  <a:pt x="7325671" y="221658"/>
                </a:cubicBezTo>
                <a:cubicBezTo>
                  <a:pt x="7250946" y="217369"/>
                  <a:pt x="7173044" y="231628"/>
                  <a:pt x="7101830" y="252293"/>
                </a:cubicBezTo>
                <a:cubicBezTo>
                  <a:pt x="7030866" y="273097"/>
                  <a:pt x="6961574" y="306684"/>
                  <a:pt x="6898550" y="345535"/>
                </a:cubicBezTo>
                <a:cubicBezTo>
                  <a:pt x="6787549" y="413823"/>
                  <a:pt x="6688082" y="508011"/>
                  <a:pt x="6604330" y="607742"/>
                </a:cubicBezTo>
                <a:cubicBezTo>
                  <a:pt x="6506953" y="723792"/>
                  <a:pt x="6421278" y="851791"/>
                  <a:pt x="6339113" y="978703"/>
                </a:cubicBezTo>
                <a:cubicBezTo>
                  <a:pt x="6265475" y="1092581"/>
                  <a:pt x="6197687" y="1210303"/>
                  <a:pt x="6136586" y="1331311"/>
                </a:cubicBezTo>
                <a:cubicBezTo>
                  <a:pt x="6023077" y="1555336"/>
                  <a:pt x="5939241" y="1794400"/>
                  <a:pt x="5797397" y="2003497"/>
                </a:cubicBezTo>
                <a:cubicBezTo>
                  <a:pt x="5814030" y="1979184"/>
                  <a:pt x="5830580" y="1954899"/>
                  <a:pt x="5847381" y="1930753"/>
                </a:cubicBezTo>
                <a:cubicBezTo>
                  <a:pt x="5797397" y="2003497"/>
                  <a:pt x="5742481" y="2072148"/>
                  <a:pt x="5674944" y="2129379"/>
                </a:cubicBezTo>
                <a:cubicBezTo>
                  <a:pt x="5697261" y="2110636"/>
                  <a:pt x="5719244" y="2091837"/>
                  <a:pt x="5741562" y="2073067"/>
                </a:cubicBezTo>
                <a:cubicBezTo>
                  <a:pt x="5704617" y="2103646"/>
                  <a:pt x="5664830" y="2129880"/>
                  <a:pt x="5621617" y="2150851"/>
                </a:cubicBezTo>
                <a:cubicBezTo>
                  <a:pt x="5646943" y="2139071"/>
                  <a:pt x="5672186" y="2127263"/>
                  <a:pt x="5697512" y="2115454"/>
                </a:cubicBezTo>
                <a:cubicBezTo>
                  <a:pt x="5660985" y="2132164"/>
                  <a:pt x="5623539" y="2144335"/>
                  <a:pt x="5584087" y="2151993"/>
                </a:cubicBezTo>
                <a:cubicBezTo>
                  <a:pt x="5611001" y="2147036"/>
                  <a:pt x="5637832" y="2142302"/>
                  <a:pt x="5664830" y="2137400"/>
                </a:cubicBezTo>
                <a:cubicBezTo>
                  <a:pt x="5625712" y="2144251"/>
                  <a:pt x="5586845" y="2146228"/>
                  <a:pt x="5547309" y="2144112"/>
                </a:cubicBezTo>
                <a:cubicBezTo>
                  <a:pt x="5574475" y="2146089"/>
                  <a:pt x="5601723" y="2148261"/>
                  <a:pt x="5628722" y="2150489"/>
                </a:cubicBezTo>
                <a:cubicBezTo>
                  <a:pt x="5589771" y="2147398"/>
                  <a:pt x="5551823" y="2139934"/>
                  <a:pt x="5514711" y="2127513"/>
                </a:cubicBezTo>
                <a:cubicBezTo>
                  <a:pt x="5540539" y="2136564"/>
                  <a:pt x="5566534" y="2145727"/>
                  <a:pt x="5592529" y="2154528"/>
                </a:cubicBezTo>
                <a:cubicBezTo>
                  <a:pt x="5554080" y="2140881"/>
                  <a:pt x="5518305" y="2122779"/>
                  <a:pt x="5484286" y="2100360"/>
                </a:cubicBezTo>
                <a:cubicBezTo>
                  <a:pt x="5507690" y="2116429"/>
                  <a:pt x="5530759" y="2132359"/>
                  <a:pt x="5554247" y="2148261"/>
                </a:cubicBezTo>
                <a:cubicBezTo>
                  <a:pt x="5510866" y="2118351"/>
                  <a:pt x="5472500" y="2082953"/>
                  <a:pt x="5438147" y="2043016"/>
                </a:cubicBezTo>
                <a:cubicBezTo>
                  <a:pt x="5456285" y="2064433"/>
                  <a:pt x="5474256" y="2085655"/>
                  <a:pt x="5492477" y="2107099"/>
                </a:cubicBezTo>
                <a:cubicBezTo>
                  <a:pt x="5445335" y="2050898"/>
                  <a:pt x="5407471" y="1988458"/>
                  <a:pt x="5376210" y="1922259"/>
                </a:cubicBezTo>
                <a:cubicBezTo>
                  <a:pt x="5387578" y="1946433"/>
                  <a:pt x="5398778" y="1970885"/>
                  <a:pt x="5410062" y="1995059"/>
                </a:cubicBezTo>
                <a:cubicBezTo>
                  <a:pt x="5368938" y="1906134"/>
                  <a:pt x="5340603" y="1812558"/>
                  <a:pt x="5322966" y="1716253"/>
                </a:cubicBezTo>
                <a:cubicBezTo>
                  <a:pt x="5327647" y="1741931"/>
                  <a:pt x="5332077" y="1767413"/>
                  <a:pt x="5336758" y="1793119"/>
                </a:cubicBezTo>
                <a:cubicBezTo>
                  <a:pt x="5292291" y="1540659"/>
                  <a:pt x="5335170" y="1281738"/>
                  <a:pt x="5329988" y="1027329"/>
                </a:cubicBezTo>
                <a:cubicBezTo>
                  <a:pt x="5327062" y="879947"/>
                  <a:pt x="5309091" y="728638"/>
                  <a:pt x="5264791" y="587857"/>
                </a:cubicBezTo>
                <a:cubicBezTo>
                  <a:pt x="5212467" y="420841"/>
                  <a:pt x="5118851" y="244411"/>
                  <a:pt x="4976171" y="137913"/>
                </a:cubicBezTo>
                <a:cubicBezTo>
                  <a:pt x="4884812" y="69709"/>
                  <a:pt x="4782754" y="17796"/>
                  <a:pt x="4667657" y="5236"/>
                </a:cubicBezTo>
                <a:cubicBezTo>
                  <a:pt x="4554399" y="-7046"/>
                  <a:pt x="4457607" y="2340"/>
                  <a:pt x="4346188" y="24870"/>
                </a:cubicBezTo>
                <a:cubicBezTo>
                  <a:pt x="4190886" y="56369"/>
                  <a:pt x="4042105" y="120591"/>
                  <a:pt x="3901598" y="192248"/>
                </a:cubicBezTo>
                <a:cubicBezTo>
                  <a:pt x="3635545" y="328435"/>
                  <a:pt x="3401506" y="532853"/>
                  <a:pt x="3205833" y="756878"/>
                </a:cubicBezTo>
                <a:cubicBezTo>
                  <a:pt x="3088730" y="890753"/>
                  <a:pt x="2984917" y="1035684"/>
                  <a:pt x="2887122" y="1183818"/>
                </a:cubicBezTo>
                <a:cubicBezTo>
                  <a:pt x="2807632" y="1304185"/>
                  <a:pt x="2738006" y="1430624"/>
                  <a:pt x="2656761" y="1549850"/>
                </a:cubicBezTo>
                <a:cubicBezTo>
                  <a:pt x="2669717" y="1530800"/>
                  <a:pt x="2682756" y="1511918"/>
                  <a:pt x="2695712" y="1492869"/>
                </a:cubicBezTo>
                <a:cubicBezTo>
                  <a:pt x="2626670" y="1593379"/>
                  <a:pt x="2550858" y="1691077"/>
                  <a:pt x="2457911" y="1770672"/>
                </a:cubicBezTo>
                <a:cubicBezTo>
                  <a:pt x="2475046" y="1756106"/>
                  <a:pt x="2492348" y="1741736"/>
                  <a:pt x="2509316" y="1727170"/>
                </a:cubicBezTo>
                <a:cubicBezTo>
                  <a:pt x="2467022" y="1762512"/>
                  <a:pt x="2421468" y="1793565"/>
                  <a:pt x="2371568" y="1817488"/>
                </a:cubicBezTo>
                <a:cubicBezTo>
                  <a:pt x="2390792" y="1808409"/>
                  <a:pt x="2410435" y="1799357"/>
                  <a:pt x="2429659" y="1790362"/>
                </a:cubicBezTo>
                <a:cubicBezTo>
                  <a:pt x="2392464" y="1807462"/>
                  <a:pt x="2354015" y="1820273"/>
                  <a:pt x="2313894" y="1827541"/>
                </a:cubicBezTo>
                <a:cubicBezTo>
                  <a:pt x="2334456" y="1823670"/>
                  <a:pt x="2355185" y="1820189"/>
                  <a:pt x="2375831" y="1816346"/>
                </a:cubicBezTo>
                <a:cubicBezTo>
                  <a:pt x="2339304" y="1822306"/>
                  <a:pt x="2303028" y="1824144"/>
                  <a:pt x="2266083" y="1821526"/>
                </a:cubicBezTo>
                <a:cubicBezTo>
                  <a:pt x="2286812" y="1823141"/>
                  <a:pt x="2307541" y="1824673"/>
                  <a:pt x="2328271" y="1826288"/>
                </a:cubicBezTo>
                <a:cubicBezTo>
                  <a:pt x="2291911" y="1823030"/>
                  <a:pt x="2256387" y="1815649"/>
                  <a:pt x="2221866" y="1803674"/>
                </a:cubicBezTo>
                <a:cubicBezTo>
                  <a:pt x="2241676" y="1810553"/>
                  <a:pt x="2261235" y="1817460"/>
                  <a:pt x="2281045" y="1824339"/>
                </a:cubicBezTo>
                <a:cubicBezTo>
                  <a:pt x="2243933" y="1810831"/>
                  <a:pt x="2209245" y="1793091"/>
                  <a:pt x="2176396" y="1770922"/>
                </a:cubicBezTo>
                <a:cubicBezTo>
                  <a:pt x="2194116" y="1782982"/>
                  <a:pt x="2211585" y="1795263"/>
                  <a:pt x="2229305" y="1807322"/>
                </a:cubicBezTo>
                <a:cubicBezTo>
                  <a:pt x="2186175" y="1777217"/>
                  <a:pt x="2148061" y="1741374"/>
                  <a:pt x="2113958" y="1701298"/>
                </a:cubicBezTo>
                <a:cubicBezTo>
                  <a:pt x="2127582" y="1717478"/>
                  <a:pt x="2141290" y="1733520"/>
                  <a:pt x="2154831" y="1749757"/>
                </a:cubicBezTo>
                <a:cubicBezTo>
                  <a:pt x="2109444" y="1694836"/>
                  <a:pt x="2073001" y="1634318"/>
                  <a:pt x="2042743" y="1569790"/>
                </a:cubicBezTo>
                <a:cubicBezTo>
                  <a:pt x="2051352" y="1587948"/>
                  <a:pt x="2059794" y="1606274"/>
                  <a:pt x="2068404" y="1624432"/>
                </a:cubicBezTo>
                <a:cubicBezTo>
                  <a:pt x="2023100" y="1525537"/>
                  <a:pt x="1995434" y="1422046"/>
                  <a:pt x="1976209" y="1315270"/>
                </a:cubicBezTo>
                <a:cubicBezTo>
                  <a:pt x="1979636" y="1334458"/>
                  <a:pt x="1983063" y="1353591"/>
                  <a:pt x="1986406" y="1372807"/>
                </a:cubicBezTo>
                <a:cubicBezTo>
                  <a:pt x="1922965" y="1016802"/>
                  <a:pt x="1903406" y="615345"/>
                  <a:pt x="1617294" y="353555"/>
                </a:cubicBezTo>
                <a:cubicBezTo>
                  <a:pt x="1457646" y="207510"/>
                  <a:pt x="1228872" y="150390"/>
                  <a:pt x="1024172" y="231350"/>
                </a:cubicBezTo>
                <a:cubicBezTo>
                  <a:pt x="831173" y="307352"/>
                  <a:pt x="670188" y="454595"/>
                  <a:pt x="519567" y="593204"/>
                </a:cubicBezTo>
                <a:cubicBezTo>
                  <a:pt x="439576" y="666700"/>
                  <a:pt x="363179" y="744513"/>
                  <a:pt x="290878" y="825668"/>
                </a:cubicBezTo>
                <a:cubicBezTo>
                  <a:pt x="216236" y="909412"/>
                  <a:pt x="140842" y="992433"/>
                  <a:pt x="71048" y="1080383"/>
                </a:cubicBezTo>
                <a:cubicBezTo>
                  <a:pt x="23237" y="1140790"/>
                  <a:pt x="-1170" y="1204538"/>
                  <a:pt x="-250" y="1281042"/>
                </a:cubicBezTo>
                <a:cubicBezTo>
                  <a:pt x="418" y="1368881"/>
                  <a:pt x="51991" y="1446582"/>
                  <a:pt x="121868" y="1494679"/>
                </a:cubicBezTo>
                <a:cubicBezTo>
                  <a:pt x="184641" y="1537874"/>
                  <a:pt x="251676" y="1552328"/>
                  <a:pt x="326819" y="1538765"/>
                </a:cubicBezTo>
                <a:cubicBezTo>
                  <a:pt x="415754" y="1523754"/>
                  <a:pt x="480867" y="1472260"/>
                  <a:pt x="525502" y="1393222"/>
                </a:cubicBezTo>
                <a:lnTo>
                  <a:pt x="525668" y="1392971"/>
                </a:lnTo>
              </a:path>
            </a:pathLst>
          </a:custGeom>
          <a:solidFill>
            <a:srgbClr val="40AFFF">
              <a:alpha val="20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6559" y="4995045"/>
            <a:ext cx="399300" cy="399300"/>
          </a:xfrm>
          <a:custGeom>
            <a:avLst/>
            <a:gdLst/>
            <a:ahLst/>
            <a:cxnLst/>
            <a:rect l="l" t="t" r="r" b="b"/>
            <a:pathLst>
              <a:path w="399300" h="399300">
                <a:moveTo>
                  <a:pt x="275118" y="21802"/>
                </a:moveTo>
                <a:lnTo>
                  <a:pt x="286258" y="92238"/>
                </a:lnTo>
                <a:cubicBezTo>
                  <a:pt x="291844" y="127564"/>
                  <a:pt x="309685" y="159788"/>
                  <a:pt x="336654" y="183279"/>
                </a:cubicBezTo>
                <a:lnTo>
                  <a:pt x="390432" y="230113"/>
                </a:lnTo>
                <a:cubicBezTo>
                  <a:pt x="397998" y="236705"/>
                  <a:pt x="401069" y="247087"/>
                  <a:pt x="398294" y="256734"/>
                </a:cubicBezTo>
                <a:cubicBezTo>
                  <a:pt x="395523" y="266381"/>
                  <a:pt x="387413" y="273552"/>
                  <a:pt x="377498" y="275118"/>
                </a:cubicBezTo>
                <a:lnTo>
                  <a:pt x="307062" y="286258"/>
                </a:lnTo>
                <a:cubicBezTo>
                  <a:pt x="271736" y="291844"/>
                  <a:pt x="239512" y="309685"/>
                  <a:pt x="216021" y="336654"/>
                </a:cubicBezTo>
                <a:lnTo>
                  <a:pt x="169187" y="390432"/>
                </a:lnTo>
                <a:cubicBezTo>
                  <a:pt x="162595" y="397998"/>
                  <a:pt x="152213" y="401069"/>
                  <a:pt x="142566" y="398294"/>
                </a:cubicBezTo>
                <a:cubicBezTo>
                  <a:pt x="132919" y="395523"/>
                  <a:pt x="125748" y="387413"/>
                  <a:pt x="124182" y="377498"/>
                </a:cubicBezTo>
                <a:lnTo>
                  <a:pt x="113042" y="307062"/>
                </a:lnTo>
                <a:cubicBezTo>
                  <a:pt x="107456" y="271736"/>
                  <a:pt x="89615" y="239512"/>
                  <a:pt x="62646" y="216021"/>
                </a:cubicBezTo>
                <a:lnTo>
                  <a:pt x="8868" y="169187"/>
                </a:lnTo>
                <a:cubicBezTo>
                  <a:pt x="1302" y="162595"/>
                  <a:pt x="-1769" y="152213"/>
                  <a:pt x="1006" y="142566"/>
                </a:cubicBezTo>
                <a:cubicBezTo>
                  <a:pt x="3777" y="132919"/>
                  <a:pt x="11887" y="125748"/>
                  <a:pt x="21802" y="124182"/>
                </a:cubicBezTo>
                <a:lnTo>
                  <a:pt x="92238" y="113042"/>
                </a:lnTo>
                <a:cubicBezTo>
                  <a:pt x="127564" y="107456"/>
                  <a:pt x="159788" y="89615"/>
                  <a:pt x="183279" y="62646"/>
                </a:cubicBezTo>
                <a:lnTo>
                  <a:pt x="230113" y="8868"/>
                </a:lnTo>
                <a:cubicBezTo>
                  <a:pt x="236705" y="1302"/>
                  <a:pt x="247087" y="-1769"/>
                  <a:pt x="256734" y="1006"/>
                </a:cubicBezTo>
                <a:cubicBezTo>
                  <a:pt x="266381" y="3777"/>
                  <a:pt x="273552" y="11887"/>
                  <a:pt x="275118" y="21802"/>
                </a:cubicBezTo>
                <a:lnTo>
                  <a:pt x="275118" y="21802"/>
                </a:lnTo>
              </a:path>
            </a:pathLst>
          </a:custGeom>
          <a:solidFill>
            <a:srgbClr val="C6FDFF">
              <a:alpha val="15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02921" y="3026338"/>
            <a:ext cx="2103120" cy="3200400"/>
          </a:xfrm>
          <a:custGeom>
            <a:avLst/>
            <a:gdLst/>
            <a:ahLst/>
            <a:cxnLst/>
            <a:rect l="l" t="t" r="r" b="b"/>
            <a:pathLst>
              <a:path w="2103120" h="3200400">
                <a:moveTo>
                  <a:pt x="0" y="0"/>
                </a:moveTo>
                <a:lnTo>
                  <a:pt x="2103120" y="0"/>
                </a:lnTo>
                <a:lnTo>
                  <a:pt x="2103120" y="3200400"/>
                </a:lnTo>
                <a:lnTo>
                  <a:pt x="0" y="3200400"/>
                </a:lnTo>
                <a:lnTo>
                  <a:pt x="0" y="0"/>
                </a:lnTo>
              </a:path>
            </a:pathLst>
          </a:custGeom>
          <a:solidFill>
            <a:srgbClr val="FFFFFF"/>
          </a:solidFill>
          <a:ln/>
          <a:effectLst>
            <a:outerShdw blurRad="485775" dist="139700" dir="2700000" algn="bl" rotWithShape="0">
              <a:srgbClr val="000000">
                <a:alpha val="8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773681" y="3026338"/>
            <a:ext cx="2103120" cy="3200400"/>
          </a:xfrm>
          <a:custGeom>
            <a:avLst/>
            <a:gdLst/>
            <a:ahLst/>
            <a:cxnLst/>
            <a:rect l="l" t="t" r="r" b="b"/>
            <a:pathLst>
              <a:path w="2103120" h="3200400">
                <a:moveTo>
                  <a:pt x="0" y="0"/>
                </a:moveTo>
                <a:lnTo>
                  <a:pt x="2103120" y="0"/>
                </a:lnTo>
                <a:lnTo>
                  <a:pt x="2103120" y="3200400"/>
                </a:lnTo>
                <a:lnTo>
                  <a:pt x="0" y="3200400"/>
                </a:lnTo>
                <a:lnTo>
                  <a:pt x="0" y="0"/>
                </a:lnTo>
              </a:path>
            </a:pathLst>
          </a:custGeom>
          <a:solidFill>
            <a:srgbClr val="FFFFFF"/>
          </a:solidFill>
          <a:ln/>
          <a:effectLst>
            <a:outerShdw blurRad="485775" dist="139700" dir="2700000" algn="bl" rotWithShape="0">
              <a:srgbClr val="000000">
                <a:alpha val="8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0309539" y="3021211"/>
            <a:ext cx="239397" cy="125779"/>
          </a:xfrm>
          <a:custGeom>
            <a:avLst/>
            <a:gdLst/>
            <a:ahLst/>
            <a:cxnLst/>
            <a:rect l="l" t="t" r="r" b="b"/>
            <a:pathLst>
              <a:path w="239397" h="125779">
                <a:moveTo>
                  <a:pt x="38114" y="121241"/>
                </a:moveTo>
                <a:cubicBezTo>
                  <a:pt x="33757" y="121241"/>
                  <a:pt x="29403" y="120333"/>
                  <a:pt x="25046" y="118518"/>
                </a:cubicBezTo>
                <a:cubicBezTo>
                  <a:pt x="7984" y="111258"/>
                  <a:pt x="0" y="91657"/>
                  <a:pt x="7259" y="74595"/>
                </a:cubicBezTo>
                <a:cubicBezTo>
                  <a:pt x="26317" y="29220"/>
                  <a:pt x="70421" y="-1"/>
                  <a:pt x="119605" y="-1"/>
                </a:cubicBezTo>
                <a:cubicBezTo>
                  <a:pt x="168792" y="-1"/>
                  <a:pt x="212896" y="29220"/>
                  <a:pt x="232134" y="74595"/>
                </a:cubicBezTo>
                <a:cubicBezTo>
                  <a:pt x="239395" y="91655"/>
                  <a:pt x="231409" y="111439"/>
                  <a:pt x="214347" y="118518"/>
                </a:cubicBezTo>
                <a:cubicBezTo>
                  <a:pt x="197285" y="125778"/>
                  <a:pt x="177504" y="117793"/>
                  <a:pt x="170425" y="100732"/>
                </a:cubicBezTo>
                <a:cubicBezTo>
                  <a:pt x="161713" y="80403"/>
                  <a:pt x="141747" y="67154"/>
                  <a:pt x="119605" y="67154"/>
                </a:cubicBezTo>
                <a:cubicBezTo>
                  <a:pt x="97463" y="67154"/>
                  <a:pt x="77680" y="80403"/>
                  <a:pt x="68968" y="100732"/>
                </a:cubicBezTo>
                <a:cubicBezTo>
                  <a:pt x="63703" y="113437"/>
                  <a:pt x="51181" y="121241"/>
                  <a:pt x="38112" y="121241"/>
                </a:cubicBezTo>
                <a:lnTo>
                  <a:pt x="38114" y="121241"/>
                </a:lnTo>
              </a:path>
            </a:pathLst>
          </a:custGeom>
          <a:solidFill>
            <a:srgbClr val="40AF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044441" y="3026338"/>
            <a:ext cx="2103120" cy="3200400"/>
          </a:xfrm>
          <a:custGeom>
            <a:avLst/>
            <a:gdLst/>
            <a:ahLst/>
            <a:cxnLst/>
            <a:rect l="l" t="t" r="r" b="b"/>
            <a:pathLst>
              <a:path w="2103120" h="3200400">
                <a:moveTo>
                  <a:pt x="0" y="0"/>
                </a:moveTo>
                <a:lnTo>
                  <a:pt x="2103120" y="0"/>
                </a:lnTo>
                <a:lnTo>
                  <a:pt x="2103120" y="3200400"/>
                </a:lnTo>
                <a:lnTo>
                  <a:pt x="0" y="3200400"/>
                </a:lnTo>
                <a:lnTo>
                  <a:pt x="0" y="0"/>
                </a:lnTo>
              </a:path>
            </a:pathLst>
          </a:custGeom>
          <a:solidFill>
            <a:srgbClr val="FFFFFF"/>
          </a:solidFill>
          <a:ln/>
          <a:effectLst>
            <a:outerShdw blurRad="485775" dist="139700" dir="2700000" algn="bl" rotWithShape="0">
              <a:srgbClr val="000000">
                <a:alpha val="8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315201" y="3026338"/>
            <a:ext cx="2103120" cy="3200400"/>
          </a:xfrm>
          <a:custGeom>
            <a:avLst/>
            <a:gdLst/>
            <a:ahLst/>
            <a:cxnLst/>
            <a:rect l="l" t="t" r="r" b="b"/>
            <a:pathLst>
              <a:path w="2103120" h="3200400">
                <a:moveTo>
                  <a:pt x="0" y="0"/>
                </a:moveTo>
                <a:lnTo>
                  <a:pt x="2103120" y="0"/>
                </a:lnTo>
                <a:lnTo>
                  <a:pt x="2103120" y="3200400"/>
                </a:lnTo>
                <a:lnTo>
                  <a:pt x="0" y="3200400"/>
                </a:lnTo>
                <a:lnTo>
                  <a:pt x="0" y="0"/>
                </a:lnTo>
              </a:path>
            </a:pathLst>
          </a:custGeom>
          <a:solidFill>
            <a:srgbClr val="FFFFFF"/>
          </a:solidFill>
          <a:ln/>
          <a:effectLst>
            <a:outerShdw blurRad="485775" dist="139700" dir="2700000" algn="bl" rotWithShape="0">
              <a:srgbClr val="000000">
                <a:alpha val="8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9814559" y="3716319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814559" y="4202602"/>
            <a:ext cx="1645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100" dirty="0">
                <a:solidFill>
                  <a:srgbClr val="111111"/>
                </a:solidFill>
                <a:latin typeface="Lexend Regular" pitchFamily="34" charset="0"/>
                <a:ea typeface="Lexend Regular" pitchFamily="34" charset="-122"/>
                <a:cs typeface="Lexend Regular" pitchFamily="34" charset="-120"/>
              </a:rPr>
              <a:t>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543801" y="3716319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111111"/>
                </a:solidFill>
                <a:latin typeface="Lexend Deca Bold" pitchFamily="34" charset="0"/>
                <a:ea typeface="Lexend Deca Bold" pitchFamily="34" charset="-122"/>
                <a:cs typeface="Lexend Deca Bold" pitchFamily="34" charset="-120"/>
              </a:rPr>
              <a:t>Result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543801" y="4202602"/>
            <a:ext cx="1645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100" dirty="0">
                <a:solidFill>
                  <a:srgbClr val="111111"/>
                </a:solidFill>
                <a:latin typeface="Lexend Regular" pitchFamily="34" charset="0"/>
                <a:ea typeface="Lexend Regular" pitchFamily="34" charset="-122"/>
              </a:rPr>
              <a:t>Roadmap for the future</a:t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100" dirty="0">
                <a:solidFill>
                  <a:srgbClr val="111111"/>
                </a:solidFill>
                <a:latin typeface="Lexend Regular" pitchFamily="34" charset="0"/>
                <a:ea typeface="Lexend Regular" pitchFamily="34" charset="-122"/>
              </a:rPr>
              <a:t>Provided 1</a:t>
            </a:r>
            <a:r>
              <a:rPr lang="en-US" sz="1100" baseline="30000" dirty="0">
                <a:solidFill>
                  <a:srgbClr val="111111"/>
                </a:solidFill>
                <a:latin typeface="Lexend Regular" pitchFamily="34" charset="0"/>
                <a:ea typeface="Lexend Regular" pitchFamily="34" charset="-122"/>
              </a:rPr>
              <a:t>st</a:t>
            </a:r>
            <a:r>
              <a:rPr lang="en-US" sz="1100" dirty="0">
                <a:solidFill>
                  <a:srgbClr val="111111"/>
                </a:solidFill>
                <a:latin typeface="Lexend Regular" pitchFamily="34" charset="0"/>
                <a:ea typeface="Lexend Regular" pitchFamily="34" charset="-122"/>
              </a:rPr>
              <a:t> integrated survey of visual, audio, and text deepfakes</a:t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endParaRPr lang="en-US" sz="1100" dirty="0">
              <a:solidFill>
                <a:srgbClr val="111111"/>
              </a:solidFill>
              <a:latin typeface="Lexend Regular" pitchFamily="34" charset="0"/>
              <a:ea typeface="Lexend Regular" pitchFamily="34" charset="-122"/>
            </a:endParaRP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100" dirty="0">
                <a:solidFill>
                  <a:srgbClr val="111111"/>
                </a:solidFill>
                <a:latin typeface="Lexend Regular" pitchFamily="34" charset="0"/>
                <a:ea typeface="Lexend Regular" pitchFamily="34" charset="-122"/>
              </a:rPr>
              <a:t>Next generation of solutions must be holistic, multimodal.</a:t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endParaRPr lang="en-US" sz="1100" dirty="0">
              <a:solidFill>
                <a:srgbClr val="111111"/>
              </a:solidFill>
              <a:latin typeface="Lexend Regular" pitchFamily="34" charset="0"/>
              <a:ea typeface="Lexend Regular" pitchFamily="34" charset="-122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543801" y="3256884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40" h="320040">
                <a:moveTo>
                  <a:pt x="290036" y="160020"/>
                </a:moveTo>
                <a:cubicBezTo>
                  <a:pt x="290036" y="231827"/>
                  <a:pt x="231827" y="290036"/>
                  <a:pt x="160020" y="290036"/>
                </a:cubicBezTo>
                <a:cubicBezTo>
                  <a:pt x="88213" y="290036"/>
                  <a:pt x="30004" y="231827"/>
                  <a:pt x="30004" y="160020"/>
                </a:cubicBezTo>
                <a:cubicBezTo>
                  <a:pt x="30004" y="88213"/>
                  <a:pt x="88213" y="30004"/>
                  <a:pt x="160020" y="30004"/>
                </a:cubicBezTo>
                <a:cubicBezTo>
                  <a:pt x="231827" y="30004"/>
                  <a:pt x="290036" y="88213"/>
                  <a:pt x="290036" y="160020"/>
                </a:cubicBezTo>
                <a:lnTo>
                  <a:pt x="290036" y="160020"/>
                </a:lnTo>
                <a:moveTo>
                  <a:pt x="0" y="160020"/>
                </a:moveTo>
                <a:cubicBezTo>
                  <a:pt x="0" y="248396"/>
                  <a:pt x="71644" y="320040"/>
                  <a:pt x="160020" y="320040"/>
                </a:cubicBezTo>
                <a:cubicBezTo>
                  <a:pt x="248396" y="320040"/>
                  <a:pt x="320040" y="248396"/>
                  <a:pt x="320040" y="160020"/>
                </a:cubicBezTo>
                <a:cubicBezTo>
                  <a:pt x="320040" y="71644"/>
                  <a:pt x="248396" y="0"/>
                  <a:pt x="160020" y="0"/>
                </a:cubicBezTo>
                <a:cubicBezTo>
                  <a:pt x="71644" y="0"/>
                  <a:pt x="0" y="71644"/>
                  <a:pt x="0" y="160020"/>
                </a:cubicBezTo>
                <a:moveTo>
                  <a:pt x="145020" y="75011"/>
                </a:moveTo>
                <a:lnTo>
                  <a:pt x="145020" y="160023"/>
                </a:lnTo>
                <a:cubicBezTo>
                  <a:pt x="145020" y="165025"/>
                  <a:pt x="147519" y="169711"/>
                  <a:pt x="151709" y="172524"/>
                </a:cubicBezTo>
                <a:lnTo>
                  <a:pt x="211716" y="212529"/>
                </a:lnTo>
                <a:cubicBezTo>
                  <a:pt x="218591" y="217154"/>
                  <a:pt x="227907" y="215278"/>
                  <a:pt x="232531" y="208340"/>
                </a:cubicBezTo>
                <a:cubicBezTo>
                  <a:pt x="237156" y="201401"/>
                  <a:pt x="235281" y="192149"/>
                  <a:pt x="228342" y="187524"/>
                </a:cubicBezTo>
                <a:lnTo>
                  <a:pt x="175023" y="152019"/>
                </a:lnTo>
                <a:lnTo>
                  <a:pt x="175023" y="75011"/>
                </a:lnTo>
                <a:cubicBezTo>
                  <a:pt x="175023" y="66697"/>
                  <a:pt x="168335" y="60011"/>
                  <a:pt x="160023" y="60011"/>
                </a:cubicBezTo>
                <a:cubicBezTo>
                  <a:pt x="151709" y="60011"/>
                  <a:pt x="145023" y="66700"/>
                  <a:pt x="145023" y="75014"/>
                </a:cubicBezTo>
                <a:lnTo>
                  <a:pt x="145020" y="75011"/>
                </a:lnTo>
              </a:path>
            </a:pathLst>
          </a:custGeom>
          <a:solidFill>
            <a:srgbClr val="003860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273041" y="3716319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111111"/>
                </a:solidFill>
                <a:latin typeface="Lexend Deca Bold" pitchFamily="34" charset="0"/>
                <a:ea typeface="Lexend Deca Bold" pitchFamily="34" charset="-122"/>
                <a:cs typeface="Lexend Deca Bold" pitchFamily="34" charset="-120"/>
              </a:rPr>
              <a:t>Dataset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273041" y="4202602"/>
            <a:ext cx="1645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100" dirty="0">
                <a:solidFill>
                  <a:srgbClr val="111111"/>
                </a:solidFill>
                <a:latin typeface="Lexend Regular" pitchFamily="34" charset="0"/>
                <a:ea typeface="Lexend Regular" pitchFamily="34" charset="-122"/>
                <a:cs typeface="Lexend Regular" pitchFamily="34" charset="-120"/>
              </a:rPr>
              <a:t>Used reference datasets(DFDC, ASV spoof)</a:t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endParaRPr lang="en-US" sz="1100" dirty="0">
              <a:solidFill>
                <a:srgbClr val="111111"/>
              </a:solidFill>
              <a:latin typeface="Lexend Regular" pitchFamily="34" charset="0"/>
              <a:ea typeface="Lexend Regular" pitchFamily="34" charset="-122"/>
            </a:endParaRP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100" dirty="0">
                <a:solidFill>
                  <a:srgbClr val="111111"/>
                </a:solidFill>
                <a:latin typeface="Lexend Regular" pitchFamily="34" charset="0"/>
                <a:ea typeface="Lexend Regular" pitchFamily="34" charset="-122"/>
              </a:rPr>
              <a:t>Did not use specific dataset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73041" y="3276937"/>
            <a:ext cx="320040" cy="279934"/>
          </a:xfrm>
          <a:custGeom>
            <a:avLst/>
            <a:gdLst/>
            <a:ahLst/>
            <a:cxnLst/>
            <a:rect l="l" t="t" r="r" b="b"/>
            <a:pathLst>
              <a:path w="320040" h="279934">
                <a:moveTo>
                  <a:pt x="215611" y="4445"/>
                </a:moveTo>
                <a:cubicBezTo>
                  <a:pt x="209799" y="-1430"/>
                  <a:pt x="200300" y="-1492"/>
                  <a:pt x="194424" y="4319"/>
                </a:cubicBezTo>
                <a:cubicBezTo>
                  <a:pt x="188548" y="10131"/>
                  <a:pt x="188488" y="19632"/>
                  <a:pt x="194300" y="25505"/>
                </a:cubicBezTo>
                <a:lnTo>
                  <a:pt x="274108" y="106310"/>
                </a:lnTo>
                <a:cubicBezTo>
                  <a:pt x="295295" y="127748"/>
                  <a:pt x="295295" y="162182"/>
                  <a:pt x="274108" y="183617"/>
                </a:cubicBezTo>
                <a:lnTo>
                  <a:pt x="204176" y="254424"/>
                </a:lnTo>
                <a:cubicBezTo>
                  <a:pt x="198364" y="260299"/>
                  <a:pt x="198425" y="269798"/>
                  <a:pt x="204301" y="275609"/>
                </a:cubicBezTo>
                <a:cubicBezTo>
                  <a:pt x="210177" y="281420"/>
                  <a:pt x="219675" y="281359"/>
                  <a:pt x="225487" y="275483"/>
                </a:cubicBezTo>
                <a:lnTo>
                  <a:pt x="295483" y="204738"/>
                </a:lnTo>
                <a:cubicBezTo>
                  <a:pt x="328230" y="171616"/>
                  <a:pt x="328230" y="118370"/>
                  <a:pt x="295483" y="85245"/>
                </a:cubicBezTo>
                <a:lnTo>
                  <a:pt x="215611" y="4445"/>
                </a:lnTo>
                <a:moveTo>
                  <a:pt x="151677" y="11696"/>
                </a:moveTo>
                <a:cubicBezTo>
                  <a:pt x="144178" y="4196"/>
                  <a:pt x="133991" y="8"/>
                  <a:pt x="123366" y="8"/>
                </a:cubicBezTo>
                <a:lnTo>
                  <a:pt x="29997" y="8"/>
                </a:lnTo>
                <a:cubicBezTo>
                  <a:pt x="13435" y="8"/>
                  <a:pt x="0" y="13445"/>
                  <a:pt x="0" y="30006"/>
                </a:cubicBezTo>
                <a:lnTo>
                  <a:pt x="0" y="123437"/>
                </a:lnTo>
                <a:cubicBezTo>
                  <a:pt x="0" y="134060"/>
                  <a:pt x="4186" y="144247"/>
                  <a:pt x="11688" y="151747"/>
                </a:cubicBezTo>
                <a:lnTo>
                  <a:pt x="116680" y="256739"/>
                </a:lnTo>
                <a:cubicBezTo>
                  <a:pt x="132305" y="272362"/>
                  <a:pt x="157613" y="272362"/>
                  <a:pt x="173238" y="256739"/>
                </a:cubicBezTo>
                <a:lnTo>
                  <a:pt x="256669" y="173307"/>
                </a:lnTo>
                <a:cubicBezTo>
                  <a:pt x="272293" y="157684"/>
                  <a:pt x="272293" y="132372"/>
                  <a:pt x="256669" y="116749"/>
                </a:cubicBezTo>
                <a:lnTo>
                  <a:pt x="151676" y="11757"/>
                </a:lnTo>
                <a:lnTo>
                  <a:pt x="151677" y="11696"/>
                </a:lnTo>
                <a:moveTo>
                  <a:pt x="29997" y="30006"/>
                </a:moveTo>
                <a:lnTo>
                  <a:pt x="123430" y="30006"/>
                </a:lnTo>
                <a:cubicBezTo>
                  <a:pt x="126054" y="30006"/>
                  <a:pt x="128618" y="31070"/>
                  <a:pt x="130493" y="32943"/>
                </a:cubicBezTo>
                <a:lnTo>
                  <a:pt x="235485" y="137935"/>
                </a:lnTo>
                <a:cubicBezTo>
                  <a:pt x="239361" y="141809"/>
                  <a:pt x="239361" y="148183"/>
                  <a:pt x="235485" y="152057"/>
                </a:cubicBezTo>
                <a:lnTo>
                  <a:pt x="152054" y="235489"/>
                </a:lnTo>
                <a:cubicBezTo>
                  <a:pt x="148179" y="239363"/>
                  <a:pt x="141807" y="239363"/>
                  <a:pt x="137931" y="235489"/>
                </a:cubicBezTo>
                <a:lnTo>
                  <a:pt x="32938" y="130497"/>
                </a:lnTo>
                <a:cubicBezTo>
                  <a:pt x="31063" y="128621"/>
                  <a:pt x="30001" y="126060"/>
                  <a:pt x="30001" y="123434"/>
                </a:cubicBezTo>
                <a:lnTo>
                  <a:pt x="29997" y="30006"/>
                </a:lnTo>
                <a:moveTo>
                  <a:pt x="89995" y="70003"/>
                </a:moveTo>
                <a:cubicBezTo>
                  <a:pt x="89995" y="58957"/>
                  <a:pt x="81041" y="50005"/>
                  <a:pt x="69996" y="50005"/>
                </a:cubicBezTo>
                <a:cubicBezTo>
                  <a:pt x="58951" y="50005"/>
                  <a:pt x="49997" y="58957"/>
                  <a:pt x="49997" y="70003"/>
                </a:cubicBezTo>
                <a:cubicBezTo>
                  <a:pt x="49997" y="81049"/>
                  <a:pt x="58951" y="90002"/>
                  <a:pt x="69996" y="90002"/>
                </a:cubicBezTo>
                <a:cubicBezTo>
                  <a:pt x="81041" y="90002"/>
                  <a:pt x="89995" y="81049"/>
                  <a:pt x="89995" y="70003"/>
                </a:cubicBezTo>
                <a:lnTo>
                  <a:pt x="89995" y="70003"/>
                </a:lnTo>
              </a:path>
            </a:pathLst>
          </a:custGeom>
          <a:solidFill>
            <a:srgbClr val="003860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002281" y="3716319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111111"/>
                </a:solidFill>
                <a:latin typeface="Lexend Deca Bold" pitchFamily="34" charset="0"/>
                <a:ea typeface="Lexend Deca Bold" pitchFamily="34" charset="-122"/>
                <a:cs typeface="Lexend Deca Bold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002281" y="4202602"/>
            <a:ext cx="1645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100" dirty="0">
                <a:solidFill>
                  <a:srgbClr val="111111"/>
                </a:solidFill>
                <a:latin typeface="Lexend Regular" pitchFamily="34" charset="0"/>
                <a:ea typeface="Lexend Regular" pitchFamily="34" charset="-122"/>
              </a:rPr>
              <a:t>System Literature review framework</a:t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100" dirty="0">
                <a:solidFill>
                  <a:srgbClr val="111111"/>
                </a:solidFill>
                <a:latin typeface="Lexend Regular" pitchFamily="34" charset="0"/>
                <a:ea typeface="Lexend Regular" pitchFamily="34" charset="-122"/>
              </a:rPr>
              <a:t>Database search &amp; Paper selection</a:t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100" dirty="0">
                <a:solidFill>
                  <a:srgbClr val="111111"/>
                </a:solidFill>
                <a:latin typeface="Lexend Regular" pitchFamily="34" charset="0"/>
                <a:ea typeface="Lexend Regular" pitchFamily="34" charset="-122"/>
              </a:rPr>
              <a:t>Screening &amp; Filtering Criteria</a:t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100" dirty="0">
                <a:solidFill>
                  <a:srgbClr val="111111"/>
                </a:solidFill>
                <a:latin typeface="Lexend Regular" pitchFamily="34" charset="0"/>
                <a:ea typeface="Lexend Regular" pitchFamily="34" charset="-122"/>
              </a:rPr>
              <a:t>Data Extraction &amp; Synthesis</a:t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100" dirty="0" err="1">
                <a:solidFill>
                  <a:srgbClr val="111111"/>
                </a:solidFill>
                <a:latin typeface="Lexend Regular" pitchFamily="34" charset="0"/>
                <a:ea typeface="Lexend Regular" pitchFamily="34" charset="-122"/>
              </a:rPr>
              <a:t>Organisation</a:t>
            </a:r>
            <a:r>
              <a:rPr lang="en-US" sz="1100" dirty="0">
                <a:solidFill>
                  <a:srgbClr val="111111"/>
                </a:solidFill>
                <a:latin typeface="Lexend Regular" pitchFamily="34" charset="0"/>
                <a:ea typeface="Lexend Regular" pitchFamily="34" charset="-122"/>
              </a:rPr>
              <a:t> of the review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002281" y="3256884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40" h="320040">
                <a:moveTo>
                  <a:pt x="95948" y="48070"/>
                </a:moveTo>
                <a:cubicBezTo>
                  <a:pt x="94761" y="52320"/>
                  <a:pt x="91698" y="55821"/>
                  <a:pt x="87697" y="57633"/>
                </a:cubicBezTo>
                <a:cubicBezTo>
                  <a:pt x="77322" y="62321"/>
                  <a:pt x="70070" y="72697"/>
                  <a:pt x="70009" y="84823"/>
                </a:cubicBezTo>
                <a:cubicBezTo>
                  <a:pt x="69945" y="90511"/>
                  <a:pt x="66757" y="95638"/>
                  <a:pt x="61694" y="98137"/>
                </a:cubicBezTo>
                <a:cubicBezTo>
                  <a:pt x="51757" y="103075"/>
                  <a:pt x="45004" y="113265"/>
                  <a:pt x="45004" y="125014"/>
                </a:cubicBezTo>
                <a:cubicBezTo>
                  <a:pt x="45004" y="129453"/>
                  <a:pt x="45942" y="133578"/>
                  <a:pt x="47628" y="137329"/>
                </a:cubicBezTo>
                <a:cubicBezTo>
                  <a:pt x="50377" y="143394"/>
                  <a:pt x="48816" y="150457"/>
                  <a:pt x="43817" y="154832"/>
                </a:cubicBezTo>
                <a:cubicBezTo>
                  <a:pt x="35316" y="162145"/>
                  <a:pt x="30004" y="172959"/>
                  <a:pt x="30004" y="185025"/>
                </a:cubicBezTo>
                <a:cubicBezTo>
                  <a:pt x="30004" y="197650"/>
                  <a:pt x="35816" y="208839"/>
                  <a:pt x="44943" y="216216"/>
                </a:cubicBezTo>
                <a:cubicBezTo>
                  <a:pt x="49132" y="219592"/>
                  <a:pt x="51194" y="224966"/>
                  <a:pt x="50381" y="230282"/>
                </a:cubicBezTo>
                <a:cubicBezTo>
                  <a:pt x="50131" y="231843"/>
                  <a:pt x="50006" y="233408"/>
                  <a:pt x="50006" y="235031"/>
                </a:cubicBezTo>
                <a:cubicBezTo>
                  <a:pt x="50006" y="251347"/>
                  <a:pt x="63006" y="264596"/>
                  <a:pt x="79197" y="265035"/>
                </a:cubicBezTo>
                <a:cubicBezTo>
                  <a:pt x="84948" y="265224"/>
                  <a:pt x="90072" y="268597"/>
                  <a:pt x="92450" y="273849"/>
                </a:cubicBezTo>
                <a:cubicBezTo>
                  <a:pt x="96764" y="283411"/>
                  <a:pt x="106388" y="290039"/>
                  <a:pt x="117515" y="290039"/>
                </a:cubicBezTo>
                <a:cubicBezTo>
                  <a:pt x="132705" y="290039"/>
                  <a:pt x="145020" y="277724"/>
                  <a:pt x="145020" y="262535"/>
                </a:cubicBezTo>
                <a:lnTo>
                  <a:pt x="145020" y="55008"/>
                </a:lnTo>
                <a:cubicBezTo>
                  <a:pt x="145020" y="41196"/>
                  <a:pt x="133831" y="30007"/>
                  <a:pt x="120018" y="30007"/>
                </a:cubicBezTo>
                <a:cubicBezTo>
                  <a:pt x="108641" y="30007"/>
                  <a:pt x="98953" y="37634"/>
                  <a:pt x="95951" y="48073"/>
                </a:cubicBezTo>
                <a:lnTo>
                  <a:pt x="95948" y="48070"/>
                </a:lnTo>
                <a:moveTo>
                  <a:pt x="160020" y="301289"/>
                </a:moveTo>
                <a:cubicBezTo>
                  <a:pt x="149519" y="312852"/>
                  <a:pt x="134330" y="320040"/>
                  <a:pt x="117515" y="320040"/>
                </a:cubicBezTo>
                <a:cubicBezTo>
                  <a:pt x="97388" y="320040"/>
                  <a:pt x="79699" y="309725"/>
                  <a:pt x="69445" y="294101"/>
                </a:cubicBezTo>
                <a:cubicBezTo>
                  <a:pt x="41317" y="289102"/>
                  <a:pt x="20003" y="264535"/>
                  <a:pt x="20003" y="235031"/>
                </a:cubicBezTo>
                <a:cubicBezTo>
                  <a:pt x="20003" y="234717"/>
                  <a:pt x="20003" y="234343"/>
                  <a:pt x="20003" y="234029"/>
                </a:cubicBezTo>
                <a:cubicBezTo>
                  <a:pt x="7627" y="221404"/>
                  <a:pt x="0" y="204090"/>
                  <a:pt x="0" y="185025"/>
                </a:cubicBezTo>
                <a:cubicBezTo>
                  <a:pt x="0" y="167647"/>
                  <a:pt x="6314" y="151769"/>
                  <a:pt x="16751" y="139582"/>
                </a:cubicBezTo>
                <a:cubicBezTo>
                  <a:pt x="15624" y="134894"/>
                  <a:pt x="15000" y="130019"/>
                  <a:pt x="15000" y="125017"/>
                </a:cubicBezTo>
                <a:cubicBezTo>
                  <a:pt x="15000" y="104640"/>
                  <a:pt x="25190" y="86574"/>
                  <a:pt x="40690" y="75760"/>
                </a:cubicBezTo>
                <a:cubicBezTo>
                  <a:pt x="43503" y="57694"/>
                  <a:pt x="54317" y="42319"/>
                  <a:pt x="69381" y="33380"/>
                </a:cubicBezTo>
                <a:cubicBezTo>
                  <a:pt x="77821" y="13752"/>
                  <a:pt x="97321" y="0"/>
                  <a:pt x="120012" y="0"/>
                </a:cubicBezTo>
                <a:cubicBezTo>
                  <a:pt x="135764" y="0"/>
                  <a:pt x="150016" y="6625"/>
                  <a:pt x="160017" y="17253"/>
                </a:cubicBezTo>
                <a:cubicBezTo>
                  <a:pt x="170018" y="6628"/>
                  <a:pt x="184269" y="0"/>
                  <a:pt x="200022" y="0"/>
                </a:cubicBezTo>
                <a:cubicBezTo>
                  <a:pt x="222713" y="0"/>
                  <a:pt x="242216" y="13752"/>
                  <a:pt x="250591" y="33380"/>
                </a:cubicBezTo>
                <a:cubicBezTo>
                  <a:pt x="265656" y="42319"/>
                  <a:pt x="276531" y="57697"/>
                  <a:pt x="279283" y="75760"/>
                </a:cubicBezTo>
                <a:cubicBezTo>
                  <a:pt x="294846" y="86574"/>
                  <a:pt x="305037" y="104637"/>
                  <a:pt x="305037" y="125017"/>
                </a:cubicBezTo>
                <a:cubicBezTo>
                  <a:pt x="305037" y="130019"/>
                  <a:pt x="304412" y="134894"/>
                  <a:pt x="303286" y="139582"/>
                </a:cubicBezTo>
                <a:cubicBezTo>
                  <a:pt x="313726" y="151833"/>
                  <a:pt x="320037" y="167711"/>
                  <a:pt x="320037" y="185025"/>
                </a:cubicBezTo>
                <a:cubicBezTo>
                  <a:pt x="320037" y="204090"/>
                  <a:pt x="312410" y="221404"/>
                  <a:pt x="300034" y="234029"/>
                </a:cubicBezTo>
                <a:cubicBezTo>
                  <a:pt x="300034" y="234343"/>
                  <a:pt x="300034" y="234717"/>
                  <a:pt x="300034" y="235031"/>
                </a:cubicBezTo>
                <a:cubicBezTo>
                  <a:pt x="300034" y="264596"/>
                  <a:pt x="278720" y="289102"/>
                  <a:pt x="250591" y="294101"/>
                </a:cubicBezTo>
                <a:cubicBezTo>
                  <a:pt x="240340" y="309728"/>
                  <a:pt x="222652" y="320040"/>
                  <a:pt x="202521" y="320040"/>
                </a:cubicBezTo>
                <a:cubicBezTo>
                  <a:pt x="185706" y="320040"/>
                  <a:pt x="170517" y="312788"/>
                  <a:pt x="160017" y="301289"/>
                </a:cubicBezTo>
                <a:lnTo>
                  <a:pt x="160020" y="301289"/>
                </a:lnTo>
                <a:moveTo>
                  <a:pt x="175023" y="262532"/>
                </a:moveTo>
                <a:cubicBezTo>
                  <a:pt x="175023" y="277721"/>
                  <a:pt x="187339" y="290036"/>
                  <a:pt x="202528" y="290036"/>
                </a:cubicBezTo>
                <a:cubicBezTo>
                  <a:pt x="213655" y="290036"/>
                  <a:pt x="223279" y="283411"/>
                  <a:pt x="227593" y="273845"/>
                </a:cubicBezTo>
                <a:cubicBezTo>
                  <a:pt x="229968" y="268594"/>
                  <a:pt x="235095" y="265156"/>
                  <a:pt x="240846" y="265032"/>
                </a:cubicBezTo>
                <a:cubicBezTo>
                  <a:pt x="257037" y="264593"/>
                  <a:pt x="270037" y="251344"/>
                  <a:pt x="270037" y="235028"/>
                </a:cubicBezTo>
                <a:cubicBezTo>
                  <a:pt x="270037" y="233402"/>
                  <a:pt x="269912" y="231776"/>
                  <a:pt x="269663" y="230278"/>
                </a:cubicBezTo>
                <a:cubicBezTo>
                  <a:pt x="268789" y="224966"/>
                  <a:pt x="270914" y="219589"/>
                  <a:pt x="275100" y="216213"/>
                </a:cubicBezTo>
                <a:cubicBezTo>
                  <a:pt x="284228" y="208836"/>
                  <a:pt x="290039" y="197647"/>
                  <a:pt x="290039" y="185022"/>
                </a:cubicBezTo>
                <a:cubicBezTo>
                  <a:pt x="290039" y="172956"/>
                  <a:pt x="284727" y="162145"/>
                  <a:pt x="276227" y="154829"/>
                </a:cubicBezTo>
                <a:cubicBezTo>
                  <a:pt x="271228" y="150515"/>
                  <a:pt x="269662" y="143391"/>
                  <a:pt x="272415" y="137326"/>
                </a:cubicBezTo>
                <a:cubicBezTo>
                  <a:pt x="274101" y="133575"/>
                  <a:pt x="275039" y="129450"/>
                  <a:pt x="275039" y="125011"/>
                </a:cubicBezTo>
                <a:cubicBezTo>
                  <a:pt x="275039" y="113259"/>
                  <a:pt x="268290" y="103072"/>
                  <a:pt x="258349" y="98134"/>
                </a:cubicBezTo>
                <a:cubicBezTo>
                  <a:pt x="253286" y="95634"/>
                  <a:pt x="250034" y="90447"/>
                  <a:pt x="250034" y="84820"/>
                </a:cubicBezTo>
                <a:cubicBezTo>
                  <a:pt x="249970" y="72755"/>
                  <a:pt x="242721" y="62318"/>
                  <a:pt x="232346" y="57630"/>
                </a:cubicBezTo>
                <a:cubicBezTo>
                  <a:pt x="228345" y="55818"/>
                  <a:pt x="225283" y="52317"/>
                  <a:pt x="224095" y="48067"/>
                </a:cubicBezTo>
                <a:cubicBezTo>
                  <a:pt x="221096" y="37627"/>
                  <a:pt x="211406" y="30001"/>
                  <a:pt x="200028" y="30001"/>
                </a:cubicBezTo>
                <a:cubicBezTo>
                  <a:pt x="186215" y="30001"/>
                  <a:pt x="175027" y="41189"/>
                  <a:pt x="175027" y="55005"/>
                </a:cubicBezTo>
                <a:lnTo>
                  <a:pt x="175023" y="262532"/>
                </a:lnTo>
              </a:path>
            </a:pathLst>
          </a:custGeom>
          <a:solidFill>
            <a:srgbClr val="003860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731521" y="3716319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111111"/>
                </a:solidFill>
                <a:latin typeface="Lexend Deca Bold" pitchFamily="34" charset="0"/>
                <a:ea typeface="Lexend Deca Bold" pitchFamily="34" charset="-122"/>
                <a:cs typeface="Lexend Deca Bold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31521" y="4202602"/>
            <a:ext cx="1645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100" dirty="0">
                <a:solidFill>
                  <a:srgbClr val="111111"/>
                </a:solidFill>
                <a:latin typeface="Lexend Regular" pitchFamily="34" charset="0"/>
                <a:ea typeface="Lexend Regular" pitchFamily="34" charset="-122"/>
                <a:cs typeface="Lexend Regular" pitchFamily="34" charset="-120"/>
              </a:rPr>
              <a:t>Fragmented research focus</a:t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100" dirty="0">
                <a:solidFill>
                  <a:srgbClr val="111111"/>
                </a:solidFill>
                <a:latin typeface="Lexend Regular" pitchFamily="34" charset="0"/>
                <a:ea typeface="Lexend Regular" pitchFamily="34" charset="-122"/>
                <a:cs typeface="Lexend Regular" pitchFamily="34" charset="-120"/>
              </a:rPr>
              <a:t>Lack of holistic evaluation</a:t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100" dirty="0">
                <a:solidFill>
                  <a:srgbClr val="111111"/>
                </a:solidFill>
                <a:latin typeface="Lexend Regular" pitchFamily="34" charset="0"/>
                <a:ea typeface="Lexend Regular" pitchFamily="34" charset="-122"/>
                <a:cs typeface="Lexend Regular" pitchFamily="34" charset="-120"/>
              </a:rPr>
              <a:t>Inadequate Detection Solutions.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03788" y="3252089"/>
            <a:ext cx="320040" cy="319954"/>
          </a:xfrm>
          <a:custGeom>
            <a:avLst/>
            <a:gdLst/>
            <a:ahLst/>
            <a:cxnLst/>
            <a:rect l="l" t="t" r="r" b="b"/>
            <a:pathLst>
              <a:path w="320040" h="319954">
                <a:moveTo>
                  <a:pt x="230006" y="130004"/>
                </a:moveTo>
                <a:cubicBezTo>
                  <a:pt x="230006" y="74773"/>
                  <a:pt x="185233" y="30002"/>
                  <a:pt x="130003" y="30002"/>
                </a:cubicBezTo>
                <a:cubicBezTo>
                  <a:pt x="74774" y="30002"/>
                  <a:pt x="30001" y="74773"/>
                  <a:pt x="30001" y="130004"/>
                </a:cubicBezTo>
                <a:cubicBezTo>
                  <a:pt x="30001" y="185234"/>
                  <a:pt x="74774" y="230005"/>
                  <a:pt x="130003" y="230005"/>
                </a:cubicBezTo>
                <a:cubicBezTo>
                  <a:pt x="185233" y="230005"/>
                  <a:pt x="230006" y="185234"/>
                  <a:pt x="230006" y="130004"/>
                </a:cubicBezTo>
                <a:lnTo>
                  <a:pt x="230006" y="130004"/>
                </a:lnTo>
                <a:moveTo>
                  <a:pt x="210692" y="231944"/>
                </a:moveTo>
                <a:cubicBezTo>
                  <a:pt x="188568" y="249507"/>
                  <a:pt x="160503" y="260007"/>
                  <a:pt x="130003" y="260007"/>
                </a:cubicBezTo>
                <a:cubicBezTo>
                  <a:pt x="58190" y="260007"/>
                  <a:pt x="0" y="201817"/>
                  <a:pt x="0" y="130004"/>
                </a:cubicBezTo>
                <a:cubicBezTo>
                  <a:pt x="0" y="58190"/>
                  <a:pt x="58190" y="0"/>
                  <a:pt x="130003" y="0"/>
                </a:cubicBezTo>
                <a:cubicBezTo>
                  <a:pt x="201817" y="0"/>
                  <a:pt x="260007" y="58190"/>
                  <a:pt x="260007" y="130004"/>
                </a:cubicBezTo>
                <a:cubicBezTo>
                  <a:pt x="260007" y="160505"/>
                  <a:pt x="249506" y="188568"/>
                  <a:pt x="231943" y="210693"/>
                </a:cubicBezTo>
                <a:lnTo>
                  <a:pt x="315633" y="294383"/>
                </a:lnTo>
                <a:cubicBezTo>
                  <a:pt x="321509" y="300258"/>
                  <a:pt x="321509" y="309760"/>
                  <a:pt x="315633" y="315571"/>
                </a:cubicBezTo>
                <a:cubicBezTo>
                  <a:pt x="309757" y="321384"/>
                  <a:pt x="300258" y="321445"/>
                  <a:pt x="294447" y="315571"/>
                </a:cubicBezTo>
                <a:lnTo>
                  <a:pt x="210692" y="231944"/>
                </a:lnTo>
              </a:path>
            </a:pathLst>
          </a:custGeom>
          <a:solidFill>
            <a:srgbClr val="003860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-740928" y="-1702411"/>
            <a:ext cx="2743200" cy="2743200"/>
          </a:xfrm>
          <a:custGeom>
            <a:avLst/>
            <a:gdLst/>
            <a:ahLst/>
            <a:cxnLst/>
            <a:rect l="l" t="t" r="r" b="b"/>
            <a:pathLst>
              <a:path w="2743200" h="2743200">
                <a:moveTo>
                  <a:pt x="0" y="1371600"/>
                </a:moveTo>
                <a:cubicBezTo>
                  <a:pt x="0" y="614093"/>
                  <a:pt x="614093" y="0"/>
                  <a:pt x="1371600" y="0"/>
                </a:cubicBezTo>
                <a:cubicBezTo>
                  <a:pt x="2129107" y="0"/>
                  <a:pt x="2743200" y="614093"/>
                  <a:pt x="2743200" y="1371600"/>
                </a:cubicBezTo>
                <a:cubicBezTo>
                  <a:pt x="2743200" y="2129107"/>
                  <a:pt x="2129107" y="2743200"/>
                  <a:pt x="1371600" y="2743200"/>
                </a:cubicBezTo>
                <a:cubicBezTo>
                  <a:pt x="614093" y="2743200"/>
                  <a:pt x="0" y="2129107"/>
                  <a:pt x="0" y="1371600"/>
                </a:cubicBezTo>
              </a:path>
            </a:pathLst>
          </a:custGeom>
          <a:gradFill>
            <a:gsLst>
              <a:gs pos="0">
                <a:srgbClr val="FFFFFF">
                  <a:alpha val="100000"/>
                </a:srgbClr>
              </a:gs>
              <a:gs pos="100000">
                <a:srgbClr val="BFE5FF">
                  <a:alpha val="100000"/>
                </a:srgbClr>
              </a:gs>
            </a:gsLst>
            <a:lin ang="5400000"/>
          </a:gra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02919" y="17233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860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83604" y="6508085"/>
            <a:ext cx="5760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508085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88888"/>
                </a:solidFill>
                <a:latin typeface="Lexend Regular" pitchFamily="34" charset="0"/>
                <a:ea typeface="Lexend Regular" pitchFamily="34" charset="-122"/>
                <a:cs typeface="Lexend Regular" pitchFamily="34" charset="-120"/>
              </a:rPr>
              <a:t>7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457927" y="-139639"/>
            <a:ext cx="8358535" cy="2784994"/>
          </a:xfrm>
          <a:custGeom>
            <a:avLst/>
            <a:gdLst/>
            <a:ahLst/>
            <a:cxnLst/>
            <a:rect l="l" t="t" r="r" b="b"/>
            <a:pathLst>
              <a:path w="8358535" h="2784994">
                <a:moveTo>
                  <a:pt x="525668" y="1392971"/>
                </a:moveTo>
                <a:cubicBezTo>
                  <a:pt x="568882" y="1316662"/>
                  <a:pt x="617111" y="1243639"/>
                  <a:pt x="663751" y="1169419"/>
                </a:cubicBezTo>
                <a:cubicBezTo>
                  <a:pt x="650796" y="1188469"/>
                  <a:pt x="637756" y="1207351"/>
                  <a:pt x="624800" y="1226400"/>
                </a:cubicBezTo>
                <a:cubicBezTo>
                  <a:pt x="693675" y="1136723"/>
                  <a:pt x="763970" y="1049135"/>
                  <a:pt x="840283" y="965892"/>
                </a:cubicBezTo>
                <a:cubicBezTo>
                  <a:pt x="915343" y="884013"/>
                  <a:pt x="996254" y="809542"/>
                  <a:pt x="1076245" y="732843"/>
                </a:cubicBezTo>
                <a:cubicBezTo>
                  <a:pt x="1060029" y="746462"/>
                  <a:pt x="1044232" y="759969"/>
                  <a:pt x="1028016" y="773588"/>
                </a:cubicBezTo>
                <a:cubicBezTo>
                  <a:pt x="1084771" y="726995"/>
                  <a:pt x="1141442" y="682045"/>
                  <a:pt x="1207975" y="649990"/>
                </a:cubicBezTo>
                <a:cubicBezTo>
                  <a:pt x="1190005" y="658401"/>
                  <a:pt x="1172034" y="666811"/>
                  <a:pt x="1153729" y="675222"/>
                </a:cubicBezTo>
                <a:cubicBezTo>
                  <a:pt x="1184739" y="661074"/>
                  <a:pt x="1216418" y="650101"/>
                  <a:pt x="1250270" y="643557"/>
                </a:cubicBezTo>
                <a:cubicBezTo>
                  <a:pt x="1231129" y="646982"/>
                  <a:pt x="1211988" y="650352"/>
                  <a:pt x="1192763" y="653777"/>
                </a:cubicBezTo>
                <a:cubicBezTo>
                  <a:pt x="1220513" y="649182"/>
                  <a:pt x="1248013" y="647595"/>
                  <a:pt x="1275847" y="649544"/>
                </a:cubicBezTo>
                <a:cubicBezTo>
                  <a:pt x="1256455" y="648096"/>
                  <a:pt x="1237398" y="646620"/>
                  <a:pt x="1218006" y="645172"/>
                </a:cubicBezTo>
                <a:cubicBezTo>
                  <a:pt x="1245171" y="647929"/>
                  <a:pt x="1271417" y="653722"/>
                  <a:pt x="1297328" y="662578"/>
                </a:cubicBezTo>
                <a:cubicBezTo>
                  <a:pt x="1279190" y="656145"/>
                  <a:pt x="1260634" y="649767"/>
                  <a:pt x="1242496" y="643389"/>
                </a:cubicBezTo>
                <a:cubicBezTo>
                  <a:pt x="1274008" y="655114"/>
                  <a:pt x="1303514" y="670320"/>
                  <a:pt x="1331598" y="689203"/>
                </a:cubicBezTo>
                <a:cubicBezTo>
                  <a:pt x="1315216" y="678035"/>
                  <a:pt x="1298749" y="666644"/>
                  <a:pt x="1282450" y="655476"/>
                </a:cubicBezTo>
                <a:cubicBezTo>
                  <a:pt x="1321150" y="682602"/>
                  <a:pt x="1355002" y="714323"/>
                  <a:pt x="1385594" y="750110"/>
                </a:cubicBezTo>
                <a:cubicBezTo>
                  <a:pt x="1373057" y="735155"/>
                  <a:pt x="1360268" y="720005"/>
                  <a:pt x="1347730" y="705105"/>
                </a:cubicBezTo>
                <a:cubicBezTo>
                  <a:pt x="1378490" y="742201"/>
                  <a:pt x="1403732" y="781469"/>
                  <a:pt x="1424545" y="824915"/>
                </a:cubicBezTo>
                <a:cubicBezTo>
                  <a:pt x="1416521" y="807704"/>
                  <a:pt x="1408580" y="790827"/>
                  <a:pt x="1400556" y="773532"/>
                </a:cubicBezTo>
                <a:cubicBezTo>
                  <a:pt x="1442432" y="863543"/>
                  <a:pt x="1468093" y="958957"/>
                  <a:pt x="1485980" y="1056209"/>
                </a:cubicBezTo>
                <a:cubicBezTo>
                  <a:pt x="1482637" y="1037438"/>
                  <a:pt x="1479210" y="1019029"/>
                  <a:pt x="1475783" y="1000203"/>
                </a:cubicBezTo>
                <a:cubicBezTo>
                  <a:pt x="1511558" y="1199079"/>
                  <a:pt x="1518997" y="1402662"/>
                  <a:pt x="1567643" y="1599534"/>
                </a:cubicBezTo>
                <a:cubicBezTo>
                  <a:pt x="1617627" y="1801585"/>
                  <a:pt x="1723614" y="2012047"/>
                  <a:pt x="1886187" y="2146479"/>
                </a:cubicBezTo>
                <a:cubicBezTo>
                  <a:pt x="2067735" y="2296701"/>
                  <a:pt x="2309547" y="2352206"/>
                  <a:pt x="2535980" y="2280325"/>
                </a:cubicBezTo>
                <a:cubicBezTo>
                  <a:pt x="2716858" y="2222982"/>
                  <a:pt x="2870990" y="2093146"/>
                  <a:pt x="2991520" y="1949858"/>
                </a:cubicBezTo>
                <a:cubicBezTo>
                  <a:pt x="3127262" y="1788551"/>
                  <a:pt x="3229404" y="1602458"/>
                  <a:pt x="3348011" y="1428813"/>
                </a:cubicBezTo>
                <a:cubicBezTo>
                  <a:pt x="3334889" y="1448058"/>
                  <a:pt x="3321431" y="1467274"/>
                  <a:pt x="3308308" y="1486574"/>
                </a:cubicBezTo>
                <a:cubicBezTo>
                  <a:pt x="3461102" y="1264109"/>
                  <a:pt x="3636464" y="1056348"/>
                  <a:pt x="3842502" y="881283"/>
                </a:cubicBezTo>
                <a:cubicBezTo>
                  <a:pt x="3824114" y="896824"/>
                  <a:pt x="3805558" y="912587"/>
                  <a:pt x="3787252" y="928183"/>
                </a:cubicBezTo>
                <a:cubicBezTo>
                  <a:pt x="3920487" y="815975"/>
                  <a:pt x="4065926" y="719113"/>
                  <a:pt x="4223735" y="645255"/>
                </a:cubicBezTo>
                <a:cubicBezTo>
                  <a:pt x="4202087" y="655337"/>
                  <a:pt x="4180438" y="665446"/>
                  <a:pt x="4159040" y="675333"/>
                </a:cubicBezTo>
                <a:cubicBezTo>
                  <a:pt x="4273886" y="622585"/>
                  <a:pt x="4394751" y="580643"/>
                  <a:pt x="4519544" y="558029"/>
                </a:cubicBezTo>
                <a:cubicBezTo>
                  <a:pt x="4496056" y="562179"/>
                  <a:pt x="4472652" y="566412"/>
                  <a:pt x="4449248" y="570562"/>
                </a:cubicBezTo>
                <a:cubicBezTo>
                  <a:pt x="4500821" y="561761"/>
                  <a:pt x="4552560" y="557472"/>
                  <a:pt x="4604884" y="560842"/>
                </a:cubicBezTo>
                <a:cubicBezTo>
                  <a:pt x="4580895" y="558893"/>
                  <a:pt x="4557074" y="557249"/>
                  <a:pt x="4533085" y="555272"/>
                </a:cubicBezTo>
                <a:cubicBezTo>
                  <a:pt x="4568525" y="558363"/>
                  <a:pt x="4602628" y="564908"/>
                  <a:pt x="4636062" y="576494"/>
                </a:cubicBezTo>
                <a:cubicBezTo>
                  <a:pt x="4612992" y="568473"/>
                  <a:pt x="4589839" y="560424"/>
                  <a:pt x="4567104" y="552404"/>
                </a:cubicBezTo>
                <a:cubicBezTo>
                  <a:pt x="4593266" y="562151"/>
                  <a:pt x="4617589" y="574405"/>
                  <a:pt x="4640910" y="589750"/>
                </a:cubicBezTo>
                <a:cubicBezTo>
                  <a:pt x="4619846" y="575435"/>
                  <a:pt x="4599368" y="561065"/>
                  <a:pt x="4578304" y="546750"/>
                </a:cubicBezTo>
                <a:cubicBezTo>
                  <a:pt x="4611320" y="569503"/>
                  <a:pt x="4639907" y="596379"/>
                  <a:pt x="4666069" y="626763"/>
                </a:cubicBezTo>
                <a:cubicBezTo>
                  <a:pt x="4649686" y="607268"/>
                  <a:pt x="4633303" y="587884"/>
                  <a:pt x="4616753" y="568584"/>
                </a:cubicBezTo>
                <a:cubicBezTo>
                  <a:pt x="4650605" y="609886"/>
                  <a:pt x="4677436" y="654863"/>
                  <a:pt x="4700506" y="702849"/>
                </a:cubicBezTo>
                <a:cubicBezTo>
                  <a:pt x="4690058" y="680458"/>
                  <a:pt x="4679693" y="657927"/>
                  <a:pt x="4669161" y="635563"/>
                </a:cubicBezTo>
                <a:cubicBezTo>
                  <a:pt x="4700757" y="704158"/>
                  <a:pt x="4722238" y="775704"/>
                  <a:pt x="4736113" y="849730"/>
                </a:cubicBezTo>
                <a:cubicBezTo>
                  <a:pt x="4731683" y="825389"/>
                  <a:pt x="4727504" y="801159"/>
                  <a:pt x="4723074" y="776818"/>
                </a:cubicBezTo>
                <a:cubicBezTo>
                  <a:pt x="4768544" y="1030531"/>
                  <a:pt x="4727755" y="1288812"/>
                  <a:pt x="4716638" y="1543472"/>
                </a:cubicBezTo>
                <a:cubicBezTo>
                  <a:pt x="4703849" y="1837484"/>
                  <a:pt x="4762610" y="2147788"/>
                  <a:pt x="4928610" y="2395764"/>
                </a:cubicBezTo>
                <a:cubicBezTo>
                  <a:pt x="5018548" y="2530279"/>
                  <a:pt x="5147270" y="2658723"/>
                  <a:pt x="5299729" y="2719742"/>
                </a:cubicBezTo>
                <a:cubicBezTo>
                  <a:pt x="5406301" y="2762380"/>
                  <a:pt x="5499415" y="2781903"/>
                  <a:pt x="5614428" y="2784716"/>
                </a:cubicBezTo>
                <a:cubicBezTo>
                  <a:pt x="5693751" y="2786749"/>
                  <a:pt x="5777085" y="2772016"/>
                  <a:pt x="5852229" y="2747369"/>
                </a:cubicBezTo>
                <a:cubicBezTo>
                  <a:pt x="6159238" y="2646859"/>
                  <a:pt x="6360260" y="2375043"/>
                  <a:pt x="6504612" y="2100610"/>
                </a:cubicBezTo>
                <a:cubicBezTo>
                  <a:pt x="6574657" y="1967376"/>
                  <a:pt x="6631746" y="1828293"/>
                  <a:pt x="6698196" y="1693499"/>
                </a:cubicBezTo>
                <a:cubicBezTo>
                  <a:pt x="6780110" y="1527736"/>
                  <a:pt x="6873892" y="1368156"/>
                  <a:pt x="6978625" y="1215566"/>
                </a:cubicBezTo>
                <a:cubicBezTo>
                  <a:pt x="6961657" y="1240242"/>
                  <a:pt x="6944856" y="1264722"/>
                  <a:pt x="6927972" y="1289452"/>
                </a:cubicBezTo>
                <a:cubicBezTo>
                  <a:pt x="7018579" y="1158363"/>
                  <a:pt x="7113615" y="1026660"/>
                  <a:pt x="7236068" y="922919"/>
                </a:cubicBezTo>
                <a:cubicBezTo>
                  <a:pt x="7213165" y="942303"/>
                  <a:pt x="7190096" y="961853"/>
                  <a:pt x="7167277" y="981181"/>
                </a:cubicBezTo>
                <a:cubicBezTo>
                  <a:pt x="7212330" y="943640"/>
                  <a:pt x="7260558" y="910805"/>
                  <a:pt x="7313551" y="885405"/>
                </a:cubicBezTo>
                <a:cubicBezTo>
                  <a:pt x="7287222" y="897604"/>
                  <a:pt x="7260893" y="909997"/>
                  <a:pt x="7234480" y="922223"/>
                </a:cubicBezTo>
                <a:cubicBezTo>
                  <a:pt x="7270589" y="905569"/>
                  <a:pt x="7307868" y="893175"/>
                  <a:pt x="7346902" y="885935"/>
                </a:cubicBezTo>
                <a:cubicBezTo>
                  <a:pt x="7318650" y="891115"/>
                  <a:pt x="7290148" y="896155"/>
                  <a:pt x="7262063" y="901141"/>
                </a:cubicBezTo>
                <a:cubicBezTo>
                  <a:pt x="7293157" y="895961"/>
                  <a:pt x="7324250" y="894067"/>
                  <a:pt x="7355846" y="895877"/>
                </a:cubicBezTo>
                <a:cubicBezTo>
                  <a:pt x="7327176" y="893538"/>
                  <a:pt x="7298339" y="891421"/>
                  <a:pt x="7269669" y="889165"/>
                </a:cubicBezTo>
                <a:cubicBezTo>
                  <a:pt x="7303020" y="891811"/>
                  <a:pt x="7335284" y="898077"/>
                  <a:pt x="7367130" y="908660"/>
                </a:cubicBezTo>
                <a:cubicBezTo>
                  <a:pt x="7339630" y="899163"/>
                  <a:pt x="7311880" y="889472"/>
                  <a:pt x="7284547" y="879808"/>
                </a:cubicBezTo>
                <a:cubicBezTo>
                  <a:pt x="7317981" y="891839"/>
                  <a:pt x="7349159" y="907546"/>
                  <a:pt x="7378497" y="927236"/>
                </a:cubicBezTo>
                <a:cubicBezTo>
                  <a:pt x="7353672" y="910108"/>
                  <a:pt x="7328764" y="892981"/>
                  <a:pt x="7303688" y="876020"/>
                </a:cubicBezTo>
                <a:cubicBezTo>
                  <a:pt x="7340884" y="901698"/>
                  <a:pt x="7373399" y="932166"/>
                  <a:pt x="7402821" y="966338"/>
                </a:cubicBezTo>
                <a:cubicBezTo>
                  <a:pt x="7383345" y="943306"/>
                  <a:pt x="7363535" y="920107"/>
                  <a:pt x="7344144" y="896824"/>
                </a:cubicBezTo>
                <a:cubicBezTo>
                  <a:pt x="7384933" y="945478"/>
                  <a:pt x="7417197" y="999006"/>
                  <a:pt x="7444362" y="1056349"/>
                </a:cubicBezTo>
                <a:cubicBezTo>
                  <a:pt x="7431992" y="1029752"/>
                  <a:pt x="7419538" y="1003183"/>
                  <a:pt x="7406916" y="976391"/>
                </a:cubicBezTo>
                <a:cubicBezTo>
                  <a:pt x="7443359" y="1055847"/>
                  <a:pt x="7468769" y="1139564"/>
                  <a:pt x="7484818" y="1225453"/>
                </a:cubicBezTo>
                <a:cubicBezTo>
                  <a:pt x="7479636" y="1196796"/>
                  <a:pt x="7474620" y="1167915"/>
                  <a:pt x="7469187" y="1139146"/>
                </a:cubicBezTo>
                <a:cubicBezTo>
                  <a:pt x="7494932" y="1285359"/>
                  <a:pt x="7499111" y="1434189"/>
                  <a:pt x="7520927" y="1580791"/>
                </a:cubicBezTo>
                <a:cubicBezTo>
                  <a:pt x="7535554" y="1678433"/>
                  <a:pt x="7551686" y="1777996"/>
                  <a:pt x="7582947" y="1871990"/>
                </a:cubicBezTo>
                <a:cubicBezTo>
                  <a:pt x="7602255" y="1930531"/>
                  <a:pt x="7629086" y="1985868"/>
                  <a:pt x="7655750" y="2041346"/>
                </a:cubicBezTo>
                <a:cubicBezTo>
                  <a:pt x="7672133" y="2075378"/>
                  <a:pt x="7690438" y="2108464"/>
                  <a:pt x="7712170" y="2139461"/>
                </a:cubicBezTo>
                <a:cubicBezTo>
                  <a:pt x="7765748" y="2216160"/>
                  <a:pt x="7843650" y="2275480"/>
                  <a:pt x="7936764" y="2294557"/>
                </a:cubicBezTo>
                <a:cubicBezTo>
                  <a:pt x="8019513" y="2311768"/>
                  <a:pt x="8126920" y="2296423"/>
                  <a:pt x="8197299" y="2247017"/>
                </a:cubicBezTo>
                <a:cubicBezTo>
                  <a:pt x="8272693" y="2194019"/>
                  <a:pt x="8337305" y="2116290"/>
                  <a:pt x="8352434" y="2022408"/>
                </a:cubicBezTo>
                <a:cubicBezTo>
                  <a:pt x="8366727" y="1934235"/>
                  <a:pt x="8357700" y="1837122"/>
                  <a:pt x="8304874" y="1761843"/>
                </a:cubicBezTo>
                <a:cubicBezTo>
                  <a:pt x="8279380" y="1725583"/>
                  <a:pt x="8257230" y="1688041"/>
                  <a:pt x="8238507" y="1647909"/>
                </a:cubicBezTo>
                <a:cubicBezTo>
                  <a:pt x="8251379" y="1675230"/>
                  <a:pt x="8264000" y="1702718"/>
                  <a:pt x="8276789" y="1730067"/>
                </a:cubicBezTo>
                <a:cubicBezTo>
                  <a:pt x="8240262" y="1649525"/>
                  <a:pt x="8217945" y="1563970"/>
                  <a:pt x="8201897" y="1476911"/>
                </a:cubicBezTo>
                <a:cubicBezTo>
                  <a:pt x="8207162" y="1505902"/>
                  <a:pt x="8212345" y="1535340"/>
                  <a:pt x="8217527" y="1564359"/>
                </a:cubicBezTo>
                <a:cubicBezTo>
                  <a:pt x="8173812" y="1319391"/>
                  <a:pt x="8176403" y="1061556"/>
                  <a:pt x="8081032" y="828230"/>
                </a:cubicBezTo>
                <a:cubicBezTo>
                  <a:pt x="8018928" y="676336"/>
                  <a:pt x="7939438" y="537671"/>
                  <a:pt x="7819243" y="423626"/>
                </a:cubicBezTo>
                <a:cubicBezTo>
                  <a:pt x="7763659" y="370878"/>
                  <a:pt x="7697877" y="324285"/>
                  <a:pt x="7628417" y="291923"/>
                </a:cubicBezTo>
                <a:cubicBezTo>
                  <a:pt x="7527530" y="244662"/>
                  <a:pt x="7435085" y="227952"/>
                  <a:pt x="7325671" y="221658"/>
                </a:cubicBezTo>
                <a:cubicBezTo>
                  <a:pt x="7250946" y="217369"/>
                  <a:pt x="7173044" y="231628"/>
                  <a:pt x="7101830" y="252293"/>
                </a:cubicBezTo>
                <a:cubicBezTo>
                  <a:pt x="7030866" y="273097"/>
                  <a:pt x="6961574" y="306684"/>
                  <a:pt x="6898550" y="345535"/>
                </a:cubicBezTo>
                <a:cubicBezTo>
                  <a:pt x="6787549" y="413823"/>
                  <a:pt x="6688082" y="508011"/>
                  <a:pt x="6604330" y="607742"/>
                </a:cubicBezTo>
                <a:cubicBezTo>
                  <a:pt x="6506953" y="723792"/>
                  <a:pt x="6421278" y="851791"/>
                  <a:pt x="6339113" y="978703"/>
                </a:cubicBezTo>
                <a:cubicBezTo>
                  <a:pt x="6265475" y="1092581"/>
                  <a:pt x="6197687" y="1210303"/>
                  <a:pt x="6136586" y="1331311"/>
                </a:cubicBezTo>
                <a:cubicBezTo>
                  <a:pt x="6023077" y="1555336"/>
                  <a:pt x="5939241" y="1794400"/>
                  <a:pt x="5797397" y="2003497"/>
                </a:cubicBezTo>
                <a:cubicBezTo>
                  <a:pt x="5814030" y="1979184"/>
                  <a:pt x="5830580" y="1954899"/>
                  <a:pt x="5847381" y="1930753"/>
                </a:cubicBezTo>
                <a:cubicBezTo>
                  <a:pt x="5797397" y="2003497"/>
                  <a:pt x="5742481" y="2072148"/>
                  <a:pt x="5674944" y="2129379"/>
                </a:cubicBezTo>
                <a:cubicBezTo>
                  <a:pt x="5697261" y="2110636"/>
                  <a:pt x="5719244" y="2091837"/>
                  <a:pt x="5741562" y="2073067"/>
                </a:cubicBezTo>
                <a:cubicBezTo>
                  <a:pt x="5704617" y="2103646"/>
                  <a:pt x="5664830" y="2129880"/>
                  <a:pt x="5621617" y="2150851"/>
                </a:cubicBezTo>
                <a:cubicBezTo>
                  <a:pt x="5646943" y="2139071"/>
                  <a:pt x="5672186" y="2127263"/>
                  <a:pt x="5697512" y="2115454"/>
                </a:cubicBezTo>
                <a:cubicBezTo>
                  <a:pt x="5660985" y="2132164"/>
                  <a:pt x="5623539" y="2144335"/>
                  <a:pt x="5584087" y="2151993"/>
                </a:cubicBezTo>
                <a:cubicBezTo>
                  <a:pt x="5611001" y="2147036"/>
                  <a:pt x="5637832" y="2142302"/>
                  <a:pt x="5664830" y="2137400"/>
                </a:cubicBezTo>
                <a:cubicBezTo>
                  <a:pt x="5625712" y="2144251"/>
                  <a:pt x="5586845" y="2146228"/>
                  <a:pt x="5547309" y="2144112"/>
                </a:cubicBezTo>
                <a:cubicBezTo>
                  <a:pt x="5574475" y="2146089"/>
                  <a:pt x="5601723" y="2148261"/>
                  <a:pt x="5628722" y="2150489"/>
                </a:cubicBezTo>
                <a:cubicBezTo>
                  <a:pt x="5589771" y="2147398"/>
                  <a:pt x="5551823" y="2139934"/>
                  <a:pt x="5514711" y="2127513"/>
                </a:cubicBezTo>
                <a:cubicBezTo>
                  <a:pt x="5540539" y="2136564"/>
                  <a:pt x="5566534" y="2145727"/>
                  <a:pt x="5592529" y="2154528"/>
                </a:cubicBezTo>
                <a:cubicBezTo>
                  <a:pt x="5554080" y="2140881"/>
                  <a:pt x="5518305" y="2122779"/>
                  <a:pt x="5484286" y="2100360"/>
                </a:cubicBezTo>
                <a:cubicBezTo>
                  <a:pt x="5507690" y="2116429"/>
                  <a:pt x="5530759" y="2132359"/>
                  <a:pt x="5554247" y="2148261"/>
                </a:cubicBezTo>
                <a:cubicBezTo>
                  <a:pt x="5510866" y="2118351"/>
                  <a:pt x="5472500" y="2082953"/>
                  <a:pt x="5438147" y="2043016"/>
                </a:cubicBezTo>
                <a:cubicBezTo>
                  <a:pt x="5456285" y="2064433"/>
                  <a:pt x="5474256" y="2085655"/>
                  <a:pt x="5492477" y="2107099"/>
                </a:cubicBezTo>
                <a:cubicBezTo>
                  <a:pt x="5445335" y="2050898"/>
                  <a:pt x="5407471" y="1988458"/>
                  <a:pt x="5376210" y="1922259"/>
                </a:cubicBezTo>
                <a:cubicBezTo>
                  <a:pt x="5387578" y="1946433"/>
                  <a:pt x="5398778" y="1970885"/>
                  <a:pt x="5410062" y="1995059"/>
                </a:cubicBezTo>
                <a:cubicBezTo>
                  <a:pt x="5368938" y="1906134"/>
                  <a:pt x="5340603" y="1812558"/>
                  <a:pt x="5322966" y="1716253"/>
                </a:cubicBezTo>
                <a:cubicBezTo>
                  <a:pt x="5327647" y="1741931"/>
                  <a:pt x="5332077" y="1767413"/>
                  <a:pt x="5336758" y="1793119"/>
                </a:cubicBezTo>
                <a:cubicBezTo>
                  <a:pt x="5292291" y="1540659"/>
                  <a:pt x="5335170" y="1281738"/>
                  <a:pt x="5329988" y="1027329"/>
                </a:cubicBezTo>
                <a:cubicBezTo>
                  <a:pt x="5327062" y="879947"/>
                  <a:pt x="5309091" y="728638"/>
                  <a:pt x="5264791" y="587857"/>
                </a:cubicBezTo>
                <a:cubicBezTo>
                  <a:pt x="5212467" y="420841"/>
                  <a:pt x="5118851" y="244411"/>
                  <a:pt x="4976171" y="137913"/>
                </a:cubicBezTo>
                <a:cubicBezTo>
                  <a:pt x="4884812" y="69709"/>
                  <a:pt x="4782754" y="17796"/>
                  <a:pt x="4667657" y="5236"/>
                </a:cubicBezTo>
                <a:cubicBezTo>
                  <a:pt x="4554399" y="-7046"/>
                  <a:pt x="4457607" y="2340"/>
                  <a:pt x="4346188" y="24870"/>
                </a:cubicBezTo>
                <a:cubicBezTo>
                  <a:pt x="4190886" y="56369"/>
                  <a:pt x="4042105" y="120591"/>
                  <a:pt x="3901598" y="192248"/>
                </a:cubicBezTo>
                <a:cubicBezTo>
                  <a:pt x="3635545" y="328435"/>
                  <a:pt x="3401506" y="532853"/>
                  <a:pt x="3205833" y="756878"/>
                </a:cubicBezTo>
                <a:cubicBezTo>
                  <a:pt x="3088730" y="890753"/>
                  <a:pt x="2984917" y="1035684"/>
                  <a:pt x="2887122" y="1183818"/>
                </a:cubicBezTo>
                <a:cubicBezTo>
                  <a:pt x="2807632" y="1304185"/>
                  <a:pt x="2738006" y="1430624"/>
                  <a:pt x="2656761" y="1549850"/>
                </a:cubicBezTo>
                <a:cubicBezTo>
                  <a:pt x="2669717" y="1530800"/>
                  <a:pt x="2682756" y="1511918"/>
                  <a:pt x="2695712" y="1492869"/>
                </a:cubicBezTo>
                <a:cubicBezTo>
                  <a:pt x="2626670" y="1593379"/>
                  <a:pt x="2550858" y="1691077"/>
                  <a:pt x="2457911" y="1770672"/>
                </a:cubicBezTo>
                <a:cubicBezTo>
                  <a:pt x="2475046" y="1756106"/>
                  <a:pt x="2492348" y="1741736"/>
                  <a:pt x="2509316" y="1727170"/>
                </a:cubicBezTo>
                <a:cubicBezTo>
                  <a:pt x="2467022" y="1762512"/>
                  <a:pt x="2421468" y="1793565"/>
                  <a:pt x="2371568" y="1817488"/>
                </a:cubicBezTo>
                <a:cubicBezTo>
                  <a:pt x="2390792" y="1808409"/>
                  <a:pt x="2410435" y="1799357"/>
                  <a:pt x="2429659" y="1790362"/>
                </a:cubicBezTo>
                <a:cubicBezTo>
                  <a:pt x="2392464" y="1807462"/>
                  <a:pt x="2354015" y="1820273"/>
                  <a:pt x="2313894" y="1827541"/>
                </a:cubicBezTo>
                <a:cubicBezTo>
                  <a:pt x="2334456" y="1823670"/>
                  <a:pt x="2355185" y="1820189"/>
                  <a:pt x="2375831" y="1816346"/>
                </a:cubicBezTo>
                <a:cubicBezTo>
                  <a:pt x="2339304" y="1822306"/>
                  <a:pt x="2303028" y="1824144"/>
                  <a:pt x="2266083" y="1821526"/>
                </a:cubicBezTo>
                <a:cubicBezTo>
                  <a:pt x="2286812" y="1823141"/>
                  <a:pt x="2307541" y="1824673"/>
                  <a:pt x="2328271" y="1826288"/>
                </a:cubicBezTo>
                <a:cubicBezTo>
                  <a:pt x="2291911" y="1823030"/>
                  <a:pt x="2256387" y="1815649"/>
                  <a:pt x="2221866" y="1803674"/>
                </a:cubicBezTo>
                <a:cubicBezTo>
                  <a:pt x="2241676" y="1810553"/>
                  <a:pt x="2261235" y="1817460"/>
                  <a:pt x="2281045" y="1824339"/>
                </a:cubicBezTo>
                <a:cubicBezTo>
                  <a:pt x="2243933" y="1810831"/>
                  <a:pt x="2209245" y="1793091"/>
                  <a:pt x="2176396" y="1770922"/>
                </a:cubicBezTo>
                <a:cubicBezTo>
                  <a:pt x="2194116" y="1782982"/>
                  <a:pt x="2211585" y="1795263"/>
                  <a:pt x="2229305" y="1807322"/>
                </a:cubicBezTo>
                <a:cubicBezTo>
                  <a:pt x="2186175" y="1777217"/>
                  <a:pt x="2148061" y="1741374"/>
                  <a:pt x="2113958" y="1701298"/>
                </a:cubicBezTo>
                <a:cubicBezTo>
                  <a:pt x="2127582" y="1717478"/>
                  <a:pt x="2141290" y="1733520"/>
                  <a:pt x="2154831" y="1749757"/>
                </a:cubicBezTo>
                <a:cubicBezTo>
                  <a:pt x="2109444" y="1694836"/>
                  <a:pt x="2073001" y="1634318"/>
                  <a:pt x="2042743" y="1569790"/>
                </a:cubicBezTo>
                <a:cubicBezTo>
                  <a:pt x="2051352" y="1587948"/>
                  <a:pt x="2059794" y="1606274"/>
                  <a:pt x="2068404" y="1624432"/>
                </a:cubicBezTo>
                <a:cubicBezTo>
                  <a:pt x="2023100" y="1525537"/>
                  <a:pt x="1995434" y="1422046"/>
                  <a:pt x="1976209" y="1315270"/>
                </a:cubicBezTo>
                <a:cubicBezTo>
                  <a:pt x="1979636" y="1334458"/>
                  <a:pt x="1983063" y="1353591"/>
                  <a:pt x="1986406" y="1372807"/>
                </a:cubicBezTo>
                <a:cubicBezTo>
                  <a:pt x="1922965" y="1016802"/>
                  <a:pt x="1903406" y="615345"/>
                  <a:pt x="1617294" y="353555"/>
                </a:cubicBezTo>
                <a:cubicBezTo>
                  <a:pt x="1457646" y="207510"/>
                  <a:pt x="1228872" y="150390"/>
                  <a:pt x="1024172" y="231350"/>
                </a:cubicBezTo>
                <a:cubicBezTo>
                  <a:pt x="831173" y="307352"/>
                  <a:pt x="670188" y="454595"/>
                  <a:pt x="519567" y="593204"/>
                </a:cubicBezTo>
                <a:cubicBezTo>
                  <a:pt x="439576" y="666700"/>
                  <a:pt x="363179" y="744513"/>
                  <a:pt x="290878" y="825668"/>
                </a:cubicBezTo>
                <a:cubicBezTo>
                  <a:pt x="216236" y="909412"/>
                  <a:pt x="140842" y="992433"/>
                  <a:pt x="71048" y="1080383"/>
                </a:cubicBezTo>
                <a:cubicBezTo>
                  <a:pt x="23237" y="1140790"/>
                  <a:pt x="-1170" y="1204538"/>
                  <a:pt x="-250" y="1281042"/>
                </a:cubicBezTo>
                <a:cubicBezTo>
                  <a:pt x="418" y="1368881"/>
                  <a:pt x="51991" y="1446582"/>
                  <a:pt x="121868" y="1494679"/>
                </a:cubicBezTo>
                <a:cubicBezTo>
                  <a:pt x="184641" y="1537874"/>
                  <a:pt x="251676" y="1552328"/>
                  <a:pt x="326819" y="1538765"/>
                </a:cubicBezTo>
                <a:cubicBezTo>
                  <a:pt x="415754" y="1523754"/>
                  <a:pt x="480867" y="1472260"/>
                  <a:pt x="525502" y="1393222"/>
                </a:cubicBezTo>
                <a:lnTo>
                  <a:pt x="525668" y="1392971"/>
                </a:lnTo>
              </a:path>
            </a:pathLst>
          </a:custGeom>
          <a:solidFill>
            <a:srgbClr val="40AF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793745" y="961774"/>
            <a:ext cx="341222" cy="341222"/>
          </a:xfrm>
          <a:custGeom>
            <a:avLst/>
            <a:gdLst/>
            <a:ahLst/>
            <a:cxnLst/>
            <a:rect l="l" t="t" r="r" b="b"/>
            <a:pathLst>
              <a:path w="341222" h="341222">
                <a:moveTo>
                  <a:pt x="235102" y="18631"/>
                </a:moveTo>
                <a:lnTo>
                  <a:pt x="244622" y="78822"/>
                </a:lnTo>
                <a:cubicBezTo>
                  <a:pt x="249396" y="109010"/>
                  <a:pt x="264642" y="136547"/>
                  <a:pt x="287688" y="156621"/>
                </a:cubicBezTo>
                <a:lnTo>
                  <a:pt x="333644" y="196643"/>
                </a:lnTo>
                <a:cubicBezTo>
                  <a:pt x="340110" y="202277"/>
                  <a:pt x="342734" y="211148"/>
                  <a:pt x="340362" y="219392"/>
                </a:cubicBezTo>
                <a:cubicBezTo>
                  <a:pt x="337994" y="227636"/>
                  <a:pt x="331064" y="233765"/>
                  <a:pt x="322591" y="235102"/>
                </a:cubicBezTo>
                <a:lnTo>
                  <a:pt x="262400" y="244622"/>
                </a:lnTo>
                <a:cubicBezTo>
                  <a:pt x="232212" y="249396"/>
                  <a:pt x="204675" y="264642"/>
                  <a:pt x="184601" y="287688"/>
                </a:cubicBezTo>
                <a:lnTo>
                  <a:pt x="144579" y="333644"/>
                </a:lnTo>
                <a:cubicBezTo>
                  <a:pt x="138946" y="340110"/>
                  <a:pt x="130074" y="342734"/>
                  <a:pt x="121830" y="340362"/>
                </a:cubicBezTo>
                <a:cubicBezTo>
                  <a:pt x="113586" y="337994"/>
                  <a:pt x="107458" y="331064"/>
                  <a:pt x="106120" y="322592"/>
                </a:cubicBezTo>
                <a:lnTo>
                  <a:pt x="96600" y="262400"/>
                </a:lnTo>
                <a:cubicBezTo>
                  <a:pt x="91826" y="232212"/>
                  <a:pt x="76580" y="204675"/>
                  <a:pt x="53534" y="184601"/>
                </a:cubicBezTo>
                <a:lnTo>
                  <a:pt x="7578" y="144579"/>
                </a:lnTo>
                <a:cubicBezTo>
                  <a:pt x="1112" y="138946"/>
                  <a:pt x="-1512" y="130074"/>
                  <a:pt x="860" y="121830"/>
                </a:cubicBezTo>
                <a:cubicBezTo>
                  <a:pt x="3228" y="113586"/>
                  <a:pt x="10158" y="107458"/>
                  <a:pt x="18631" y="106120"/>
                </a:cubicBezTo>
                <a:lnTo>
                  <a:pt x="78822" y="96600"/>
                </a:lnTo>
                <a:cubicBezTo>
                  <a:pt x="109010" y="91826"/>
                  <a:pt x="136547" y="76580"/>
                  <a:pt x="156621" y="53534"/>
                </a:cubicBezTo>
                <a:lnTo>
                  <a:pt x="196643" y="7578"/>
                </a:lnTo>
                <a:cubicBezTo>
                  <a:pt x="202276" y="1112"/>
                  <a:pt x="211148" y="-1512"/>
                  <a:pt x="219392" y="860"/>
                </a:cubicBezTo>
                <a:cubicBezTo>
                  <a:pt x="227636" y="3228"/>
                  <a:pt x="233764" y="10158"/>
                  <a:pt x="235102" y="18631"/>
                </a:cubicBezTo>
                <a:lnTo>
                  <a:pt x="235102" y="18631"/>
                </a:lnTo>
              </a:path>
            </a:pathLst>
          </a:custGeom>
          <a:solidFill>
            <a:srgbClr val="005490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534400" y="0"/>
            <a:ext cx="3657600" cy="6858000"/>
          </a:xfrm>
          <a:prstGeom prst="rect">
            <a:avLst/>
          </a:prstGeom>
          <a:blipFill>
            <a:blip r:embed="rId3"/>
            <a:srcRect/>
            <a:stretch>
              <a:fillRect l="-90625" r="-90625"/>
            </a:stretch>
          </a:blip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45289" y="5814161"/>
            <a:ext cx="365158" cy="191854"/>
          </a:xfrm>
          <a:custGeom>
            <a:avLst/>
            <a:gdLst/>
            <a:ahLst/>
            <a:cxnLst/>
            <a:rect l="l" t="t" r="r" b="b"/>
            <a:pathLst>
              <a:path w="365158" h="191854">
                <a:moveTo>
                  <a:pt x="58137" y="184932"/>
                </a:moveTo>
                <a:cubicBezTo>
                  <a:pt x="51491" y="184932"/>
                  <a:pt x="44849" y="183547"/>
                  <a:pt x="38203" y="180778"/>
                </a:cubicBezTo>
                <a:cubicBezTo>
                  <a:pt x="12178" y="169705"/>
                  <a:pt x="0" y="139806"/>
                  <a:pt x="11072" y="113781"/>
                </a:cubicBezTo>
                <a:cubicBezTo>
                  <a:pt x="40142" y="44570"/>
                  <a:pt x="107415" y="-2"/>
                  <a:pt x="182437" y="-2"/>
                </a:cubicBezTo>
                <a:cubicBezTo>
                  <a:pt x="257462" y="-2"/>
                  <a:pt x="324735" y="44570"/>
                  <a:pt x="354079" y="113781"/>
                </a:cubicBezTo>
                <a:cubicBezTo>
                  <a:pt x="365154" y="139804"/>
                  <a:pt x="352973" y="169981"/>
                  <a:pt x="326948" y="180778"/>
                </a:cubicBezTo>
                <a:cubicBezTo>
                  <a:pt x="300923" y="191852"/>
                  <a:pt x="270750" y="179671"/>
                  <a:pt x="259952" y="153648"/>
                </a:cubicBezTo>
                <a:cubicBezTo>
                  <a:pt x="246664" y="122641"/>
                  <a:pt x="216210" y="102431"/>
                  <a:pt x="182437" y="102431"/>
                </a:cubicBezTo>
                <a:cubicBezTo>
                  <a:pt x="148663" y="102431"/>
                  <a:pt x="118487" y="122641"/>
                  <a:pt x="105198" y="153648"/>
                </a:cubicBezTo>
                <a:cubicBezTo>
                  <a:pt x="97169" y="173028"/>
                  <a:pt x="78067" y="184932"/>
                  <a:pt x="58133" y="184932"/>
                </a:cubicBezTo>
                <a:lnTo>
                  <a:pt x="58137" y="184932"/>
                </a:lnTo>
              </a:path>
            </a:pathLst>
          </a:custGeom>
          <a:solidFill>
            <a:srgbClr val="C6FDFF">
              <a:alpha val="9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02919" y="1796007"/>
            <a:ext cx="7494451" cy="1104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Lexend Deca Regular" pitchFamily="34" charset="0"/>
                <a:ea typeface="Lexend Deca Regular" pitchFamily="34" charset="-122"/>
                <a:cs typeface="Lexend Deca Regular" pitchFamily="34" charset="-120"/>
              </a:rPr>
              <a:t>Literature Review 2 - Limitations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05839" y="270708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228600"/>
                </a:moveTo>
                <a:cubicBezTo>
                  <a:pt x="0" y="102349"/>
                  <a:pt x="102349" y="0"/>
                  <a:pt x="228600" y="0"/>
                </a:cubicBezTo>
                <a:cubicBezTo>
                  <a:pt x="354851" y="0"/>
                  <a:pt x="457200" y="102349"/>
                  <a:pt x="457200" y="228600"/>
                </a:cubicBezTo>
                <a:cubicBezTo>
                  <a:pt x="457200" y="354851"/>
                  <a:pt x="354851" y="457200"/>
                  <a:pt x="228600" y="457200"/>
                </a:cubicBezTo>
                <a:cubicBezTo>
                  <a:pt x="102349" y="457200"/>
                  <a:pt x="0" y="354851"/>
                  <a:pt x="0" y="228600"/>
                </a:cubicBezTo>
              </a:path>
            </a:pathLst>
          </a:custGeom>
          <a:solidFill>
            <a:srgbClr val="BFE5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/>
              <a:t>   ?</a:t>
            </a:r>
          </a:p>
        </p:txBody>
      </p:sp>
      <p:sp>
        <p:nvSpPr>
          <p:cNvPr id="12" name="Text 10"/>
          <p:cNvSpPr/>
          <p:nvPr/>
        </p:nvSpPr>
        <p:spPr>
          <a:xfrm>
            <a:off x="5071290" y="302858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71290" y="3404456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76323" y="3027125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76323" y="3402999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dirty="0">
                <a:solidFill>
                  <a:srgbClr val="FFFFFF"/>
                </a:solidFill>
                <a:latin typeface="Lexend Regular" pitchFamily="34" charset="0"/>
                <a:ea typeface="Lexend Regular" pitchFamily="34" charset="-122"/>
              </a:rPr>
              <a:t>No original experimental validation</a:t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dirty="0">
                <a:solidFill>
                  <a:srgbClr val="FFFFFF"/>
                </a:solidFill>
                <a:latin typeface="Lexend Regular" pitchFamily="34" charset="0"/>
                <a:ea typeface="Lexend Regular" pitchFamily="34" charset="-122"/>
              </a:rPr>
              <a:t>Dependence on existing literature</a:t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dirty="0">
                <a:solidFill>
                  <a:srgbClr val="FFFFFF"/>
                </a:solidFill>
                <a:latin typeface="Lexend Regular" pitchFamily="34" charset="0"/>
                <a:ea typeface="Lexend Regular" pitchFamily="34" charset="-122"/>
              </a:rPr>
              <a:t>Limited guidance for practical implementation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071290" y="4801655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71290" y="5177529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100" dirty="0">
                <a:solidFill>
                  <a:srgbClr val="FFFFFF"/>
                </a:solidFill>
                <a:latin typeface="Lexend Regular" pitchFamily="34" charset="0"/>
                <a:ea typeface="Lexend Regular" pitchFamily="34" charset="-122"/>
                <a:cs typeface="Lexend Regular" pitchFamily="34" charset="-120"/>
              </a:rPr>
              <a:t>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76323" y="480019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76323" y="5176072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7220" y="4954532"/>
            <a:ext cx="228600" cy="152400"/>
          </a:xfrm>
          <a:custGeom>
            <a:avLst/>
            <a:gdLst/>
            <a:ahLst/>
            <a:cxnLst/>
            <a:rect l="l" t="t" r="r" b="b"/>
            <a:pathLst>
              <a:path w="228600" h="152400">
                <a:moveTo>
                  <a:pt x="25400" y="19050"/>
                </a:moveTo>
                <a:cubicBezTo>
                  <a:pt x="21907" y="19050"/>
                  <a:pt x="19049" y="21908"/>
                  <a:pt x="19049" y="25401"/>
                </a:cubicBezTo>
                <a:lnTo>
                  <a:pt x="19049" y="127001"/>
                </a:lnTo>
                <a:cubicBezTo>
                  <a:pt x="19049" y="130494"/>
                  <a:pt x="21907" y="133352"/>
                  <a:pt x="25400" y="133352"/>
                </a:cubicBezTo>
                <a:lnTo>
                  <a:pt x="126999" y="133352"/>
                </a:lnTo>
                <a:cubicBezTo>
                  <a:pt x="130492" y="133352"/>
                  <a:pt x="133349" y="130494"/>
                  <a:pt x="133349" y="127001"/>
                </a:cubicBezTo>
                <a:lnTo>
                  <a:pt x="133349" y="25401"/>
                </a:lnTo>
                <a:cubicBezTo>
                  <a:pt x="133349" y="21908"/>
                  <a:pt x="130492" y="19050"/>
                  <a:pt x="126999" y="19050"/>
                </a:cubicBezTo>
                <a:lnTo>
                  <a:pt x="25400" y="19050"/>
                </a:lnTo>
                <a:moveTo>
                  <a:pt x="0" y="25401"/>
                </a:moveTo>
                <a:cubicBezTo>
                  <a:pt x="0" y="11390"/>
                  <a:pt x="11391" y="0"/>
                  <a:pt x="25400" y="0"/>
                </a:cubicBezTo>
                <a:lnTo>
                  <a:pt x="126999" y="0"/>
                </a:lnTo>
                <a:cubicBezTo>
                  <a:pt x="141007" y="0"/>
                  <a:pt x="152398" y="11390"/>
                  <a:pt x="152398" y="25401"/>
                </a:cubicBezTo>
                <a:lnTo>
                  <a:pt x="152398" y="38498"/>
                </a:lnTo>
                <a:lnTo>
                  <a:pt x="152398" y="113904"/>
                </a:lnTo>
                <a:lnTo>
                  <a:pt x="152398" y="127001"/>
                </a:lnTo>
                <a:cubicBezTo>
                  <a:pt x="152398" y="141011"/>
                  <a:pt x="141007" y="152402"/>
                  <a:pt x="126999" y="152402"/>
                </a:cubicBezTo>
                <a:lnTo>
                  <a:pt x="25400" y="152402"/>
                </a:lnTo>
                <a:cubicBezTo>
                  <a:pt x="11391" y="152402"/>
                  <a:pt x="0" y="141011"/>
                  <a:pt x="0" y="127001"/>
                </a:cubicBezTo>
                <a:lnTo>
                  <a:pt x="0" y="25401"/>
                </a:lnTo>
                <a:moveTo>
                  <a:pt x="209551" y="118825"/>
                </a:moveTo>
                <a:lnTo>
                  <a:pt x="209551" y="33616"/>
                </a:lnTo>
                <a:lnTo>
                  <a:pt x="165102" y="53579"/>
                </a:lnTo>
                <a:lnTo>
                  <a:pt x="165102" y="32704"/>
                </a:lnTo>
                <a:lnTo>
                  <a:pt x="206497" y="14089"/>
                </a:lnTo>
                <a:cubicBezTo>
                  <a:pt x="208520" y="13177"/>
                  <a:pt x="210703" y="12701"/>
                  <a:pt x="212927" y="12701"/>
                </a:cubicBezTo>
                <a:cubicBezTo>
                  <a:pt x="221580" y="12701"/>
                  <a:pt x="228605" y="19725"/>
                  <a:pt x="228605" y="28377"/>
                </a:cubicBezTo>
                <a:lnTo>
                  <a:pt x="228605" y="124023"/>
                </a:lnTo>
                <a:cubicBezTo>
                  <a:pt x="228605" y="132675"/>
                  <a:pt x="221580" y="139699"/>
                  <a:pt x="212927" y="139699"/>
                </a:cubicBezTo>
                <a:cubicBezTo>
                  <a:pt x="210705" y="139699"/>
                  <a:pt x="208522" y="139223"/>
                  <a:pt x="206497" y="138311"/>
                </a:cubicBezTo>
                <a:lnTo>
                  <a:pt x="165102" y="119696"/>
                </a:lnTo>
                <a:lnTo>
                  <a:pt x="165102" y="98821"/>
                </a:lnTo>
                <a:lnTo>
                  <a:pt x="209551" y="118825"/>
                </a:lnTo>
              </a:path>
            </a:pathLst>
          </a:custGeom>
          <a:solidFill>
            <a:srgbClr val="003860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-740928" y="-1531565"/>
            <a:ext cx="2743200" cy="2743200"/>
          </a:xfrm>
          <a:custGeom>
            <a:avLst/>
            <a:gdLst/>
            <a:ahLst/>
            <a:cxnLst/>
            <a:rect l="l" t="t" r="r" b="b"/>
            <a:pathLst>
              <a:path w="2743200" h="2743200">
                <a:moveTo>
                  <a:pt x="0" y="1371600"/>
                </a:moveTo>
                <a:cubicBezTo>
                  <a:pt x="0" y="614093"/>
                  <a:pt x="614093" y="0"/>
                  <a:pt x="1371600" y="0"/>
                </a:cubicBezTo>
                <a:cubicBezTo>
                  <a:pt x="2129107" y="0"/>
                  <a:pt x="2743200" y="614093"/>
                  <a:pt x="2743200" y="1371600"/>
                </a:cubicBezTo>
                <a:cubicBezTo>
                  <a:pt x="2743200" y="2129107"/>
                  <a:pt x="2129107" y="2743200"/>
                  <a:pt x="1371600" y="2743200"/>
                </a:cubicBezTo>
                <a:cubicBezTo>
                  <a:pt x="614093" y="2743200"/>
                  <a:pt x="0" y="2129107"/>
                  <a:pt x="0" y="1371600"/>
                </a:cubicBezTo>
              </a:path>
            </a:pathLst>
          </a:custGeom>
          <a:gradFill>
            <a:gsLst>
              <a:gs pos="0">
                <a:srgbClr val="FFFFFF">
                  <a:alpha val="100000"/>
                </a:srgbClr>
              </a:gs>
              <a:gs pos="100000">
                <a:srgbClr val="BFE5FF">
                  <a:alpha val="100000"/>
                </a:srgbClr>
              </a:gs>
            </a:gsLst>
            <a:lin ang="5400000"/>
          </a:gra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02919" y="17233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2"/>
          <p:cNvSpPr/>
          <p:nvPr/>
        </p:nvSpPr>
        <p:spPr>
          <a:xfrm>
            <a:off x="4658731" y="3141425"/>
            <a:ext cx="146939" cy="228600"/>
          </a:xfrm>
          <a:custGeom>
            <a:avLst/>
            <a:gdLst/>
            <a:ahLst/>
            <a:cxnLst/>
            <a:rect l="l" t="t" r="r" b="b"/>
            <a:pathLst>
              <a:path w="146939" h="228600">
                <a:moveTo>
                  <a:pt x="24498" y="65279"/>
                </a:moveTo>
                <a:cubicBezTo>
                  <a:pt x="24498" y="42721"/>
                  <a:pt x="42769" y="24449"/>
                  <a:pt x="65327" y="24449"/>
                </a:cubicBezTo>
                <a:lnTo>
                  <a:pt x="81660" y="24449"/>
                </a:lnTo>
                <a:cubicBezTo>
                  <a:pt x="104219" y="24449"/>
                  <a:pt x="122490" y="42721"/>
                  <a:pt x="122490" y="65279"/>
                </a:cubicBezTo>
                <a:lnTo>
                  <a:pt x="122490" y="67627"/>
                </a:lnTo>
                <a:cubicBezTo>
                  <a:pt x="122490" y="79928"/>
                  <a:pt x="116365" y="91410"/>
                  <a:pt x="106106" y="98200"/>
                </a:cubicBezTo>
                <a:lnTo>
                  <a:pt x="79413" y="116012"/>
                </a:lnTo>
                <a:cubicBezTo>
                  <a:pt x="68083" y="123565"/>
                  <a:pt x="61244" y="136326"/>
                  <a:pt x="61244" y="150003"/>
                </a:cubicBezTo>
                <a:lnTo>
                  <a:pt x="61244" y="151025"/>
                </a:lnTo>
                <a:cubicBezTo>
                  <a:pt x="61244" y="157812"/>
                  <a:pt x="66706" y="163273"/>
                  <a:pt x="73493" y="163273"/>
                </a:cubicBezTo>
                <a:cubicBezTo>
                  <a:pt x="80281" y="163273"/>
                  <a:pt x="85742" y="157812"/>
                  <a:pt x="85742" y="151025"/>
                </a:cubicBezTo>
                <a:lnTo>
                  <a:pt x="85742" y="150003"/>
                </a:lnTo>
                <a:cubicBezTo>
                  <a:pt x="85742" y="144541"/>
                  <a:pt x="88447" y="139437"/>
                  <a:pt x="92989" y="136426"/>
                </a:cubicBezTo>
                <a:lnTo>
                  <a:pt x="119682" y="118614"/>
                </a:lnTo>
                <a:cubicBezTo>
                  <a:pt x="136728" y="107232"/>
                  <a:pt x="146936" y="88144"/>
                  <a:pt x="146936" y="67677"/>
                </a:cubicBezTo>
                <a:lnTo>
                  <a:pt x="146936" y="65329"/>
                </a:lnTo>
                <a:cubicBezTo>
                  <a:pt x="146936" y="29245"/>
                  <a:pt x="117691" y="0"/>
                  <a:pt x="81607" y="0"/>
                </a:cubicBezTo>
                <a:lnTo>
                  <a:pt x="65275" y="0"/>
                </a:lnTo>
                <a:cubicBezTo>
                  <a:pt x="29242" y="-50"/>
                  <a:pt x="-3" y="29195"/>
                  <a:pt x="-3" y="65277"/>
                </a:cubicBezTo>
                <a:cubicBezTo>
                  <a:pt x="-3" y="72064"/>
                  <a:pt x="5459" y="77525"/>
                  <a:pt x="12246" y="77525"/>
                </a:cubicBezTo>
                <a:cubicBezTo>
                  <a:pt x="19034" y="77525"/>
                  <a:pt x="24495" y="72064"/>
                  <a:pt x="24495" y="65277"/>
                </a:cubicBezTo>
                <a:lnTo>
                  <a:pt x="24498" y="65279"/>
                </a:lnTo>
                <a:moveTo>
                  <a:pt x="73494" y="228600"/>
                </a:moveTo>
                <a:cubicBezTo>
                  <a:pt x="82515" y="228600"/>
                  <a:pt x="89827" y="221287"/>
                  <a:pt x="89827" y="212269"/>
                </a:cubicBezTo>
                <a:cubicBezTo>
                  <a:pt x="89827" y="203248"/>
                  <a:pt x="82515" y="195938"/>
                  <a:pt x="73494" y="195938"/>
                </a:cubicBezTo>
                <a:cubicBezTo>
                  <a:pt x="64474" y="195938"/>
                  <a:pt x="57162" y="203251"/>
                  <a:pt x="57162" y="212269"/>
                </a:cubicBezTo>
                <a:cubicBezTo>
                  <a:pt x="57162" y="221289"/>
                  <a:pt x="64474" y="228600"/>
                  <a:pt x="73494" y="228600"/>
                </a:cubicBezTo>
                <a:lnTo>
                  <a:pt x="73494" y="228600"/>
                </a:lnTo>
              </a:path>
            </a:pathLst>
          </a:custGeom>
          <a:solidFill>
            <a:srgbClr val="003860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2055" y="0"/>
            <a:ext cx="12192000" cy="6858000"/>
          </a:xfrm>
          <a:prstGeom prst="rect">
            <a:avLst/>
          </a:prstGeom>
          <a:solidFill>
            <a:srgbClr val="111111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83604" y="6508085"/>
            <a:ext cx="5760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508085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88888"/>
                </a:solidFill>
                <a:latin typeface="Lexend Regular" pitchFamily="34" charset="0"/>
                <a:ea typeface="Lexend Regular" pitchFamily="34" charset="-122"/>
              </a:rPr>
              <a:t>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1796007"/>
            <a:ext cx="8351518" cy="1260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Lexend Deca Regular" pitchFamily="34" charset="0"/>
                <a:ea typeface="Lexend Deca Regular" pitchFamily="34" charset="-122"/>
                <a:cs typeface="Lexend Deca Regular" pitchFamily="34" charset="-120"/>
              </a:rPr>
              <a:t>Literature Review 3- Deception Detection Model using Integrated LLM with Emotion Features  </a:t>
            </a:r>
          </a:p>
          <a:p>
            <a:pPr marL="0" indent="0" algn="l">
              <a:lnSpc>
                <a:spcPct val="90000"/>
              </a:lnSpc>
              <a:buNone/>
            </a:pPr>
            <a:endParaRPr lang="en-US" dirty="0">
              <a:solidFill>
                <a:srgbClr val="FFFFFF"/>
              </a:solidFill>
              <a:latin typeface="Lexend Deca Regular" pitchFamily="34" charset="0"/>
              <a:ea typeface="Lexend Deca Regular" pitchFamily="34" charset="-122"/>
              <a:cs typeface="Lexend Deca Regular" pitchFamily="34" charset="-120"/>
            </a:endParaRPr>
          </a:p>
          <a:p>
            <a:pPr marL="0" indent="0" algn="l">
              <a:lnSpc>
                <a:spcPct val="90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Lexend Deca Regular" pitchFamily="34" charset="0"/>
                <a:ea typeface="Lexend Deca Regular" pitchFamily="34" charset="-122"/>
                <a:cs typeface="Lexend Deca Regular" pitchFamily="34" charset="-120"/>
              </a:rPr>
              <a:t>Springer, September 2025 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320685" y="-1878105"/>
            <a:ext cx="7482617" cy="5342813"/>
          </a:xfrm>
          <a:custGeom>
            <a:avLst/>
            <a:gdLst/>
            <a:ahLst/>
            <a:cxnLst/>
            <a:rect l="l" t="t" r="r" b="b"/>
            <a:pathLst>
              <a:path w="7269840" h="5342813">
                <a:moveTo>
                  <a:pt x="6840047" y="4576546"/>
                </a:moveTo>
                <a:cubicBezTo>
                  <a:pt x="6764441" y="4620999"/>
                  <a:pt x="6686218" y="4660161"/>
                  <a:pt x="6608648" y="4701087"/>
                </a:cubicBezTo>
                <a:cubicBezTo>
                  <a:pt x="6629368" y="4691043"/>
                  <a:pt x="6650159" y="4681266"/>
                  <a:pt x="6670878" y="4671221"/>
                </a:cubicBezTo>
                <a:cubicBezTo>
                  <a:pt x="6566411" y="4714445"/>
                  <a:pt x="6461725" y="4755157"/>
                  <a:pt x="6353986" y="4789084"/>
                </a:cubicBezTo>
                <a:cubicBezTo>
                  <a:pt x="6248064" y="4822476"/>
                  <a:pt x="6140761" y="4846519"/>
                  <a:pt x="6033095" y="4872912"/>
                </a:cubicBezTo>
                <a:cubicBezTo>
                  <a:pt x="6053960" y="4869226"/>
                  <a:pt x="6074388" y="4865432"/>
                  <a:pt x="6095252" y="4861746"/>
                </a:cubicBezTo>
                <a:cubicBezTo>
                  <a:pt x="6022772" y="4873714"/>
                  <a:pt x="5951237" y="4884293"/>
                  <a:pt x="5877593" y="4878789"/>
                </a:cubicBezTo>
                <a:cubicBezTo>
                  <a:pt x="5897367" y="4880499"/>
                  <a:pt x="5917141" y="4882209"/>
                  <a:pt x="5937206" y="4884079"/>
                </a:cubicBezTo>
                <a:cubicBezTo>
                  <a:pt x="5903256" y="4880820"/>
                  <a:pt x="5870323" y="4874462"/>
                  <a:pt x="5837755" y="4863242"/>
                </a:cubicBezTo>
                <a:cubicBezTo>
                  <a:pt x="5856075" y="4869867"/>
                  <a:pt x="5874322" y="4876492"/>
                  <a:pt x="5892642" y="4883117"/>
                </a:cubicBezTo>
                <a:cubicBezTo>
                  <a:pt x="5866325" y="4873233"/>
                  <a:pt x="5841680" y="4860838"/>
                  <a:pt x="5818562" y="4845237"/>
                </a:cubicBezTo>
                <a:cubicBezTo>
                  <a:pt x="5834629" y="4856189"/>
                  <a:pt x="5850404" y="4866982"/>
                  <a:pt x="5866471" y="4877935"/>
                </a:cubicBezTo>
                <a:cubicBezTo>
                  <a:pt x="5844297" y="4861960"/>
                  <a:pt x="5824524" y="4843848"/>
                  <a:pt x="5806494" y="4823224"/>
                </a:cubicBezTo>
                <a:cubicBezTo>
                  <a:pt x="5818999" y="4837864"/>
                  <a:pt x="5831866" y="4852663"/>
                  <a:pt x="5844370" y="4867249"/>
                </a:cubicBezTo>
                <a:cubicBezTo>
                  <a:pt x="5822924" y="4841336"/>
                  <a:pt x="5804968" y="4813393"/>
                  <a:pt x="5790137" y="4783046"/>
                </a:cubicBezTo>
                <a:cubicBezTo>
                  <a:pt x="5798716" y="4800891"/>
                  <a:pt x="5807294" y="4819003"/>
                  <a:pt x="5815873" y="4836848"/>
                </a:cubicBezTo>
                <a:cubicBezTo>
                  <a:pt x="5795880" y="4793999"/>
                  <a:pt x="5782431" y="4749600"/>
                  <a:pt x="5773853" y="4703332"/>
                </a:cubicBezTo>
                <a:cubicBezTo>
                  <a:pt x="5777270" y="4722566"/>
                  <a:pt x="5780759" y="4742067"/>
                  <a:pt x="5784176" y="4761248"/>
                </a:cubicBezTo>
                <a:cubicBezTo>
                  <a:pt x="5776107" y="4713750"/>
                  <a:pt x="5773853" y="4667107"/>
                  <a:pt x="5777560" y="4619075"/>
                </a:cubicBezTo>
                <a:cubicBezTo>
                  <a:pt x="5775888" y="4637989"/>
                  <a:pt x="5774362" y="4656582"/>
                  <a:pt x="5772617" y="4675549"/>
                </a:cubicBezTo>
                <a:cubicBezTo>
                  <a:pt x="5781341" y="4576653"/>
                  <a:pt x="5806858" y="4481231"/>
                  <a:pt x="5840008" y="4388052"/>
                </a:cubicBezTo>
                <a:cubicBezTo>
                  <a:pt x="5833538" y="4406004"/>
                  <a:pt x="5827286" y="4423635"/>
                  <a:pt x="5820816" y="4441641"/>
                </a:cubicBezTo>
                <a:cubicBezTo>
                  <a:pt x="5889298" y="4251543"/>
                  <a:pt x="5984606" y="4071490"/>
                  <a:pt x="6040947" y="3876692"/>
                </a:cubicBezTo>
                <a:cubicBezTo>
                  <a:pt x="6098669" y="3676710"/>
                  <a:pt x="6112118" y="3441466"/>
                  <a:pt x="6038548" y="3243782"/>
                </a:cubicBezTo>
                <a:cubicBezTo>
                  <a:pt x="5956398" y="3022910"/>
                  <a:pt x="5774798" y="2853970"/>
                  <a:pt x="5542745" y="2803000"/>
                </a:cubicBezTo>
                <a:cubicBezTo>
                  <a:pt x="5357436" y="2762234"/>
                  <a:pt x="5159042" y="2797604"/>
                  <a:pt x="4982967" y="2861397"/>
                </a:cubicBezTo>
                <a:cubicBezTo>
                  <a:pt x="4784718" y="2933204"/>
                  <a:pt x="4603263" y="3043320"/>
                  <a:pt x="4413666" y="3134361"/>
                </a:cubicBezTo>
                <a:cubicBezTo>
                  <a:pt x="4434676" y="3124263"/>
                  <a:pt x="4455903" y="3114326"/>
                  <a:pt x="4476913" y="3104174"/>
                </a:cubicBezTo>
                <a:cubicBezTo>
                  <a:pt x="4233374" y="3220434"/>
                  <a:pt x="3977621" y="3312704"/>
                  <a:pt x="3711617" y="3361270"/>
                </a:cubicBezTo>
                <a:cubicBezTo>
                  <a:pt x="3735317" y="3356996"/>
                  <a:pt x="3759235" y="3352615"/>
                  <a:pt x="3782934" y="3348287"/>
                </a:cubicBezTo>
                <a:cubicBezTo>
                  <a:pt x="3611439" y="3378848"/>
                  <a:pt x="3437035" y="3390015"/>
                  <a:pt x="3263431" y="3375055"/>
                </a:cubicBezTo>
                <a:cubicBezTo>
                  <a:pt x="3287204" y="3377139"/>
                  <a:pt x="3311049" y="3379222"/>
                  <a:pt x="3334530" y="3381359"/>
                </a:cubicBezTo>
                <a:cubicBezTo>
                  <a:pt x="3208690" y="3369605"/>
                  <a:pt x="3083067" y="3345509"/>
                  <a:pt x="2963696" y="3302713"/>
                </a:cubicBezTo>
                <a:cubicBezTo>
                  <a:pt x="2986087" y="3310834"/>
                  <a:pt x="3008478" y="3318902"/>
                  <a:pt x="3030869" y="3327023"/>
                </a:cubicBezTo>
                <a:cubicBezTo>
                  <a:pt x="2981798" y="3308857"/>
                  <a:pt x="2934835" y="3286685"/>
                  <a:pt x="2891216" y="3257620"/>
                </a:cubicBezTo>
                <a:cubicBezTo>
                  <a:pt x="2910990" y="3271297"/>
                  <a:pt x="2930836" y="3284654"/>
                  <a:pt x="2950610" y="3298332"/>
                </a:cubicBezTo>
                <a:cubicBezTo>
                  <a:pt x="2921458" y="3277923"/>
                  <a:pt x="2895214" y="3255216"/>
                  <a:pt x="2872023" y="3228448"/>
                </a:cubicBezTo>
                <a:cubicBezTo>
                  <a:pt x="2888017" y="3246934"/>
                  <a:pt x="2904011" y="3265474"/>
                  <a:pt x="2919713" y="3283800"/>
                </a:cubicBezTo>
                <a:cubicBezTo>
                  <a:pt x="2901902" y="3262268"/>
                  <a:pt x="2886999" y="3239508"/>
                  <a:pt x="2874495" y="3214557"/>
                </a:cubicBezTo>
                <a:cubicBezTo>
                  <a:pt x="2885545" y="3237477"/>
                  <a:pt x="2896159" y="3260184"/>
                  <a:pt x="2907209" y="3283105"/>
                </a:cubicBezTo>
                <a:cubicBezTo>
                  <a:pt x="2889980" y="3246881"/>
                  <a:pt x="2878639" y="3209321"/>
                  <a:pt x="2871224" y="3169944"/>
                </a:cubicBezTo>
                <a:cubicBezTo>
                  <a:pt x="2875658" y="3195002"/>
                  <a:pt x="2880165" y="3220006"/>
                  <a:pt x="2884818" y="3244957"/>
                </a:cubicBezTo>
                <a:cubicBezTo>
                  <a:pt x="2876167" y="3192277"/>
                  <a:pt x="2875440" y="3139918"/>
                  <a:pt x="2879438" y="3086810"/>
                </a:cubicBezTo>
                <a:cubicBezTo>
                  <a:pt x="2877330" y="3111441"/>
                  <a:pt x="2875004" y="3136124"/>
                  <a:pt x="2872968" y="3160755"/>
                </a:cubicBezTo>
                <a:cubicBezTo>
                  <a:pt x="2879875" y="3085528"/>
                  <a:pt x="2897104" y="3012866"/>
                  <a:pt x="2922040" y="2941806"/>
                </a:cubicBezTo>
                <a:cubicBezTo>
                  <a:pt x="2913679" y="2965101"/>
                  <a:pt x="2905246" y="2988182"/>
                  <a:pt x="2896886" y="3011476"/>
                </a:cubicBezTo>
                <a:cubicBezTo>
                  <a:pt x="2984342" y="2769020"/>
                  <a:pt x="3148859" y="2565779"/>
                  <a:pt x="3285822" y="2350731"/>
                </a:cubicBezTo>
                <a:cubicBezTo>
                  <a:pt x="3443869" y="2102504"/>
                  <a:pt x="3548191" y="1804428"/>
                  <a:pt x="3528417" y="1506620"/>
                </a:cubicBezTo>
                <a:cubicBezTo>
                  <a:pt x="3517803" y="1345160"/>
                  <a:pt x="3470549" y="1169595"/>
                  <a:pt x="3368989" y="1040513"/>
                </a:cubicBezTo>
                <a:cubicBezTo>
                  <a:pt x="3298036" y="950326"/>
                  <a:pt x="3227155" y="886853"/>
                  <a:pt x="3128939" y="826907"/>
                </a:cubicBezTo>
                <a:cubicBezTo>
                  <a:pt x="3061257" y="785500"/>
                  <a:pt x="2981725" y="756596"/>
                  <a:pt x="2904301" y="740353"/>
                </a:cubicBezTo>
                <a:cubicBezTo>
                  <a:pt x="2588136" y="673889"/>
                  <a:pt x="2278150" y="808795"/>
                  <a:pt x="2015927" y="974262"/>
                </a:cubicBezTo>
                <a:cubicBezTo>
                  <a:pt x="1888632" y="1054618"/>
                  <a:pt x="1769625" y="1146514"/>
                  <a:pt x="1644729" y="1230022"/>
                </a:cubicBezTo>
                <a:cubicBezTo>
                  <a:pt x="1490899" y="1332604"/>
                  <a:pt x="1329872" y="1423913"/>
                  <a:pt x="1162884" y="1503681"/>
                </a:cubicBezTo>
                <a:cubicBezTo>
                  <a:pt x="1189928" y="1490805"/>
                  <a:pt x="1216681" y="1477982"/>
                  <a:pt x="1243724" y="1465053"/>
                </a:cubicBezTo>
                <a:cubicBezTo>
                  <a:pt x="1099709" y="1533280"/>
                  <a:pt x="951550" y="1599798"/>
                  <a:pt x="793649" y="1628436"/>
                </a:cubicBezTo>
                <a:cubicBezTo>
                  <a:pt x="823164" y="1623093"/>
                  <a:pt x="852898" y="1617697"/>
                  <a:pt x="882341" y="1612354"/>
                </a:cubicBezTo>
                <a:cubicBezTo>
                  <a:pt x="824545" y="1622345"/>
                  <a:pt x="766387" y="1626673"/>
                  <a:pt x="707792" y="1622185"/>
                </a:cubicBezTo>
                <a:cubicBezTo>
                  <a:pt x="736726" y="1624803"/>
                  <a:pt x="765660" y="1627207"/>
                  <a:pt x="794666" y="1629825"/>
                </a:cubicBezTo>
                <a:cubicBezTo>
                  <a:pt x="755046" y="1626192"/>
                  <a:pt x="716588" y="1618284"/>
                  <a:pt x="679149" y="1605034"/>
                </a:cubicBezTo>
                <a:cubicBezTo>
                  <a:pt x="706192" y="1614651"/>
                  <a:pt x="733382" y="1624536"/>
                  <a:pt x="760207" y="1634259"/>
                </a:cubicBezTo>
                <a:cubicBezTo>
                  <a:pt x="730692" y="1623200"/>
                  <a:pt x="702848" y="1609309"/>
                  <a:pt x="676386" y="1591944"/>
                </a:cubicBezTo>
                <a:cubicBezTo>
                  <a:pt x="700013" y="1608293"/>
                  <a:pt x="723931" y="1624536"/>
                  <a:pt x="747630" y="1640831"/>
                </a:cubicBezTo>
                <a:cubicBezTo>
                  <a:pt x="720078" y="1621864"/>
                  <a:pt x="695288" y="1600333"/>
                  <a:pt x="672969" y="1575221"/>
                </a:cubicBezTo>
                <a:cubicBezTo>
                  <a:pt x="692016" y="1597180"/>
                  <a:pt x="711209" y="1619460"/>
                  <a:pt x="730038" y="1641472"/>
                </a:cubicBezTo>
                <a:cubicBezTo>
                  <a:pt x="707065" y="1614331"/>
                  <a:pt x="687945" y="1585159"/>
                  <a:pt x="672388" y="1553423"/>
                </a:cubicBezTo>
                <a:cubicBezTo>
                  <a:pt x="685328" y="1580671"/>
                  <a:pt x="698341" y="1607973"/>
                  <a:pt x="711572" y="1635168"/>
                </a:cubicBezTo>
                <a:cubicBezTo>
                  <a:pt x="692234" y="1594349"/>
                  <a:pt x="679294" y="1551713"/>
                  <a:pt x="670861" y="1507368"/>
                </a:cubicBezTo>
                <a:cubicBezTo>
                  <a:pt x="676241" y="1537074"/>
                  <a:pt x="681766" y="1567047"/>
                  <a:pt x="686927" y="1596913"/>
                </a:cubicBezTo>
                <a:cubicBezTo>
                  <a:pt x="675950" y="1534402"/>
                  <a:pt x="674714" y="1471891"/>
                  <a:pt x="679876" y="1408633"/>
                </a:cubicBezTo>
                <a:cubicBezTo>
                  <a:pt x="677331" y="1437858"/>
                  <a:pt x="674787" y="1467083"/>
                  <a:pt x="672315" y="1496575"/>
                </a:cubicBezTo>
                <a:cubicBezTo>
                  <a:pt x="680457" y="1409541"/>
                  <a:pt x="700304" y="1324323"/>
                  <a:pt x="729383" y="1241937"/>
                </a:cubicBezTo>
                <a:cubicBezTo>
                  <a:pt x="719569" y="1269346"/>
                  <a:pt x="709464" y="1296861"/>
                  <a:pt x="699722" y="1324483"/>
                </a:cubicBezTo>
                <a:cubicBezTo>
                  <a:pt x="750538" y="1184982"/>
                  <a:pt x="821347" y="1054030"/>
                  <a:pt x="875725" y="916132"/>
                </a:cubicBezTo>
                <a:cubicBezTo>
                  <a:pt x="911856" y="824236"/>
                  <a:pt x="947697" y="729989"/>
                  <a:pt x="967616" y="632963"/>
                </a:cubicBezTo>
                <a:cubicBezTo>
                  <a:pt x="980193" y="572643"/>
                  <a:pt x="984627" y="511307"/>
                  <a:pt x="989280" y="449918"/>
                </a:cubicBezTo>
                <a:cubicBezTo>
                  <a:pt x="992115" y="412251"/>
                  <a:pt x="992770" y="374424"/>
                  <a:pt x="989498" y="336757"/>
                </a:cubicBezTo>
                <a:cubicBezTo>
                  <a:pt x="981429" y="243525"/>
                  <a:pt x="943626" y="153232"/>
                  <a:pt x="872526" y="90133"/>
                </a:cubicBezTo>
                <a:cubicBezTo>
                  <a:pt x="809497" y="33873"/>
                  <a:pt x="708737" y="-6572"/>
                  <a:pt x="623098" y="1015"/>
                </a:cubicBezTo>
                <a:cubicBezTo>
                  <a:pt x="531280" y="9190"/>
                  <a:pt x="436481" y="44238"/>
                  <a:pt x="376433" y="117969"/>
                </a:cubicBezTo>
                <a:cubicBezTo>
                  <a:pt x="319946" y="187159"/>
                  <a:pt x="279235" y="275796"/>
                  <a:pt x="287304" y="367372"/>
                </a:cubicBezTo>
                <a:cubicBezTo>
                  <a:pt x="291230" y="411503"/>
                  <a:pt x="291666" y="455101"/>
                  <a:pt x="287813" y="499232"/>
                </a:cubicBezTo>
                <a:cubicBezTo>
                  <a:pt x="290358" y="469152"/>
                  <a:pt x="293120" y="439019"/>
                  <a:pt x="295737" y="408939"/>
                </a:cubicBezTo>
                <a:cubicBezTo>
                  <a:pt x="287086" y="496935"/>
                  <a:pt x="263677" y="582206"/>
                  <a:pt x="234016" y="665607"/>
                </a:cubicBezTo>
                <a:cubicBezTo>
                  <a:pt x="243976" y="637878"/>
                  <a:pt x="254154" y="609775"/>
                  <a:pt x="264186" y="582046"/>
                </a:cubicBezTo>
                <a:cubicBezTo>
                  <a:pt x="179565" y="816061"/>
                  <a:pt x="48417" y="1038055"/>
                  <a:pt x="14322" y="1287831"/>
                </a:cubicBezTo>
                <a:cubicBezTo>
                  <a:pt x="-7851" y="1450413"/>
                  <a:pt x="-8360" y="1610217"/>
                  <a:pt x="38749" y="1769112"/>
                </a:cubicBezTo>
                <a:cubicBezTo>
                  <a:pt x="60485" y="1842576"/>
                  <a:pt x="94217" y="1915826"/>
                  <a:pt x="138127" y="1978550"/>
                </a:cubicBezTo>
                <a:cubicBezTo>
                  <a:pt x="201884" y="2069912"/>
                  <a:pt x="273564" y="2130607"/>
                  <a:pt x="365164" y="2190767"/>
                </a:cubicBezTo>
                <a:cubicBezTo>
                  <a:pt x="427758" y="2231853"/>
                  <a:pt x="502346" y="2258460"/>
                  <a:pt x="574318" y="2276145"/>
                </a:cubicBezTo>
                <a:cubicBezTo>
                  <a:pt x="646216" y="2293616"/>
                  <a:pt x="722986" y="2299172"/>
                  <a:pt x="796993" y="2297035"/>
                </a:cubicBezTo>
                <a:cubicBezTo>
                  <a:pt x="927268" y="2293402"/>
                  <a:pt x="1060525" y="2261559"/>
                  <a:pt x="1182876" y="2217053"/>
                </a:cubicBezTo>
                <a:cubicBezTo>
                  <a:pt x="1325220" y="2165228"/>
                  <a:pt x="1463419" y="2097214"/>
                  <a:pt x="1598057" y="2028399"/>
                </a:cubicBezTo>
                <a:cubicBezTo>
                  <a:pt x="1718736" y="1966582"/>
                  <a:pt x="1836362" y="1898568"/>
                  <a:pt x="1949772" y="1824303"/>
                </a:cubicBezTo>
                <a:cubicBezTo>
                  <a:pt x="2160088" y="1687046"/>
                  <a:pt x="2352230" y="1521953"/>
                  <a:pt x="2579631" y="1411785"/>
                </a:cubicBezTo>
                <a:cubicBezTo>
                  <a:pt x="2553096" y="1424554"/>
                  <a:pt x="2526561" y="1437270"/>
                  <a:pt x="2499953" y="1449772"/>
                </a:cubicBezTo>
                <a:cubicBezTo>
                  <a:pt x="2579631" y="1411785"/>
                  <a:pt x="2661489" y="1379781"/>
                  <a:pt x="2748582" y="1363966"/>
                </a:cubicBezTo>
                <a:cubicBezTo>
                  <a:pt x="2719866" y="1369042"/>
                  <a:pt x="2691441" y="1374331"/>
                  <a:pt x="2662725" y="1379407"/>
                </a:cubicBezTo>
                <a:cubicBezTo>
                  <a:pt x="2709979" y="1371393"/>
                  <a:pt x="2757596" y="1368561"/>
                  <a:pt x="2805504" y="1372034"/>
                </a:cubicBezTo>
                <a:cubicBezTo>
                  <a:pt x="2777661" y="1369576"/>
                  <a:pt x="2749890" y="1367172"/>
                  <a:pt x="2722047" y="1364714"/>
                </a:cubicBezTo>
                <a:cubicBezTo>
                  <a:pt x="2762031" y="1368508"/>
                  <a:pt x="2800561" y="1376682"/>
                  <a:pt x="2838509" y="1389772"/>
                </a:cubicBezTo>
                <a:cubicBezTo>
                  <a:pt x="2812702" y="1380583"/>
                  <a:pt x="2787112" y="1371286"/>
                  <a:pt x="2761304" y="1362043"/>
                </a:cubicBezTo>
                <a:cubicBezTo>
                  <a:pt x="2798598" y="1375667"/>
                  <a:pt x="2833275" y="1393405"/>
                  <a:pt x="2866426" y="1414990"/>
                </a:cubicBezTo>
                <a:cubicBezTo>
                  <a:pt x="2843889" y="1399710"/>
                  <a:pt x="2821353" y="1384162"/>
                  <a:pt x="2799107" y="1368775"/>
                </a:cubicBezTo>
                <a:cubicBezTo>
                  <a:pt x="2831312" y="1390948"/>
                  <a:pt x="2860464" y="1416379"/>
                  <a:pt x="2886345" y="1445658"/>
                </a:cubicBezTo>
                <a:cubicBezTo>
                  <a:pt x="2868534" y="1424928"/>
                  <a:pt x="2850577" y="1403984"/>
                  <a:pt x="2832475" y="1383361"/>
                </a:cubicBezTo>
                <a:cubicBezTo>
                  <a:pt x="2858938" y="1414403"/>
                  <a:pt x="2880893" y="1447955"/>
                  <a:pt x="2899140" y="1484393"/>
                </a:cubicBezTo>
                <a:cubicBezTo>
                  <a:pt x="2886927" y="1458801"/>
                  <a:pt x="2874859" y="1433423"/>
                  <a:pt x="2862500" y="1407938"/>
                </a:cubicBezTo>
                <a:cubicBezTo>
                  <a:pt x="2885109" y="1455542"/>
                  <a:pt x="2900667" y="1505391"/>
                  <a:pt x="2910408" y="1557109"/>
                </a:cubicBezTo>
                <a:cubicBezTo>
                  <a:pt x="2905392" y="1529487"/>
                  <a:pt x="2900448" y="1502132"/>
                  <a:pt x="2895432" y="1474456"/>
                </a:cubicBezTo>
                <a:cubicBezTo>
                  <a:pt x="2908155" y="1546691"/>
                  <a:pt x="2909754" y="1619727"/>
                  <a:pt x="2903720" y="1692656"/>
                </a:cubicBezTo>
                <a:cubicBezTo>
                  <a:pt x="2905973" y="1666049"/>
                  <a:pt x="2908518" y="1639282"/>
                  <a:pt x="2910772" y="1612674"/>
                </a:cubicBezTo>
                <a:cubicBezTo>
                  <a:pt x="2901902" y="1710234"/>
                  <a:pt x="2879657" y="1805443"/>
                  <a:pt x="2846797" y="1897660"/>
                </a:cubicBezTo>
                <a:cubicBezTo>
                  <a:pt x="2855594" y="1873083"/>
                  <a:pt x="2864463" y="1848773"/>
                  <a:pt x="2873259" y="1824196"/>
                </a:cubicBezTo>
                <a:cubicBezTo>
                  <a:pt x="2785512" y="2065050"/>
                  <a:pt x="2618960" y="2267864"/>
                  <a:pt x="2496245" y="2490819"/>
                </a:cubicBezTo>
                <a:cubicBezTo>
                  <a:pt x="2425074" y="2619901"/>
                  <a:pt x="2365025" y="2759937"/>
                  <a:pt x="2332965" y="2903979"/>
                </a:cubicBezTo>
                <a:cubicBezTo>
                  <a:pt x="2294798" y="3074789"/>
                  <a:pt x="2287601" y="3274343"/>
                  <a:pt x="2357973" y="3437940"/>
                </a:cubicBezTo>
                <a:cubicBezTo>
                  <a:pt x="2402973" y="3542659"/>
                  <a:pt x="2465421" y="3638669"/>
                  <a:pt x="2558839" y="3707110"/>
                </a:cubicBezTo>
                <a:cubicBezTo>
                  <a:pt x="2650802" y="3774377"/>
                  <a:pt x="2739276" y="3814608"/>
                  <a:pt x="2847088" y="3850832"/>
                </a:cubicBezTo>
                <a:cubicBezTo>
                  <a:pt x="2997356" y="3901215"/>
                  <a:pt x="3158310" y="3919968"/>
                  <a:pt x="3315847" y="3928196"/>
                </a:cubicBezTo>
                <a:cubicBezTo>
                  <a:pt x="3614347" y="3943263"/>
                  <a:pt x="3919244" y="3883263"/>
                  <a:pt x="4200732" y="3787092"/>
                </a:cubicBezTo>
                <a:cubicBezTo>
                  <a:pt x="4369102" y="3729711"/>
                  <a:pt x="4531437" y="3656087"/>
                  <a:pt x="4690211" y="3576692"/>
                </a:cubicBezTo>
                <a:cubicBezTo>
                  <a:pt x="4819250" y="3512205"/>
                  <a:pt x="4942765" y="3437512"/>
                  <a:pt x="5072750" y="3374894"/>
                </a:cubicBezTo>
                <a:cubicBezTo>
                  <a:pt x="5052031" y="3384939"/>
                  <a:pt x="5031239" y="3394716"/>
                  <a:pt x="5010520" y="3404761"/>
                </a:cubicBezTo>
                <a:cubicBezTo>
                  <a:pt x="5120585" y="3352241"/>
                  <a:pt x="5235085" y="3305545"/>
                  <a:pt x="5355401" y="3283105"/>
                </a:cubicBezTo>
                <a:cubicBezTo>
                  <a:pt x="5333301" y="3287165"/>
                  <a:pt x="5311128" y="3290959"/>
                  <a:pt x="5289100" y="3295073"/>
                </a:cubicBezTo>
                <a:cubicBezTo>
                  <a:pt x="5343406" y="3285616"/>
                  <a:pt x="5398366" y="3281502"/>
                  <a:pt x="5453544" y="3285723"/>
                </a:cubicBezTo>
                <a:cubicBezTo>
                  <a:pt x="5432316" y="3283959"/>
                  <a:pt x="5410797" y="3281983"/>
                  <a:pt x="5389642" y="3280166"/>
                </a:cubicBezTo>
                <a:cubicBezTo>
                  <a:pt x="5430426" y="3283960"/>
                  <a:pt x="5470119" y="3292081"/>
                  <a:pt x="5508504" y="3305865"/>
                </a:cubicBezTo>
                <a:cubicBezTo>
                  <a:pt x="5488730" y="3298919"/>
                  <a:pt x="5469101" y="3291600"/>
                  <a:pt x="5449255" y="3284601"/>
                </a:cubicBezTo>
                <a:cubicBezTo>
                  <a:pt x="5483859" y="3297691"/>
                  <a:pt x="5516210" y="3314253"/>
                  <a:pt x="5546889" y="3334983"/>
                </a:cubicBezTo>
                <a:cubicBezTo>
                  <a:pt x="5529732" y="3323229"/>
                  <a:pt x="5512575" y="3311528"/>
                  <a:pt x="5495418" y="3299774"/>
                </a:cubicBezTo>
                <a:cubicBezTo>
                  <a:pt x="5525297" y="3320772"/>
                  <a:pt x="5552341" y="3344921"/>
                  <a:pt x="5576259" y="3372543"/>
                </a:cubicBezTo>
                <a:cubicBezTo>
                  <a:pt x="5562519" y="3356675"/>
                  <a:pt x="5549069" y="3340914"/>
                  <a:pt x="5535329" y="3325046"/>
                </a:cubicBezTo>
                <a:cubicBezTo>
                  <a:pt x="5560701" y="3355286"/>
                  <a:pt x="5581856" y="3387984"/>
                  <a:pt x="5599231" y="3423621"/>
                </a:cubicBezTo>
                <a:cubicBezTo>
                  <a:pt x="5589926" y="3404333"/>
                  <a:pt x="5580911" y="3384939"/>
                  <a:pt x="5571606" y="3365651"/>
                </a:cubicBezTo>
                <a:cubicBezTo>
                  <a:pt x="5593924" y="3413309"/>
                  <a:pt x="5608973" y="3463371"/>
                  <a:pt x="5618496" y="3515143"/>
                </a:cubicBezTo>
                <a:cubicBezTo>
                  <a:pt x="5614789" y="3494306"/>
                  <a:pt x="5610936" y="3473576"/>
                  <a:pt x="5607301" y="3452739"/>
                </a:cubicBezTo>
                <a:cubicBezTo>
                  <a:pt x="5619151" y="3522997"/>
                  <a:pt x="5620459" y="3593629"/>
                  <a:pt x="5614425" y="3664635"/>
                </a:cubicBezTo>
                <a:cubicBezTo>
                  <a:pt x="5616025" y="3644599"/>
                  <a:pt x="5617915" y="3624510"/>
                  <a:pt x="5619514" y="3604475"/>
                </a:cubicBezTo>
                <a:cubicBezTo>
                  <a:pt x="5609336" y="3712773"/>
                  <a:pt x="5581493" y="3816210"/>
                  <a:pt x="5544780" y="3918312"/>
                </a:cubicBezTo>
                <a:cubicBezTo>
                  <a:pt x="5551396" y="3899986"/>
                  <a:pt x="5558011" y="3881713"/>
                  <a:pt x="5564700" y="3863387"/>
                </a:cubicBezTo>
                <a:cubicBezTo>
                  <a:pt x="5441621" y="4203404"/>
                  <a:pt x="5257840" y="4560892"/>
                  <a:pt x="5374739" y="4930668"/>
                </a:cubicBezTo>
                <a:cubicBezTo>
                  <a:pt x="5439949" y="5136954"/>
                  <a:pt x="5609555" y="5300818"/>
                  <a:pt x="5827286" y="5333035"/>
                </a:cubicBezTo>
                <a:cubicBezTo>
                  <a:pt x="6032441" y="5363703"/>
                  <a:pt x="6245448" y="5316686"/>
                  <a:pt x="6445223" y="5271967"/>
                </a:cubicBezTo>
                <a:cubicBezTo>
                  <a:pt x="6551217" y="5248298"/>
                  <a:pt x="6656339" y="5219126"/>
                  <a:pt x="6759498" y="5184986"/>
                </a:cubicBezTo>
                <a:cubicBezTo>
                  <a:pt x="6866001" y="5149776"/>
                  <a:pt x="6972795" y="5115582"/>
                  <a:pt x="7077263" y="5074336"/>
                </a:cubicBezTo>
                <a:cubicBezTo>
                  <a:pt x="7148871" y="5045912"/>
                  <a:pt x="7201868" y="5002903"/>
                  <a:pt x="7239380" y="4936224"/>
                </a:cubicBezTo>
                <a:cubicBezTo>
                  <a:pt x="7282708" y="4859822"/>
                  <a:pt x="7276893" y="4766750"/>
                  <a:pt x="7240471" y="4690188"/>
                </a:cubicBezTo>
                <a:cubicBezTo>
                  <a:pt x="7207684" y="4621372"/>
                  <a:pt x="7156867" y="4575371"/>
                  <a:pt x="7085042" y="4549565"/>
                </a:cubicBezTo>
                <a:cubicBezTo>
                  <a:pt x="7000493" y="4518096"/>
                  <a:pt x="6918344" y="4530117"/>
                  <a:pt x="6840193" y="4576279"/>
                </a:cubicBezTo>
                <a:lnTo>
                  <a:pt x="6840047" y="4576546"/>
                </a:lnTo>
              </a:path>
            </a:pathLst>
          </a:custGeom>
          <a:solidFill>
            <a:srgbClr val="BFE5FF">
              <a:alpha val="27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562368" y="828013"/>
            <a:ext cx="668578" cy="351271"/>
          </a:xfrm>
          <a:custGeom>
            <a:avLst/>
            <a:gdLst/>
            <a:ahLst/>
            <a:cxnLst/>
            <a:rect l="l" t="t" r="r" b="b"/>
            <a:pathLst>
              <a:path w="668578" h="351271">
                <a:moveTo>
                  <a:pt x="106444" y="338597"/>
                </a:moveTo>
                <a:cubicBezTo>
                  <a:pt x="94276" y="338597"/>
                  <a:pt x="82115" y="336061"/>
                  <a:pt x="69947" y="330992"/>
                </a:cubicBezTo>
                <a:cubicBezTo>
                  <a:pt x="22297" y="310717"/>
                  <a:pt x="0" y="255975"/>
                  <a:pt x="20271" y="208325"/>
                </a:cubicBezTo>
                <a:cubicBezTo>
                  <a:pt x="73497" y="81604"/>
                  <a:pt x="196669" y="-4"/>
                  <a:pt x="334028" y="-4"/>
                </a:cubicBezTo>
                <a:cubicBezTo>
                  <a:pt x="471394" y="-4"/>
                  <a:pt x="594566" y="81604"/>
                  <a:pt x="648293" y="208325"/>
                </a:cubicBezTo>
                <a:cubicBezTo>
                  <a:pt x="668571" y="255971"/>
                  <a:pt x="646268" y="311223"/>
                  <a:pt x="598618" y="330992"/>
                </a:cubicBezTo>
                <a:cubicBezTo>
                  <a:pt x="550968" y="351268"/>
                  <a:pt x="495724" y="328965"/>
                  <a:pt x="475954" y="281319"/>
                </a:cubicBezTo>
                <a:cubicBezTo>
                  <a:pt x="451624" y="224547"/>
                  <a:pt x="395865" y="187544"/>
                  <a:pt x="334028" y="187544"/>
                </a:cubicBezTo>
                <a:cubicBezTo>
                  <a:pt x="272191" y="187544"/>
                  <a:pt x="216940" y="224547"/>
                  <a:pt x="192611" y="281319"/>
                </a:cubicBezTo>
                <a:cubicBezTo>
                  <a:pt x="177909" y="316801"/>
                  <a:pt x="142935" y="338597"/>
                  <a:pt x="106438" y="338597"/>
                </a:cubicBezTo>
                <a:lnTo>
                  <a:pt x="106444" y="338597"/>
                </a:lnTo>
              </a:path>
            </a:pathLst>
          </a:custGeom>
          <a:solidFill>
            <a:srgbClr val="BFE5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0782451" y="339563"/>
            <a:ext cx="469893" cy="469893"/>
          </a:xfrm>
          <a:custGeom>
            <a:avLst/>
            <a:gdLst/>
            <a:ahLst/>
            <a:cxnLst/>
            <a:rect l="l" t="t" r="r" b="b"/>
            <a:pathLst>
              <a:path w="469893" h="469893">
                <a:moveTo>
                  <a:pt x="261561" y="16949"/>
                </a:moveTo>
                <a:lnTo>
                  <a:pt x="295845" y="90407"/>
                </a:lnTo>
                <a:cubicBezTo>
                  <a:pt x="313038" y="127247"/>
                  <a:pt x="342646" y="156855"/>
                  <a:pt x="379486" y="174048"/>
                </a:cubicBezTo>
                <a:lnTo>
                  <a:pt x="452944" y="208332"/>
                </a:lnTo>
                <a:cubicBezTo>
                  <a:pt x="463282" y="213158"/>
                  <a:pt x="469893" y="223538"/>
                  <a:pt x="469893" y="234947"/>
                </a:cubicBezTo>
                <a:cubicBezTo>
                  <a:pt x="469893" y="246356"/>
                  <a:pt x="463286" y="256736"/>
                  <a:pt x="452944" y="261561"/>
                </a:cubicBezTo>
                <a:lnTo>
                  <a:pt x="379486" y="295845"/>
                </a:lnTo>
                <a:cubicBezTo>
                  <a:pt x="342646" y="313038"/>
                  <a:pt x="313038" y="342646"/>
                  <a:pt x="295845" y="379486"/>
                </a:cubicBezTo>
                <a:lnTo>
                  <a:pt x="261561" y="452944"/>
                </a:lnTo>
                <a:cubicBezTo>
                  <a:pt x="256735" y="463282"/>
                  <a:pt x="246356" y="469893"/>
                  <a:pt x="234947" y="469893"/>
                </a:cubicBezTo>
                <a:cubicBezTo>
                  <a:pt x="223537" y="469893"/>
                  <a:pt x="213158" y="463286"/>
                  <a:pt x="208332" y="452944"/>
                </a:cubicBezTo>
                <a:lnTo>
                  <a:pt x="174048" y="379486"/>
                </a:lnTo>
                <a:cubicBezTo>
                  <a:pt x="156855" y="342646"/>
                  <a:pt x="127247" y="313038"/>
                  <a:pt x="90407" y="295845"/>
                </a:cubicBezTo>
                <a:lnTo>
                  <a:pt x="16949" y="261561"/>
                </a:lnTo>
                <a:cubicBezTo>
                  <a:pt x="6611" y="256736"/>
                  <a:pt x="0" y="246356"/>
                  <a:pt x="0" y="234947"/>
                </a:cubicBezTo>
                <a:cubicBezTo>
                  <a:pt x="0" y="223538"/>
                  <a:pt x="6607" y="213158"/>
                  <a:pt x="16949" y="208332"/>
                </a:cubicBezTo>
                <a:lnTo>
                  <a:pt x="90407" y="174048"/>
                </a:lnTo>
                <a:cubicBezTo>
                  <a:pt x="127247" y="156855"/>
                  <a:pt x="156855" y="127247"/>
                  <a:pt x="174048" y="90407"/>
                </a:cubicBezTo>
                <a:lnTo>
                  <a:pt x="208332" y="16949"/>
                </a:lnTo>
                <a:cubicBezTo>
                  <a:pt x="213158" y="6611"/>
                  <a:pt x="223537" y="0"/>
                  <a:pt x="234947" y="0"/>
                </a:cubicBezTo>
                <a:cubicBezTo>
                  <a:pt x="246356" y="0"/>
                  <a:pt x="256735" y="6607"/>
                  <a:pt x="261561" y="16949"/>
                </a:cubicBezTo>
                <a:lnTo>
                  <a:pt x="261561" y="16949"/>
                </a:lnTo>
              </a:path>
            </a:pathLst>
          </a:custGeom>
          <a:solidFill>
            <a:srgbClr val="40AFFF">
              <a:alpha val="20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0316800" y="5862241"/>
            <a:ext cx="1875200" cy="186303"/>
          </a:xfrm>
          <a:custGeom>
            <a:avLst/>
            <a:gdLst/>
            <a:ahLst/>
            <a:cxnLst/>
            <a:rect l="l" t="t" r="r" b="b"/>
            <a:pathLst>
              <a:path w="1875200" h="186303">
                <a:moveTo>
                  <a:pt x="1875200" y="237"/>
                </a:moveTo>
                <a:cubicBezTo>
                  <a:pt x="1820707" y="-3054"/>
                  <a:pt x="1766232" y="27917"/>
                  <a:pt x="1711739" y="93151"/>
                </a:cubicBezTo>
                <a:cubicBezTo>
                  <a:pt x="1607984" y="217354"/>
                  <a:pt x="1504248" y="217354"/>
                  <a:pt x="1400512" y="93151"/>
                </a:cubicBezTo>
                <a:cubicBezTo>
                  <a:pt x="1296776" y="-31051"/>
                  <a:pt x="1193040" y="-31051"/>
                  <a:pt x="1089304" y="93151"/>
                </a:cubicBezTo>
                <a:cubicBezTo>
                  <a:pt x="985568" y="217354"/>
                  <a:pt x="881813" y="217354"/>
                  <a:pt x="778077" y="93151"/>
                </a:cubicBezTo>
                <a:cubicBezTo>
                  <a:pt x="674341" y="-31051"/>
                  <a:pt x="570605" y="-31051"/>
                  <a:pt x="466850" y="93151"/>
                </a:cubicBezTo>
                <a:cubicBezTo>
                  <a:pt x="363114" y="217354"/>
                  <a:pt x="259378" y="217354"/>
                  <a:pt x="155623" y="93151"/>
                </a:cubicBezTo>
                <a:cubicBezTo>
                  <a:pt x="103736" y="31038"/>
                  <a:pt x="51868" y="-11"/>
                  <a:pt x="-19" y="0"/>
                </a:cubicBezTo>
              </a:path>
            </a:pathLst>
          </a:custGeom>
          <a:noFill/>
          <a:ln w="28575">
            <a:solidFill>
              <a:srgbClr val="40AFFF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0316115" y="6132060"/>
            <a:ext cx="1875199" cy="186303"/>
          </a:xfrm>
          <a:custGeom>
            <a:avLst/>
            <a:gdLst/>
            <a:ahLst/>
            <a:cxnLst/>
            <a:rect l="l" t="t" r="r" b="b"/>
            <a:pathLst>
              <a:path w="1875199" h="186303">
                <a:moveTo>
                  <a:pt x="1875199" y="237"/>
                </a:moveTo>
                <a:cubicBezTo>
                  <a:pt x="1820706" y="-3055"/>
                  <a:pt x="1766231" y="27917"/>
                  <a:pt x="1711738" y="93151"/>
                </a:cubicBezTo>
                <a:cubicBezTo>
                  <a:pt x="1608002" y="217354"/>
                  <a:pt x="1504266" y="217354"/>
                  <a:pt x="1400511" y="93151"/>
                </a:cubicBezTo>
                <a:cubicBezTo>
                  <a:pt x="1296775" y="-31051"/>
                  <a:pt x="1193039" y="-31051"/>
                  <a:pt x="1089303" y="93151"/>
                </a:cubicBezTo>
                <a:cubicBezTo>
                  <a:pt x="985567" y="217354"/>
                  <a:pt x="881831" y="217354"/>
                  <a:pt x="778095" y="93151"/>
                </a:cubicBezTo>
                <a:cubicBezTo>
                  <a:pt x="674340" y="-31051"/>
                  <a:pt x="570604" y="-31051"/>
                  <a:pt x="466868" y="93151"/>
                </a:cubicBezTo>
                <a:cubicBezTo>
                  <a:pt x="363132" y="217354"/>
                  <a:pt x="259396" y="217354"/>
                  <a:pt x="155641" y="93151"/>
                </a:cubicBezTo>
                <a:cubicBezTo>
                  <a:pt x="103755" y="31040"/>
                  <a:pt x="51887" y="-11"/>
                  <a:pt x="0" y="0"/>
                </a:cubicBezTo>
              </a:path>
            </a:pathLst>
          </a:custGeom>
          <a:noFill/>
          <a:ln w="28575">
            <a:solidFill>
              <a:srgbClr val="40AFFF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0315429" y="6401879"/>
            <a:ext cx="1875203" cy="186302"/>
          </a:xfrm>
          <a:custGeom>
            <a:avLst/>
            <a:gdLst/>
            <a:ahLst/>
            <a:cxnLst/>
            <a:rect l="l" t="t" r="r" b="b"/>
            <a:pathLst>
              <a:path w="1875203" h="186302">
                <a:moveTo>
                  <a:pt x="1875203" y="237"/>
                </a:moveTo>
                <a:cubicBezTo>
                  <a:pt x="1820710" y="-3055"/>
                  <a:pt x="1766235" y="27917"/>
                  <a:pt x="1711742" y="93151"/>
                </a:cubicBezTo>
                <a:cubicBezTo>
                  <a:pt x="1608005" y="217351"/>
                  <a:pt x="1504269" y="217351"/>
                  <a:pt x="1400533" y="93151"/>
                </a:cubicBezTo>
                <a:cubicBezTo>
                  <a:pt x="1296778" y="-31051"/>
                  <a:pt x="1193042" y="-31051"/>
                  <a:pt x="1089305" y="93151"/>
                </a:cubicBezTo>
                <a:cubicBezTo>
                  <a:pt x="985569" y="217351"/>
                  <a:pt x="881833" y="217351"/>
                  <a:pt x="778097" y="93151"/>
                </a:cubicBezTo>
                <a:cubicBezTo>
                  <a:pt x="674360" y="-31051"/>
                  <a:pt x="570624" y="-31051"/>
                  <a:pt x="466869" y="93151"/>
                </a:cubicBezTo>
                <a:cubicBezTo>
                  <a:pt x="363133" y="217351"/>
                  <a:pt x="259397" y="217351"/>
                  <a:pt x="155642" y="93151"/>
                </a:cubicBezTo>
                <a:cubicBezTo>
                  <a:pt x="103755" y="31040"/>
                  <a:pt x="51887" y="-11"/>
                  <a:pt x="0" y="-2"/>
                </a:cubicBezTo>
              </a:path>
            </a:pathLst>
          </a:custGeom>
          <a:noFill/>
          <a:ln w="28575">
            <a:solidFill>
              <a:srgbClr val="40AFFF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0314744" y="6671698"/>
            <a:ext cx="1875201" cy="186302"/>
          </a:xfrm>
          <a:custGeom>
            <a:avLst/>
            <a:gdLst/>
            <a:ahLst/>
            <a:cxnLst/>
            <a:rect l="l" t="t" r="r" b="b"/>
            <a:pathLst>
              <a:path w="1875201" h="186302">
                <a:moveTo>
                  <a:pt x="1875201" y="239"/>
                </a:moveTo>
                <a:cubicBezTo>
                  <a:pt x="1820708" y="-3052"/>
                  <a:pt x="1766233" y="27921"/>
                  <a:pt x="1711740" y="93153"/>
                </a:cubicBezTo>
                <a:cubicBezTo>
                  <a:pt x="1608004" y="217353"/>
                  <a:pt x="1504268" y="217353"/>
                  <a:pt x="1400531" y="93153"/>
                </a:cubicBezTo>
                <a:cubicBezTo>
                  <a:pt x="1296795" y="-31047"/>
                  <a:pt x="1193059" y="-31047"/>
                  <a:pt x="1089304" y="93153"/>
                </a:cubicBezTo>
                <a:cubicBezTo>
                  <a:pt x="985568" y="217353"/>
                  <a:pt x="881832" y="217353"/>
                  <a:pt x="778096" y="93153"/>
                </a:cubicBezTo>
                <a:cubicBezTo>
                  <a:pt x="674360" y="-31047"/>
                  <a:pt x="570624" y="-31047"/>
                  <a:pt x="466869" y="93153"/>
                </a:cubicBezTo>
                <a:cubicBezTo>
                  <a:pt x="363133" y="217353"/>
                  <a:pt x="259397" y="217353"/>
                  <a:pt x="155642" y="93153"/>
                </a:cubicBezTo>
                <a:cubicBezTo>
                  <a:pt x="103755" y="31043"/>
                  <a:pt x="51887" y="-13"/>
                  <a:pt x="0" y="0"/>
                </a:cubicBezTo>
              </a:path>
            </a:pathLst>
          </a:custGeom>
          <a:noFill/>
          <a:ln w="28575">
            <a:solidFill>
              <a:srgbClr val="40AFFF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6559" y="4995045"/>
            <a:ext cx="399300" cy="399300"/>
          </a:xfrm>
          <a:custGeom>
            <a:avLst/>
            <a:gdLst/>
            <a:ahLst/>
            <a:cxnLst/>
            <a:rect l="l" t="t" r="r" b="b"/>
            <a:pathLst>
              <a:path w="399300" h="399300">
                <a:moveTo>
                  <a:pt x="275118" y="21802"/>
                </a:moveTo>
                <a:lnTo>
                  <a:pt x="286258" y="92238"/>
                </a:lnTo>
                <a:cubicBezTo>
                  <a:pt x="291844" y="127564"/>
                  <a:pt x="309685" y="159788"/>
                  <a:pt x="336654" y="183279"/>
                </a:cubicBezTo>
                <a:lnTo>
                  <a:pt x="390432" y="230113"/>
                </a:lnTo>
                <a:cubicBezTo>
                  <a:pt x="397998" y="236705"/>
                  <a:pt x="401069" y="247087"/>
                  <a:pt x="398294" y="256734"/>
                </a:cubicBezTo>
                <a:cubicBezTo>
                  <a:pt x="395523" y="266381"/>
                  <a:pt x="387413" y="273552"/>
                  <a:pt x="377498" y="275118"/>
                </a:cubicBezTo>
                <a:lnTo>
                  <a:pt x="307062" y="286258"/>
                </a:lnTo>
                <a:cubicBezTo>
                  <a:pt x="271736" y="291844"/>
                  <a:pt x="239512" y="309685"/>
                  <a:pt x="216021" y="336654"/>
                </a:cubicBezTo>
                <a:lnTo>
                  <a:pt x="169187" y="390432"/>
                </a:lnTo>
                <a:cubicBezTo>
                  <a:pt x="162595" y="397998"/>
                  <a:pt x="152213" y="401069"/>
                  <a:pt x="142566" y="398294"/>
                </a:cubicBezTo>
                <a:cubicBezTo>
                  <a:pt x="132919" y="395523"/>
                  <a:pt x="125748" y="387413"/>
                  <a:pt x="124182" y="377498"/>
                </a:cubicBezTo>
                <a:lnTo>
                  <a:pt x="113042" y="307062"/>
                </a:lnTo>
                <a:cubicBezTo>
                  <a:pt x="107456" y="271736"/>
                  <a:pt x="89615" y="239512"/>
                  <a:pt x="62646" y="216021"/>
                </a:cubicBezTo>
                <a:lnTo>
                  <a:pt x="8868" y="169187"/>
                </a:lnTo>
                <a:cubicBezTo>
                  <a:pt x="1302" y="162595"/>
                  <a:pt x="-1769" y="152213"/>
                  <a:pt x="1006" y="142566"/>
                </a:cubicBezTo>
                <a:cubicBezTo>
                  <a:pt x="3777" y="132919"/>
                  <a:pt x="11887" y="125748"/>
                  <a:pt x="21802" y="124182"/>
                </a:cubicBezTo>
                <a:lnTo>
                  <a:pt x="92238" y="113042"/>
                </a:lnTo>
                <a:cubicBezTo>
                  <a:pt x="127564" y="107456"/>
                  <a:pt x="159788" y="89615"/>
                  <a:pt x="183279" y="62646"/>
                </a:cubicBezTo>
                <a:lnTo>
                  <a:pt x="230113" y="8868"/>
                </a:lnTo>
                <a:cubicBezTo>
                  <a:pt x="236705" y="1302"/>
                  <a:pt x="247087" y="-1769"/>
                  <a:pt x="256734" y="1006"/>
                </a:cubicBezTo>
                <a:cubicBezTo>
                  <a:pt x="266381" y="3777"/>
                  <a:pt x="273552" y="11887"/>
                  <a:pt x="275118" y="21802"/>
                </a:cubicBezTo>
                <a:lnTo>
                  <a:pt x="275118" y="21802"/>
                </a:lnTo>
              </a:path>
            </a:pathLst>
          </a:custGeom>
          <a:solidFill>
            <a:srgbClr val="C6FDFF">
              <a:alpha val="15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02921" y="3026338"/>
            <a:ext cx="2103120" cy="3200400"/>
          </a:xfrm>
          <a:custGeom>
            <a:avLst/>
            <a:gdLst/>
            <a:ahLst/>
            <a:cxnLst/>
            <a:rect l="l" t="t" r="r" b="b"/>
            <a:pathLst>
              <a:path w="2103120" h="3200400">
                <a:moveTo>
                  <a:pt x="0" y="0"/>
                </a:moveTo>
                <a:lnTo>
                  <a:pt x="2103120" y="0"/>
                </a:lnTo>
                <a:lnTo>
                  <a:pt x="2103120" y="3200400"/>
                </a:lnTo>
                <a:lnTo>
                  <a:pt x="0" y="3200400"/>
                </a:lnTo>
                <a:lnTo>
                  <a:pt x="0" y="0"/>
                </a:lnTo>
              </a:path>
            </a:pathLst>
          </a:custGeom>
          <a:solidFill>
            <a:srgbClr val="FFFFFF"/>
          </a:solidFill>
          <a:ln/>
          <a:effectLst>
            <a:outerShdw blurRad="485775" dist="139700" dir="2700000" algn="bl" rotWithShape="0">
              <a:srgbClr val="000000">
                <a:alpha val="8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773681" y="3026338"/>
            <a:ext cx="2103120" cy="3200400"/>
          </a:xfrm>
          <a:custGeom>
            <a:avLst/>
            <a:gdLst/>
            <a:ahLst/>
            <a:cxnLst/>
            <a:rect l="l" t="t" r="r" b="b"/>
            <a:pathLst>
              <a:path w="2103120" h="3200400">
                <a:moveTo>
                  <a:pt x="0" y="0"/>
                </a:moveTo>
                <a:lnTo>
                  <a:pt x="2103120" y="0"/>
                </a:lnTo>
                <a:lnTo>
                  <a:pt x="2103120" y="3200400"/>
                </a:lnTo>
                <a:lnTo>
                  <a:pt x="0" y="3200400"/>
                </a:lnTo>
                <a:lnTo>
                  <a:pt x="0" y="0"/>
                </a:lnTo>
              </a:path>
            </a:pathLst>
          </a:custGeom>
          <a:solidFill>
            <a:srgbClr val="FFFFFF"/>
          </a:solidFill>
          <a:ln/>
          <a:effectLst>
            <a:outerShdw blurRad="485775" dist="139700" dir="2700000" algn="bl" rotWithShape="0">
              <a:srgbClr val="000000">
                <a:alpha val="8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0309539" y="3021211"/>
            <a:ext cx="239397" cy="125779"/>
          </a:xfrm>
          <a:custGeom>
            <a:avLst/>
            <a:gdLst/>
            <a:ahLst/>
            <a:cxnLst/>
            <a:rect l="l" t="t" r="r" b="b"/>
            <a:pathLst>
              <a:path w="239397" h="125779">
                <a:moveTo>
                  <a:pt x="38114" y="121241"/>
                </a:moveTo>
                <a:cubicBezTo>
                  <a:pt x="33757" y="121241"/>
                  <a:pt x="29403" y="120333"/>
                  <a:pt x="25046" y="118518"/>
                </a:cubicBezTo>
                <a:cubicBezTo>
                  <a:pt x="7984" y="111258"/>
                  <a:pt x="0" y="91657"/>
                  <a:pt x="7259" y="74595"/>
                </a:cubicBezTo>
                <a:cubicBezTo>
                  <a:pt x="26317" y="29220"/>
                  <a:pt x="70421" y="-1"/>
                  <a:pt x="119605" y="-1"/>
                </a:cubicBezTo>
                <a:cubicBezTo>
                  <a:pt x="168792" y="-1"/>
                  <a:pt x="212896" y="29220"/>
                  <a:pt x="232134" y="74595"/>
                </a:cubicBezTo>
                <a:cubicBezTo>
                  <a:pt x="239395" y="91655"/>
                  <a:pt x="231409" y="111439"/>
                  <a:pt x="214347" y="118518"/>
                </a:cubicBezTo>
                <a:cubicBezTo>
                  <a:pt x="197285" y="125778"/>
                  <a:pt x="177504" y="117793"/>
                  <a:pt x="170425" y="100732"/>
                </a:cubicBezTo>
                <a:cubicBezTo>
                  <a:pt x="161713" y="80403"/>
                  <a:pt x="141747" y="67154"/>
                  <a:pt x="119605" y="67154"/>
                </a:cubicBezTo>
                <a:cubicBezTo>
                  <a:pt x="97463" y="67154"/>
                  <a:pt x="77680" y="80403"/>
                  <a:pt x="68968" y="100732"/>
                </a:cubicBezTo>
                <a:cubicBezTo>
                  <a:pt x="63703" y="113437"/>
                  <a:pt x="51181" y="121241"/>
                  <a:pt x="38112" y="121241"/>
                </a:cubicBezTo>
                <a:lnTo>
                  <a:pt x="38114" y="121241"/>
                </a:lnTo>
              </a:path>
            </a:pathLst>
          </a:custGeom>
          <a:solidFill>
            <a:srgbClr val="40AF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044441" y="3026338"/>
            <a:ext cx="2103120" cy="3200400"/>
          </a:xfrm>
          <a:custGeom>
            <a:avLst/>
            <a:gdLst/>
            <a:ahLst/>
            <a:cxnLst/>
            <a:rect l="l" t="t" r="r" b="b"/>
            <a:pathLst>
              <a:path w="2103120" h="3200400">
                <a:moveTo>
                  <a:pt x="0" y="0"/>
                </a:moveTo>
                <a:lnTo>
                  <a:pt x="2103120" y="0"/>
                </a:lnTo>
                <a:lnTo>
                  <a:pt x="2103120" y="3200400"/>
                </a:lnTo>
                <a:lnTo>
                  <a:pt x="0" y="3200400"/>
                </a:lnTo>
                <a:lnTo>
                  <a:pt x="0" y="0"/>
                </a:lnTo>
              </a:path>
            </a:pathLst>
          </a:custGeom>
          <a:solidFill>
            <a:srgbClr val="FFFFFF"/>
          </a:solidFill>
          <a:ln/>
          <a:effectLst>
            <a:outerShdw blurRad="485775" dist="139700" dir="2700000" algn="bl" rotWithShape="0">
              <a:srgbClr val="000000">
                <a:alpha val="8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315201" y="3026338"/>
            <a:ext cx="2103120" cy="3200400"/>
          </a:xfrm>
          <a:custGeom>
            <a:avLst/>
            <a:gdLst/>
            <a:ahLst/>
            <a:cxnLst/>
            <a:rect l="l" t="t" r="r" b="b"/>
            <a:pathLst>
              <a:path w="2103120" h="3200400">
                <a:moveTo>
                  <a:pt x="0" y="0"/>
                </a:moveTo>
                <a:lnTo>
                  <a:pt x="2103120" y="0"/>
                </a:lnTo>
                <a:lnTo>
                  <a:pt x="2103120" y="3200400"/>
                </a:lnTo>
                <a:lnTo>
                  <a:pt x="0" y="3200400"/>
                </a:lnTo>
                <a:lnTo>
                  <a:pt x="0" y="0"/>
                </a:lnTo>
              </a:path>
            </a:pathLst>
          </a:custGeom>
          <a:solidFill>
            <a:srgbClr val="FFFFFF"/>
          </a:solidFill>
          <a:ln/>
          <a:effectLst>
            <a:outerShdw blurRad="485775" dist="139700" dir="2700000" algn="bl" rotWithShape="0">
              <a:srgbClr val="000000">
                <a:alpha val="8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9814559" y="3716319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814559" y="4202602"/>
            <a:ext cx="1645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864565" y="3256884"/>
            <a:ext cx="220028" cy="320040"/>
          </a:xfrm>
          <a:custGeom>
            <a:avLst/>
            <a:gdLst/>
            <a:ahLst/>
            <a:cxnLst/>
            <a:rect l="l" t="t" r="r" b="b"/>
            <a:pathLst>
              <a:path w="220028" h="320040">
                <a:moveTo>
                  <a:pt x="140017" y="60008"/>
                </a:moveTo>
                <a:lnTo>
                  <a:pt x="140017" y="160020"/>
                </a:lnTo>
                <a:cubicBezTo>
                  <a:pt x="140017" y="176585"/>
                  <a:pt x="126577" y="190024"/>
                  <a:pt x="110014" y="190024"/>
                </a:cubicBezTo>
                <a:cubicBezTo>
                  <a:pt x="93450" y="190024"/>
                  <a:pt x="80011" y="176585"/>
                  <a:pt x="80011" y="160020"/>
                </a:cubicBezTo>
                <a:lnTo>
                  <a:pt x="80011" y="60008"/>
                </a:lnTo>
                <a:cubicBezTo>
                  <a:pt x="80011" y="43442"/>
                  <a:pt x="93450" y="30004"/>
                  <a:pt x="110014" y="30004"/>
                </a:cubicBezTo>
                <a:cubicBezTo>
                  <a:pt x="126577" y="30004"/>
                  <a:pt x="140017" y="43442"/>
                  <a:pt x="140017" y="60008"/>
                </a:cubicBezTo>
                <a:lnTo>
                  <a:pt x="140017" y="60008"/>
                </a:lnTo>
                <a:moveTo>
                  <a:pt x="50006" y="60008"/>
                </a:moveTo>
                <a:lnTo>
                  <a:pt x="50006" y="160020"/>
                </a:lnTo>
                <a:cubicBezTo>
                  <a:pt x="50006" y="193151"/>
                  <a:pt x="76884" y="220028"/>
                  <a:pt x="110014" y="220028"/>
                </a:cubicBezTo>
                <a:cubicBezTo>
                  <a:pt x="143143" y="220028"/>
                  <a:pt x="170022" y="193151"/>
                  <a:pt x="170022" y="160020"/>
                </a:cubicBezTo>
                <a:lnTo>
                  <a:pt x="170022" y="60008"/>
                </a:lnTo>
                <a:cubicBezTo>
                  <a:pt x="170022" y="26877"/>
                  <a:pt x="143143" y="0"/>
                  <a:pt x="110014" y="0"/>
                </a:cubicBezTo>
                <a:cubicBezTo>
                  <a:pt x="76884" y="0"/>
                  <a:pt x="50006" y="26877"/>
                  <a:pt x="50006" y="60008"/>
                </a:cubicBezTo>
                <a:lnTo>
                  <a:pt x="50006" y="60008"/>
                </a:lnTo>
                <a:moveTo>
                  <a:pt x="30003" y="135018"/>
                </a:moveTo>
                <a:cubicBezTo>
                  <a:pt x="30003" y="126704"/>
                  <a:pt x="23314" y="120018"/>
                  <a:pt x="15001" y="120018"/>
                </a:cubicBezTo>
                <a:cubicBezTo>
                  <a:pt x="6689" y="120018"/>
                  <a:pt x="0" y="126707"/>
                  <a:pt x="0" y="135022"/>
                </a:cubicBezTo>
                <a:lnTo>
                  <a:pt x="0" y="160026"/>
                </a:lnTo>
                <a:cubicBezTo>
                  <a:pt x="0" y="215720"/>
                  <a:pt x="41381" y="261726"/>
                  <a:pt x="95012" y="269038"/>
                </a:cubicBezTo>
                <a:lnTo>
                  <a:pt x="95012" y="290043"/>
                </a:lnTo>
                <a:lnTo>
                  <a:pt x="65009" y="290043"/>
                </a:lnTo>
                <a:cubicBezTo>
                  <a:pt x="56697" y="290043"/>
                  <a:pt x="50008" y="296732"/>
                  <a:pt x="50008" y="305046"/>
                </a:cubicBezTo>
                <a:cubicBezTo>
                  <a:pt x="50008" y="313361"/>
                  <a:pt x="56697" y="320050"/>
                  <a:pt x="65009" y="320050"/>
                </a:cubicBezTo>
                <a:lnTo>
                  <a:pt x="110016" y="320050"/>
                </a:lnTo>
                <a:lnTo>
                  <a:pt x="155023" y="320050"/>
                </a:lnTo>
                <a:cubicBezTo>
                  <a:pt x="163335" y="320050"/>
                  <a:pt x="170024" y="313361"/>
                  <a:pt x="170024" y="305049"/>
                </a:cubicBezTo>
                <a:cubicBezTo>
                  <a:pt x="170024" y="296735"/>
                  <a:pt x="163335" y="290049"/>
                  <a:pt x="155023" y="290049"/>
                </a:cubicBezTo>
                <a:lnTo>
                  <a:pt x="125020" y="290049"/>
                </a:lnTo>
                <a:lnTo>
                  <a:pt x="125020" y="269045"/>
                </a:lnTo>
                <a:cubicBezTo>
                  <a:pt x="178651" y="261732"/>
                  <a:pt x="220032" y="215726"/>
                  <a:pt x="220032" y="160033"/>
                </a:cubicBezTo>
                <a:lnTo>
                  <a:pt x="220032" y="135031"/>
                </a:lnTo>
                <a:cubicBezTo>
                  <a:pt x="220032" y="126717"/>
                  <a:pt x="213343" y="120031"/>
                  <a:pt x="205030" y="120031"/>
                </a:cubicBezTo>
                <a:cubicBezTo>
                  <a:pt x="196718" y="120031"/>
                  <a:pt x="190029" y="126720"/>
                  <a:pt x="190029" y="135035"/>
                </a:cubicBezTo>
                <a:lnTo>
                  <a:pt x="190029" y="160039"/>
                </a:lnTo>
                <a:cubicBezTo>
                  <a:pt x="190029" y="204234"/>
                  <a:pt x="154213" y="240049"/>
                  <a:pt x="110018" y="240049"/>
                </a:cubicBezTo>
                <a:cubicBezTo>
                  <a:pt x="65826" y="240049"/>
                  <a:pt x="30007" y="204234"/>
                  <a:pt x="30007" y="160039"/>
                </a:cubicBezTo>
                <a:lnTo>
                  <a:pt x="30003" y="135018"/>
                </a:lnTo>
              </a:path>
            </a:pathLst>
          </a:custGeom>
          <a:solidFill>
            <a:srgbClr val="111111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543801" y="3716319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111111"/>
                </a:solidFill>
                <a:latin typeface="Lexend Deca Bold" pitchFamily="34" charset="0"/>
                <a:ea typeface="Lexend Deca Bold" pitchFamily="34" charset="-122"/>
                <a:cs typeface="Lexend Deca Bold" pitchFamily="34" charset="-120"/>
              </a:rPr>
              <a:t>Result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543801" y="4202602"/>
            <a:ext cx="1645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100" dirty="0" err="1">
                <a:solidFill>
                  <a:srgbClr val="111111"/>
                </a:solidFill>
                <a:latin typeface="Lexend Regular" pitchFamily="34" charset="0"/>
                <a:ea typeface="Lexend Regular" pitchFamily="34" charset="-122"/>
              </a:rPr>
              <a:t>LieXBerta</a:t>
            </a:r>
            <a:r>
              <a:rPr lang="en-US" sz="1100" dirty="0">
                <a:solidFill>
                  <a:srgbClr val="111111"/>
                </a:solidFill>
                <a:latin typeface="Lexend Regular" pitchFamily="34" charset="0"/>
                <a:ea typeface="Lexend Regular" pitchFamily="34" charset="-122"/>
              </a:rPr>
              <a:t> model achieved 87.5% accuracy(6.5% higher)</a:t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endParaRPr lang="en-US" sz="1100" dirty="0">
              <a:solidFill>
                <a:srgbClr val="111111"/>
              </a:solidFill>
              <a:latin typeface="Lexend Regular" pitchFamily="34" charset="0"/>
              <a:ea typeface="Lexend Regular" pitchFamily="34" charset="-122"/>
            </a:endParaRP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100" dirty="0">
                <a:solidFill>
                  <a:srgbClr val="111111"/>
                </a:solidFill>
                <a:latin typeface="Lexend Regular" pitchFamily="34" charset="0"/>
                <a:ea typeface="Lexend Regular" pitchFamily="34" charset="-122"/>
              </a:rPr>
              <a:t>Runtime was reduced by 42%</a:t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endParaRPr lang="en-US" sz="1100" dirty="0">
              <a:solidFill>
                <a:srgbClr val="111111"/>
              </a:solidFill>
              <a:latin typeface="Lexend Regular" pitchFamily="34" charset="0"/>
              <a:ea typeface="Lexend Regular" pitchFamily="34" charset="-122"/>
            </a:endParaRP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100" dirty="0">
                <a:solidFill>
                  <a:srgbClr val="111111"/>
                </a:solidFill>
                <a:latin typeface="Lexend Regular" pitchFamily="34" charset="0"/>
                <a:ea typeface="Lexend Regular" pitchFamily="34" charset="-122"/>
              </a:rPr>
              <a:t>Fast, efficient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543801" y="3274664"/>
            <a:ext cx="320040" cy="284480"/>
          </a:xfrm>
          <a:custGeom>
            <a:avLst/>
            <a:gdLst/>
            <a:ahLst/>
            <a:cxnLst/>
            <a:rect l="l" t="t" r="r" b="b"/>
            <a:pathLst>
              <a:path w="320040" h="284480">
                <a:moveTo>
                  <a:pt x="138238" y="172076"/>
                </a:moveTo>
                <a:cubicBezTo>
                  <a:pt x="122902" y="155241"/>
                  <a:pt x="101843" y="115957"/>
                  <a:pt x="98345" y="26670"/>
                </a:cubicBezTo>
                <a:lnTo>
                  <a:pt x="221804" y="26670"/>
                </a:lnTo>
                <a:cubicBezTo>
                  <a:pt x="218248" y="115960"/>
                  <a:pt x="197189" y="155241"/>
                  <a:pt x="181911" y="172076"/>
                </a:cubicBezTo>
                <a:cubicBezTo>
                  <a:pt x="174300" y="180466"/>
                  <a:pt x="167519" y="183968"/>
                  <a:pt x="163518" y="185467"/>
                </a:cubicBezTo>
                <a:cubicBezTo>
                  <a:pt x="162075" y="186021"/>
                  <a:pt x="160906" y="186300"/>
                  <a:pt x="160129" y="186522"/>
                </a:cubicBezTo>
                <a:cubicBezTo>
                  <a:pt x="159351" y="186354"/>
                  <a:pt x="158183" y="186021"/>
                  <a:pt x="156740" y="185467"/>
                </a:cubicBezTo>
                <a:cubicBezTo>
                  <a:pt x="152739" y="183967"/>
                  <a:pt x="145961" y="180466"/>
                  <a:pt x="138347" y="172076"/>
                </a:cubicBezTo>
                <a:lnTo>
                  <a:pt x="138238" y="172076"/>
                </a:lnTo>
                <a:moveTo>
                  <a:pt x="222249" y="0"/>
                </a:moveTo>
                <a:lnTo>
                  <a:pt x="97788" y="0"/>
                </a:lnTo>
                <a:cubicBezTo>
                  <a:pt x="83063" y="0"/>
                  <a:pt x="71062" y="12113"/>
                  <a:pt x="71619" y="26781"/>
                </a:cubicBezTo>
                <a:cubicBezTo>
                  <a:pt x="71731" y="29725"/>
                  <a:pt x="71839" y="32670"/>
                  <a:pt x="72009" y="35560"/>
                </a:cubicBezTo>
                <a:lnTo>
                  <a:pt x="13336" y="35560"/>
                </a:lnTo>
                <a:cubicBezTo>
                  <a:pt x="5946" y="35560"/>
                  <a:pt x="0" y="41506"/>
                  <a:pt x="0" y="48896"/>
                </a:cubicBezTo>
                <a:cubicBezTo>
                  <a:pt x="0" y="109181"/>
                  <a:pt x="25504" y="147631"/>
                  <a:pt x="56397" y="171468"/>
                </a:cubicBezTo>
                <a:cubicBezTo>
                  <a:pt x="86347" y="194638"/>
                  <a:pt x="120684" y="203472"/>
                  <a:pt x="139464" y="206860"/>
                </a:cubicBezTo>
                <a:cubicBezTo>
                  <a:pt x="142075" y="208248"/>
                  <a:pt x="144520" y="209360"/>
                  <a:pt x="146741" y="210248"/>
                </a:cubicBezTo>
                <a:lnTo>
                  <a:pt x="146741" y="257810"/>
                </a:lnTo>
                <a:lnTo>
                  <a:pt x="102291" y="257810"/>
                </a:lnTo>
                <a:cubicBezTo>
                  <a:pt x="94901" y="257810"/>
                  <a:pt x="88955" y="263756"/>
                  <a:pt x="88955" y="271146"/>
                </a:cubicBezTo>
                <a:cubicBezTo>
                  <a:pt x="88955" y="278537"/>
                  <a:pt x="94901" y="284483"/>
                  <a:pt x="102291" y="284483"/>
                </a:cubicBezTo>
                <a:lnTo>
                  <a:pt x="160078" y="284483"/>
                </a:lnTo>
                <a:lnTo>
                  <a:pt x="217864" y="284483"/>
                </a:lnTo>
                <a:cubicBezTo>
                  <a:pt x="225254" y="284483"/>
                  <a:pt x="231200" y="278537"/>
                  <a:pt x="231200" y="271149"/>
                </a:cubicBezTo>
                <a:cubicBezTo>
                  <a:pt x="231200" y="263758"/>
                  <a:pt x="225254" y="257816"/>
                  <a:pt x="217864" y="257816"/>
                </a:cubicBezTo>
                <a:lnTo>
                  <a:pt x="173414" y="257816"/>
                </a:lnTo>
                <a:lnTo>
                  <a:pt x="173414" y="210254"/>
                </a:lnTo>
                <a:cubicBezTo>
                  <a:pt x="175635" y="209363"/>
                  <a:pt x="178080" y="208254"/>
                  <a:pt x="180691" y="206865"/>
                </a:cubicBezTo>
                <a:cubicBezTo>
                  <a:pt x="199471" y="203531"/>
                  <a:pt x="233754" y="194641"/>
                  <a:pt x="263758" y="171473"/>
                </a:cubicBezTo>
                <a:cubicBezTo>
                  <a:pt x="294539" y="147637"/>
                  <a:pt x="320043" y="109186"/>
                  <a:pt x="320043" y="48902"/>
                </a:cubicBezTo>
                <a:cubicBezTo>
                  <a:pt x="320043" y="41511"/>
                  <a:pt x="314097" y="35569"/>
                  <a:pt x="306707" y="35569"/>
                </a:cubicBezTo>
                <a:lnTo>
                  <a:pt x="248034" y="35569"/>
                </a:lnTo>
                <a:cubicBezTo>
                  <a:pt x="248201" y="32678"/>
                  <a:pt x="248313" y="29791"/>
                  <a:pt x="248425" y="26790"/>
                </a:cubicBezTo>
                <a:cubicBezTo>
                  <a:pt x="248981" y="12122"/>
                  <a:pt x="236980" y="9"/>
                  <a:pt x="222255" y="9"/>
                </a:cubicBezTo>
                <a:lnTo>
                  <a:pt x="222249" y="0"/>
                </a:lnTo>
                <a:moveTo>
                  <a:pt x="245976" y="62230"/>
                </a:moveTo>
                <a:lnTo>
                  <a:pt x="292872" y="62230"/>
                </a:lnTo>
                <a:cubicBezTo>
                  <a:pt x="289537" y="105792"/>
                  <a:pt x="269925" y="132960"/>
                  <a:pt x="247365" y="150353"/>
                </a:cubicBezTo>
                <a:cubicBezTo>
                  <a:pt x="237643" y="157909"/>
                  <a:pt x="227196" y="163690"/>
                  <a:pt x="217141" y="168133"/>
                </a:cubicBezTo>
                <a:cubicBezTo>
                  <a:pt x="229754" y="145742"/>
                  <a:pt x="240923" y="112293"/>
                  <a:pt x="245976" y="62230"/>
                </a:cubicBezTo>
                <a:lnTo>
                  <a:pt x="245976" y="62230"/>
                </a:lnTo>
                <a:moveTo>
                  <a:pt x="102902" y="168133"/>
                </a:moveTo>
                <a:cubicBezTo>
                  <a:pt x="92847" y="163690"/>
                  <a:pt x="82455" y="157909"/>
                  <a:pt x="72678" y="150353"/>
                </a:cubicBezTo>
                <a:cubicBezTo>
                  <a:pt x="50118" y="132963"/>
                  <a:pt x="30506" y="105792"/>
                  <a:pt x="27171" y="62230"/>
                </a:cubicBezTo>
                <a:lnTo>
                  <a:pt x="74067" y="62230"/>
                </a:lnTo>
                <a:cubicBezTo>
                  <a:pt x="79124" y="112293"/>
                  <a:pt x="90290" y="145739"/>
                  <a:pt x="102903" y="168133"/>
                </a:cubicBezTo>
                <a:lnTo>
                  <a:pt x="102902" y="168133"/>
                </a:lnTo>
              </a:path>
            </a:pathLst>
          </a:custGeom>
          <a:solidFill>
            <a:srgbClr val="111111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273041" y="3716319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111111"/>
                </a:solidFill>
                <a:latin typeface="Lexend Deca Bold" pitchFamily="34" charset="0"/>
                <a:ea typeface="Lexend Deca Bold" pitchFamily="34" charset="-122"/>
                <a:cs typeface="Lexend Deca Bold" pitchFamily="34" charset="-120"/>
              </a:rPr>
              <a:t>Dataset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73041" y="4202602"/>
            <a:ext cx="1645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100" dirty="0">
                <a:solidFill>
                  <a:srgbClr val="111111"/>
                </a:solidFill>
                <a:latin typeface="Lexend Regular" pitchFamily="34" charset="0"/>
                <a:ea typeface="Lexend Regular" pitchFamily="34" charset="-122"/>
              </a:rPr>
              <a:t>Used special dataset of interrogation texts, enriched with emotional, facial and action gestures.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273041" y="3256884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40" h="320040">
                <a:moveTo>
                  <a:pt x="45721" y="34289"/>
                </a:moveTo>
                <a:cubicBezTo>
                  <a:pt x="39435" y="34289"/>
                  <a:pt x="34292" y="39432"/>
                  <a:pt x="34292" y="45718"/>
                </a:cubicBezTo>
                <a:lnTo>
                  <a:pt x="34292" y="274319"/>
                </a:lnTo>
                <a:cubicBezTo>
                  <a:pt x="34292" y="280605"/>
                  <a:pt x="39435" y="285748"/>
                  <a:pt x="45721" y="285748"/>
                </a:cubicBezTo>
                <a:lnTo>
                  <a:pt x="274322" y="285748"/>
                </a:lnTo>
                <a:cubicBezTo>
                  <a:pt x="280608" y="285748"/>
                  <a:pt x="285751" y="280605"/>
                  <a:pt x="285751" y="274319"/>
                </a:cubicBezTo>
                <a:lnTo>
                  <a:pt x="285751" y="45718"/>
                </a:lnTo>
                <a:cubicBezTo>
                  <a:pt x="285751" y="39432"/>
                  <a:pt x="280608" y="34289"/>
                  <a:pt x="274322" y="34289"/>
                </a:cubicBezTo>
                <a:lnTo>
                  <a:pt x="45721" y="34289"/>
                </a:lnTo>
                <a:moveTo>
                  <a:pt x="0" y="45721"/>
                </a:moveTo>
                <a:cubicBezTo>
                  <a:pt x="0" y="20505"/>
                  <a:pt x="20502" y="0"/>
                  <a:pt x="45721" y="0"/>
                </a:cubicBezTo>
                <a:lnTo>
                  <a:pt x="274322" y="0"/>
                </a:lnTo>
                <a:cubicBezTo>
                  <a:pt x="299538" y="0"/>
                  <a:pt x="320043" y="20502"/>
                  <a:pt x="320043" y="45721"/>
                </a:cubicBezTo>
                <a:lnTo>
                  <a:pt x="320043" y="274322"/>
                </a:lnTo>
                <a:cubicBezTo>
                  <a:pt x="320043" y="299538"/>
                  <a:pt x="299541" y="320043"/>
                  <a:pt x="274322" y="320043"/>
                </a:cubicBezTo>
                <a:lnTo>
                  <a:pt x="45721" y="320043"/>
                </a:lnTo>
                <a:cubicBezTo>
                  <a:pt x="20505" y="320043"/>
                  <a:pt x="0" y="299541"/>
                  <a:pt x="0" y="274322"/>
                </a:cubicBezTo>
                <a:lnTo>
                  <a:pt x="0" y="45721"/>
                </a:lnTo>
                <a:moveTo>
                  <a:pt x="102870" y="85726"/>
                </a:moveTo>
                <a:lnTo>
                  <a:pt x="102870" y="165736"/>
                </a:lnTo>
                <a:cubicBezTo>
                  <a:pt x="102870" y="175238"/>
                  <a:pt x="95228" y="182880"/>
                  <a:pt x="85726" y="182880"/>
                </a:cubicBezTo>
                <a:cubicBezTo>
                  <a:pt x="76224" y="182880"/>
                  <a:pt x="68581" y="175238"/>
                  <a:pt x="68581" y="165736"/>
                </a:cubicBezTo>
                <a:lnTo>
                  <a:pt x="68581" y="85726"/>
                </a:lnTo>
                <a:cubicBezTo>
                  <a:pt x="68581" y="76224"/>
                  <a:pt x="76224" y="68581"/>
                  <a:pt x="85726" y="68581"/>
                </a:cubicBezTo>
                <a:cubicBezTo>
                  <a:pt x="95228" y="68581"/>
                  <a:pt x="102870" y="76224"/>
                  <a:pt x="102870" y="85726"/>
                </a:cubicBezTo>
                <a:lnTo>
                  <a:pt x="102870" y="85726"/>
                </a:lnTo>
                <a:moveTo>
                  <a:pt x="171449" y="85726"/>
                </a:moveTo>
                <a:lnTo>
                  <a:pt x="171449" y="165736"/>
                </a:lnTo>
                <a:cubicBezTo>
                  <a:pt x="171449" y="175238"/>
                  <a:pt x="163806" y="182880"/>
                  <a:pt x="154304" y="182880"/>
                </a:cubicBezTo>
                <a:cubicBezTo>
                  <a:pt x="144802" y="182880"/>
                  <a:pt x="137160" y="175238"/>
                  <a:pt x="137160" y="165736"/>
                </a:cubicBezTo>
                <a:lnTo>
                  <a:pt x="137160" y="85726"/>
                </a:lnTo>
                <a:cubicBezTo>
                  <a:pt x="137160" y="76224"/>
                  <a:pt x="144802" y="68581"/>
                  <a:pt x="154304" y="68581"/>
                </a:cubicBezTo>
                <a:cubicBezTo>
                  <a:pt x="163806" y="68581"/>
                  <a:pt x="171449" y="76224"/>
                  <a:pt x="171449" y="85726"/>
                </a:cubicBezTo>
                <a:lnTo>
                  <a:pt x="171449" y="85726"/>
                </a:lnTo>
              </a:path>
            </a:pathLst>
          </a:custGeom>
          <a:solidFill>
            <a:srgbClr val="111111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002281" y="3716319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111111"/>
                </a:solidFill>
                <a:latin typeface="Lexend Deca Bold" pitchFamily="34" charset="0"/>
                <a:ea typeface="Lexend Deca Bold" pitchFamily="34" charset="-122"/>
                <a:cs typeface="Lexend Deca Bold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002281" y="4202602"/>
            <a:ext cx="1645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100" dirty="0">
                <a:solidFill>
                  <a:srgbClr val="111111"/>
                </a:solidFill>
                <a:latin typeface="Lexend Regular" pitchFamily="34" charset="0"/>
                <a:ea typeface="Lexend Regular" pitchFamily="34" charset="-122"/>
              </a:rPr>
              <a:t>Data Collection</a:t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100" dirty="0">
                <a:solidFill>
                  <a:srgbClr val="111111"/>
                </a:solidFill>
                <a:latin typeface="Lexend Regular" pitchFamily="34" charset="0"/>
                <a:ea typeface="Lexend Regular" pitchFamily="34" charset="-122"/>
              </a:rPr>
              <a:t>Feature Extraction</a:t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100" dirty="0">
                <a:solidFill>
                  <a:srgbClr val="111111"/>
                </a:solidFill>
                <a:latin typeface="Lexend Regular" pitchFamily="34" charset="0"/>
                <a:ea typeface="Lexend Regular" pitchFamily="34" charset="-122"/>
              </a:rPr>
              <a:t>Modeling</a:t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100" dirty="0">
                <a:solidFill>
                  <a:srgbClr val="111111"/>
                </a:solidFill>
                <a:latin typeface="Lexend Regular" pitchFamily="34" charset="0"/>
                <a:ea typeface="Lexend Regular" pitchFamily="34" charset="-122"/>
              </a:rPr>
              <a:t>Evaluation</a:t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002281" y="3288888"/>
            <a:ext cx="320040" cy="256032"/>
          </a:xfrm>
          <a:custGeom>
            <a:avLst/>
            <a:gdLst/>
            <a:ahLst/>
            <a:cxnLst/>
            <a:rect l="l" t="t" r="r" b="b"/>
            <a:pathLst>
              <a:path w="320040" h="256032">
                <a:moveTo>
                  <a:pt x="160020" y="0"/>
                </a:moveTo>
                <a:cubicBezTo>
                  <a:pt x="166021" y="0"/>
                  <a:pt x="171071" y="4401"/>
                  <a:pt x="171922" y="10351"/>
                </a:cubicBezTo>
                <a:lnTo>
                  <a:pt x="192926" y="162570"/>
                </a:lnTo>
                <a:lnTo>
                  <a:pt x="212180" y="42105"/>
                </a:lnTo>
                <a:cubicBezTo>
                  <a:pt x="213131" y="36254"/>
                  <a:pt x="218181" y="31953"/>
                  <a:pt x="224130" y="32004"/>
                </a:cubicBezTo>
                <a:cubicBezTo>
                  <a:pt x="230080" y="32055"/>
                  <a:pt x="235082" y="36454"/>
                  <a:pt x="235933" y="42304"/>
                </a:cubicBezTo>
                <a:lnTo>
                  <a:pt x="250034" y="140966"/>
                </a:lnTo>
                <a:lnTo>
                  <a:pt x="260285" y="89660"/>
                </a:lnTo>
                <a:cubicBezTo>
                  <a:pt x="261386" y="84260"/>
                  <a:pt x="265937" y="80310"/>
                  <a:pt x="271436" y="80008"/>
                </a:cubicBezTo>
                <a:cubicBezTo>
                  <a:pt x="276937" y="79708"/>
                  <a:pt x="281888" y="83208"/>
                  <a:pt x="283536" y="88459"/>
                </a:cubicBezTo>
                <a:lnTo>
                  <a:pt x="296888" y="132015"/>
                </a:lnTo>
                <a:lnTo>
                  <a:pt x="308039" y="132015"/>
                </a:lnTo>
                <a:cubicBezTo>
                  <a:pt x="314689" y="132015"/>
                  <a:pt x="320040" y="137366"/>
                  <a:pt x="320040" y="144016"/>
                </a:cubicBezTo>
                <a:cubicBezTo>
                  <a:pt x="320040" y="150667"/>
                  <a:pt x="314689" y="156016"/>
                  <a:pt x="308039" y="156016"/>
                </a:cubicBezTo>
                <a:lnTo>
                  <a:pt x="288036" y="156016"/>
                </a:lnTo>
                <a:cubicBezTo>
                  <a:pt x="282784" y="156016"/>
                  <a:pt x="278134" y="152565"/>
                  <a:pt x="276585" y="147564"/>
                </a:cubicBezTo>
                <a:lnTo>
                  <a:pt x="274533" y="140864"/>
                </a:lnTo>
                <a:lnTo>
                  <a:pt x="259831" y="214373"/>
                </a:lnTo>
                <a:cubicBezTo>
                  <a:pt x="258682" y="220124"/>
                  <a:pt x="253580" y="224174"/>
                  <a:pt x="247730" y="224026"/>
                </a:cubicBezTo>
                <a:cubicBezTo>
                  <a:pt x="241880" y="223875"/>
                  <a:pt x="237028" y="219525"/>
                  <a:pt x="236180" y="213726"/>
                </a:cubicBezTo>
                <a:lnTo>
                  <a:pt x="223378" y="124166"/>
                </a:lnTo>
                <a:lnTo>
                  <a:pt x="203875" y="245932"/>
                </a:lnTo>
                <a:cubicBezTo>
                  <a:pt x="202925" y="251782"/>
                  <a:pt x="197823" y="256084"/>
                  <a:pt x="191874" y="256032"/>
                </a:cubicBezTo>
                <a:cubicBezTo>
                  <a:pt x="185924" y="255981"/>
                  <a:pt x="180922" y="251583"/>
                  <a:pt x="180122" y="245681"/>
                </a:cubicBezTo>
                <a:lnTo>
                  <a:pt x="160020" y="99812"/>
                </a:lnTo>
                <a:lnTo>
                  <a:pt x="139918" y="245681"/>
                </a:lnTo>
                <a:cubicBezTo>
                  <a:pt x="139118" y="251583"/>
                  <a:pt x="134116" y="255981"/>
                  <a:pt x="128166" y="256032"/>
                </a:cubicBezTo>
                <a:cubicBezTo>
                  <a:pt x="122217" y="256084"/>
                  <a:pt x="117115" y="251782"/>
                  <a:pt x="116165" y="245932"/>
                </a:cubicBezTo>
                <a:lnTo>
                  <a:pt x="96662" y="124166"/>
                </a:lnTo>
                <a:lnTo>
                  <a:pt x="83911" y="213726"/>
                </a:lnTo>
                <a:cubicBezTo>
                  <a:pt x="83060" y="219527"/>
                  <a:pt x="78211" y="223877"/>
                  <a:pt x="72361" y="224026"/>
                </a:cubicBezTo>
                <a:cubicBezTo>
                  <a:pt x="66511" y="224177"/>
                  <a:pt x="61409" y="220126"/>
                  <a:pt x="60260" y="214373"/>
                </a:cubicBezTo>
                <a:lnTo>
                  <a:pt x="45558" y="140864"/>
                </a:lnTo>
                <a:lnTo>
                  <a:pt x="43506" y="147564"/>
                </a:lnTo>
                <a:cubicBezTo>
                  <a:pt x="41906" y="152565"/>
                  <a:pt x="37256" y="156016"/>
                  <a:pt x="32004" y="156016"/>
                </a:cubicBezTo>
                <a:lnTo>
                  <a:pt x="12002" y="156016"/>
                </a:lnTo>
                <a:cubicBezTo>
                  <a:pt x="5351" y="156016"/>
                  <a:pt x="0" y="150665"/>
                  <a:pt x="0" y="144016"/>
                </a:cubicBezTo>
                <a:cubicBezTo>
                  <a:pt x="0" y="137364"/>
                  <a:pt x="5351" y="132015"/>
                  <a:pt x="12002" y="132015"/>
                </a:cubicBezTo>
                <a:lnTo>
                  <a:pt x="23152" y="132015"/>
                </a:lnTo>
                <a:lnTo>
                  <a:pt x="36555" y="88459"/>
                </a:lnTo>
                <a:cubicBezTo>
                  <a:pt x="38155" y="83208"/>
                  <a:pt x="43157" y="79708"/>
                  <a:pt x="48656" y="80008"/>
                </a:cubicBezTo>
                <a:cubicBezTo>
                  <a:pt x="54157" y="80307"/>
                  <a:pt x="58756" y="84258"/>
                  <a:pt x="59806" y="89660"/>
                </a:cubicBezTo>
                <a:lnTo>
                  <a:pt x="70057" y="140966"/>
                </a:lnTo>
                <a:lnTo>
                  <a:pt x="84110" y="42304"/>
                </a:lnTo>
                <a:cubicBezTo>
                  <a:pt x="84961" y="36454"/>
                  <a:pt x="89960" y="32053"/>
                  <a:pt x="95910" y="32004"/>
                </a:cubicBezTo>
                <a:cubicBezTo>
                  <a:pt x="101859" y="31953"/>
                  <a:pt x="106909" y="36254"/>
                  <a:pt x="107860" y="42105"/>
                </a:cubicBezTo>
                <a:lnTo>
                  <a:pt x="127114" y="162570"/>
                </a:lnTo>
                <a:lnTo>
                  <a:pt x="148115" y="10351"/>
                </a:lnTo>
                <a:cubicBezTo>
                  <a:pt x="148966" y="4401"/>
                  <a:pt x="154016" y="0"/>
                  <a:pt x="160017" y="0"/>
                </a:cubicBezTo>
                <a:lnTo>
                  <a:pt x="160020" y="0"/>
                </a:lnTo>
              </a:path>
            </a:pathLst>
          </a:custGeom>
          <a:solidFill>
            <a:srgbClr val="111111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731521" y="3716319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111111"/>
                </a:solidFill>
                <a:latin typeface="Lexend Deca Bold" pitchFamily="34" charset="0"/>
                <a:ea typeface="Lexend Deca Bold" pitchFamily="34" charset="-122"/>
                <a:cs typeface="Lexend Deca Bold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31521" y="4202602"/>
            <a:ext cx="1645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100" dirty="0">
                <a:solidFill>
                  <a:srgbClr val="111111"/>
                </a:solidFill>
                <a:latin typeface="Lexend Regular" pitchFamily="34" charset="0"/>
                <a:ea typeface="Lexend Regular" pitchFamily="34" charset="-122"/>
              </a:rPr>
              <a:t>Reliance on intuition and experience of human interrogators, makes it prone to errors.</a:t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endParaRPr lang="en-US" sz="1100" dirty="0">
              <a:solidFill>
                <a:srgbClr val="111111"/>
              </a:solidFill>
              <a:latin typeface="Lexend Regular" pitchFamily="34" charset="0"/>
              <a:ea typeface="Lexend Regular" pitchFamily="34" charset="-122"/>
            </a:endParaRP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100" dirty="0">
                <a:solidFill>
                  <a:srgbClr val="111111"/>
                </a:solidFill>
                <a:latin typeface="Lexend Regular" pitchFamily="34" charset="0"/>
                <a:ea typeface="Lexend Regular" pitchFamily="34" charset="-122"/>
              </a:rPr>
              <a:t>Need for accurate, efficient method for emotional cues.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03788" y="3252046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40" h="320040">
                <a:moveTo>
                  <a:pt x="95948" y="48070"/>
                </a:moveTo>
                <a:cubicBezTo>
                  <a:pt x="94761" y="52320"/>
                  <a:pt x="91698" y="55821"/>
                  <a:pt x="87697" y="57633"/>
                </a:cubicBezTo>
                <a:cubicBezTo>
                  <a:pt x="77322" y="62321"/>
                  <a:pt x="70070" y="72697"/>
                  <a:pt x="70009" y="84823"/>
                </a:cubicBezTo>
                <a:cubicBezTo>
                  <a:pt x="69945" y="90511"/>
                  <a:pt x="66757" y="95638"/>
                  <a:pt x="61694" y="98137"/>
                </a:cubicBezTo>
                <a:cubicBezTo>
                  <a:pt x="51757" y="103075"/>
                  <a:pt x="45004" y="113265"/>
                  <a:pt x="45004" y="125014"/>
                </a:cubicBezTo>
                <a:cubicBezTo>
                  <a:pt x="45004" y="129453"/>
                  <a:pt x="45942" y="133578"/>
                  <a:pt x="47628" y="137329"/>
                </a:cubicBezTo>
                <a:cubicBezTo>
                  <a:pt x="50377" y="143394"/>
                  <a:pt x="48816" y="150457"/>
                  <a:pt x="43817" y="154832"/>
                </a:cubicBezTo>
                <a:cubicBezTo>
                  <a:pt x="35316" y="162145"/>
                  <a:pt x="30004" y="172959"/>
                  <a:pt x="30004" y="185025"/>
                </a:cubicBezTo>
                <a:cubicBezTo>
                  <a:pt x="30004" y="197650"/>
                  <a:pt x="35816" y="208839"/>
                  <a:pt x="44943" y="216216"/>
                </a:cubicBezTo>
                <a:cubicBezTo>
                  <a:pt x="49132" y="219592"/>
                  <a:pt x="51194" y="224966"/>
                  <a:pt x="50381" y="230282"/>
                </a:cubicBezTo>
                <a:cubicBezTo>
                  <a:pt x="50131" y="231843"/>
                  <a:pt x="50006" y="233408"/>
                  <a:pt x="50006" y="235031"/>
                </a:cubicBezTo>
                <a:cubicBezTo>
                  <a:pt x="50006" y="251347"/>
                  <a:pt x="63006" y="264596"/>
                  <a:pt x="79197" y="265035"/>
                </a:cubicBezTo>
                <a:cubicBezTo>
                  <a:pt x="84948" y="265224"/>
                  <a:pt x="90072" y="268597"/>
                  <a:pt x="92450" y="273849"/>
                </a:cubicBezTo>
                <a:cubicBezTo>
                  <a:pt x="96764" y="283411"/>
                  <a:pt x="106388" y="290039"/>
                  <a:pt x="117515" y="290039"/>
                </a:cubicBezTo>
                <a:cubicBezTo>
                  <a:pt x="132705" y="290039"/>
                  <a:pt x="145020" y="277724"/>
                  <a:pt x="145020" y="262535"/>
                </a:cubicBezTo>
                <a:lnTo>
                  <a:pt x="145020" y="55008"/>
                </a:lnTo>
                <a:cubicBezTo>
                  <a:pt x="145020" y="41196"/>
                  <a:pt x="133831" y="30007"/>
                  <a:pt x="120018" y="30007"/>
                </a:cubicBezTo>
                <a:cubicBezTo>
                  <a:pt x="108641" y="30007"/>
                  <a:pt x="98953" y="37634"/>
                  <a:pt x="95951" y="48073"/>
                </a:cubicBezTo>
                <a:lnTo>
                  <a:pt x="95948" y="48070"/>
                </a:lnTo>
                <a:moveTo>
                  <a:pt x="160020" y="301289"/>
                </a:moveTo>
                <a:cubicBezTo>
                  <a:pt x="149519" y="312852"/>
                  <a:pt x="134330" y="320040"/>
                  <a:pt x="117515" y="320040"/>
                </a:cubicBezTo>
                <a:cubicBezTo>
                  <a:pt x="97388" y="320040"/>
                  <a:pt x="79699" y="309725"/>
                  <a:pt x="69445" y="294101"/>
                </a:cubicBezTo>
                <a:cubicBezTo>
                  <a:pt x="41317" y="289102"/>
                  <a:pt x="20003" y="264535"/>
                  <a:pt x="20003" y="235031"/>
                </a:cubicBezTo>
                <a:cubicBezTo>
                  <a:pt x="20003" y="234717"/>
                  <a:pt x="20003" y="234343"/>
                  <a:pt x="20003" y="234029"/>
                </a:cubicBezTo>
                <a:cubicBezTo>
                  <a:pt x="7627" y="221404"/>
                  <a:pt x="0" y="204090"/>
                  <a:pt x="0" y="185025"/>
                </a:cubicBezTo>
                <a:cubicBezTo>
                  <a:pt x="0" y="167647"/>
                  <a:pt x="6314" y="151769"/>
                  <a:pt x="16751" y="139582"/>
                </a:cubicBezTo>
                <a:cubicBezTo>
                  <a:pt x="15624" y="134894"/>
                  <a:pt x="15000" y="130019"/>
                  <a:pt x="15000" y="125017"/>
                </a:cubicBezTo>
                <a:cubicBezTo>
                  <a:pt x="15000" y="104640"/>
                  <a:pt x="25190" y="86574"/>
                  <a:pt x="40690" y="75760"/>
                </a:cubicBezTo>
                <a:cubicBezTo>
                  <a:pt x="43503" y="57694"/>
                  <a:pt x="54317" y="42319"/>
                  <a:pt x="69381" y="33380"/>
                </a:cubicBezTo>
                <a:cubicBezTo>
                  <a:pt x="77821" y="13752"/>
                  <a:pt x="97321" y="0"/>
                  <a:pt x="120012" y="0"/>
                </a:cubicBezTo>
                <a:cubicBezTo>
                  <a:pt x="135764" y="0"/>
                  <a:pt x="150016" y="6625"/>
                  <a:pt x="160017" y="17253"/>
                </a:cubicBezTo>
                <a:cubicBezTo>
                  <a:pt x="170018" y="6628"/>
                  <a:pt x="184269" y="0"/>
                  <a:pt x="200022" y="0"/>
                </a:cubicBezTo>
                <a:cubicBezTo>
                  <a:pt x="222713" y="0"/>
                  <a:pt x="242216" y="13752"/>
                  <a:pt x="250591" y="33380"/>
                </a:cubicBezTo>
                <a:cubicBezTo>
                  <a:pt x="265656" y="42319"/>
                  <a:pt x="276531" y="57697"/>
                  <a:pt x="279283" y="75760"/>
                </a:cubicBezTo>
                <a:cubicBezTo>
                  <a:pt x="294846" y="86574"/>
                  <a:pt x="305037" y="104637"/>
                  <a:pt x="305037" y="125017"/>
                </a:cubicBezTo>
                <a:cubicBezTo>
                  <a:pt x="305037" y="130019"/>
                  <a:pt x="304412" y="134894"/>
                  <a:pt x="303286" y="139582"/>
                </a:cubicBezTo>
                <a:cubicBezTo>
                  <a:pt x="313726" y="151833"/>
                  <a:pt x="320037" y="167711"/>
                  <a:pt x="320037" y="185025"/>
                </a:cubicBezTo>
                <a:cubicBezTo>
                  <a:pt x="320037" y="204090"/>
                  <a:pt x="312410" y="221404"/>
                  <a:pt x="300034" y="234029"/>
                </a:cubicBezTo>
                <a:cubicBezTo>
                  <a:pt x="300034" y="234343"/>
                  <a:pt x="300034" y="234717"/>
                  <a:pt x="300034" y="235031"/>
                </a:cubicBezTo>
                <a:cubicBezTo>
                  <a:pt x="300034" y="264596"/>
                  <a:pt x="278720" y="289102"/>
                  <a:pt x="250591" y="294101"/>
                </a:cubicBezTo>
                <a:cubicBezTo>
                  <a:pt x="240340" y="309728"/>
                  <a:pt x="222652" y="320040"/>
                  <a:pt x="202521" y="320040"/>
                </a:cubicBezTo>
                <a:cubicBezTo>
                  <a:pt x="185706" y="320040"/>
                  <a:pt x="170517" y="312788"/>
                  <a:pt x="160017" y="301289"/>
                </a:cubicBezTo>
                <a:lnTo>
                  <a:pt x="160020" y="301289"/>
                </a:lnTo>
                <a:moveTo>
                  <a:pt x="175023" y="262532"/>
                </a:moveTo>
                <a:cubicBezTo>
                  <a:pt x="175023" y="277721"/>
                  <a:pt x="187339" y="290036"/>
                  <a:pt x="202528" y="290036"/>
                </a:cubicBezTo>
                <a:cubicBezTo>
                  <a:pt x="213655" y="290036"/>
                  <a:pt x="223279" y="283411"/>
                  <a:pt x="227593" y="273845"/>
                </a:cubicBezTo>
                <a:cubicBezTo>
                  <a:pt x="229968" y="268594"/>
                  <a:pt x="235095" y="265156"/>
                  <a:pt x="240846" y="265032"/>
                </a:cubicBezTo>
                <a:cubicBezTo>
                  <a:pt x="257037" y="264593"/>
                  <a:pt x="270037" y="251344"/>
                  <a:pt x="270037" y="235028"/>
                </a:cubicBezTo>
                <a:cubicBezTo>
                  <a:pt x="270037" y="233402"/>
                  <a:pt x="269912" y="231776"/>
                  <a:pt x="269663" y="230278"/>
                </a:cubicBezTo>
                <a:cubicBezTo>
                  <a:pt x="268789" y="224966"/>
                  <a:pt x="270914" y="219589"/>
                  <a:pt x="275100" y="216213"/>
                </a:cubicBezTo>
                <a:cubicBezTo>
                  <a:pt x="284228" y="208836"/>
                  <a:pt x="290039" y="197647"/>
                  <a:pt x="290039" y="185022"/>
                </a:cubicBezTo>
                <a:cubicBezTo>
                  <a:pt x="290039" y="172956"/>
                  <a:pt x="284727" y="162145"/>
                  <a:pt x="276227" y="154829"/>
                </a:cubicBezTo>
                <a:cubicBezTo>
                  <a:pt x="271228" y="150515"/>
                  <a:pt x="269662" y="143391"/>
                  <a:pt x="272415" y="137326"/>
                </a:cubicBezTo>
                <a:cubicBezTo>
                  <a:pt x="274101" y="133575"/>
                  <a:pt x="275039" y="129450"/>
                  <a:pt x="275039" y="125011"/>
                </a:cubicBezTo>
                <a:cubicBezTo>
                  <a:pt x="275039" y="113259"/>
                  <a:pt x="268290" y="103072"/>
                  <a:pt x="258349" y="98134"/>
                </a:cubicBezTo>
                <a:cubicBezTo>
                  <a:pt x="253286" y="95634"/>
                  <a:pt x="250034" y="90447"/>
                  <a:pt x="250034" y="84820"/>
                </a:cubicBezTo>
                <a:cubicBezTo>
                  <a:pt x="249970" y="72755"/>
                  <a:pt x="242721" y="62318"/>
                  <a:pt x="232346" y="57630"/>
                </a:cubicBezTo>
                <a:cubicBezTo>
                  <a:pt x="228345" y="55818"/>
                  <a:pt x="225283" y="52317"/>
                  <a:pt x="224095" y="48067"/>
                </a:cubicBezTo>
                <a:cubicBezTo>
                  <a:pt x="221096" y="37627"/>
                  <a:pt x="211406" y="30001"/>
                  <a:pt x="200028" y="30001"/>
                </a:cubicBezTo>
                <a:cubicBezTo>
                  <a:pt x="186215" y="30001"/>
                  <a:pt x="175027" y="41189"/>
                  <a:pt x="175027" y="55005"/>
                </a:cubicBezTo>
                <a:lnTo>
                  <a:pt x="175023" y="262532"/>
                </a:lnTo>
              </a:path>
            </a:pathLst>
          </a:custGeom>
          <a:solidFill>
            <a:srgbClr val="111111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-740928" y="-1531565"/>
            <a:ext cx="2743200" cy="2743200"/>
          </a:xfrm>
          <a:custGeom>
            <a:avLst/>
            <a:gdLst/>
            <a:ahLst/>
            <a:cxnLst/>
            <a:rect l="l" t="t" r="r" b="b"/>
            <a:pathLst>
              <a:path w="2743200" h="2743200">
                <a:moveTo>
                  <a:pt x="0" y="1371600"/>
                </a:moveTo>
                <a:cubicBezTo>
                  <a:pt x="0" y="614093"/>
                  <a:pt x="614093" y="0"/>
                  <a:pt x="1371600" y="0"/>
                </a:cubicBezTo>
                <a:cubicBezTo>
                  <a:pt x="2129107" y="0"/>
                  <a:pt x="2743200" y="614093"/>
                  <a:pt x="2743200" y="1371600"/>
                </a:cubicBezTo>
                <a:cubicBezTo>
                  <a:pt x="2743200" y="2129107"/>
                  <a:pt x="2129107" y="2743200"/>
                  <a:pt x="1371600" y="2743200"/>
                </a:cubicBezTo>
                <a:cubicBezTo>
                  <a:pt x="614093" y="2743200"/>
                  <a:pt x="0" y="2129107"/>
                  <a:pt x="0" y="1371600"/>
                </a:cubicBezTo>
              </a:path>
            </a:pathLst>
          </a:custGeom>
          <a:gradFill>
            <a:gsLst>
              <a:gs pos="0">
                <a:srgbClr val="FFFFFF">
                  <a:alpha val="100000"/>
                </a:srgbClr>
              </a:gs>
              <a:gs pos="100000">
                <a:srgbClr val="BFE5FF">
                  <a:alpha val="100000"/>
                </a:srgbClr>
              </a:gs>
            </a:gsLst>
            <a:lin ang="5400000"/>
          </a:gra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502919" y="17233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83604" y="6508085"/>
            <a:ext cx="5760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508085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88888"/>
                </a:solidFill>
                <a:latin typeface="Lexend Regular" pitchFamily="34" charset="0"/>
                <a:ea typeface="Lexend Regular" pitchFamily="34" charset="-122"/>
              </a:rPr>
              <a:t>9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882289" y="0"/>
            <a:ext cx="7319699" cy="6858000"/>
          </a:xfrm>
          <a:prstGeom prst="rect">
            <a:avLst/>
          </a:prstGeom>
          <a:solidFill>
            <a:srgbClr val="003860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02920" y="1796007"/>
            <a:ext cx="3907409" cy="4045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800" dirty="0">
                <a:solidFill>
                  <a:srgbClr val="111111"/>
                </a:solidFill>
                <a:latin typeface="Lexend Deca Regular" pitchFamily="34" charset="0"/>
                <a:ea typeface="Lexend Deca Regular" pitchFamily="34" charset="-122"/>
                <a:cs typeface="Lexend Deca Regular" pitchFamily="34" charset="-120"/>
              </a:rPr>
              <a:t>Literature Review 3 - Limitations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558246" y="-2006542"/>
            <a:ext cx="7269840" cy="5342813"/>
          </a:xfrm>
          <a:custGeom>
            <a:avLst/>
            <a:gdLst/>
            <a:ahLst/>
            <a:cxnLst/>
            <a:rect l="l" t="t" r="r" b="b"/>
            <a:pathLst>
              <a:path w="7269840" h="5342813">
                <a:moveTo>
                  <a:pt x="6840047" y="4576546"/>
                </a:moveTo>
                <a:cubicBezTo>
                  <a:pt x="6764441" y="4620999"/>
                  <a:pt x="6686218" y="4660161"/>
                  <a:pt x="6608648" y="4701087"/>
                </a:cubicBezTo>
                <a:cubicBezTo>
                  <a:pt x="6629368" y="4691043"/>
                  <a:pt x="6650159" y="4681266"/>
                  <a:pt x="6670878" y="4671221"/>
                </a:cubicBezTo>
                <a:cubicBezTo>
                  <a:pt x="6566411" y="4714445"/>
                  <a:pt x="6461725" y="4755157"/>
                  <a:pt x="6353986" y="4789084"/>
                </a:cubicBezTo>
                <a:cubicBezTo>
                  <a:pt x="6248064" y="4822476"/>
                  <a:pt x="6140761" y="4846519"/>
                  <a:pt x="6033095" y="4872912"/>
                </a:cubicBezTo>
                <a:cubicBezTo>
                  <a:pt x="6053960" y="4869226"/>
                  <a:pt x="6074388" y="4865432"/>
                  <a:pt x="6095252" y="4861746"/>
                </a:cubicBezTo>
                <a:cubicBezTo>
                  <a:pt x="6022772" y="4873714"/>
                  <a:pt x="5951237" y="4884293"/>
                  <a:pt x="5877593" y="4878789"/>
                </a:cubicBezTo>
                <a:cubicBezTo>
                  <a:pt x="5897367" y="4880499"/>
                  <a:pt x="5917141" y="4882209"/>
                  <a:pt x="5937206" y="4884079"/>
                </a:cubicBezTo>
                <a:cubicBezTo>
                  <a:pt x="5903256" y="4880820"/>
                  <a:pt x="5870323" y="4874462"/>
                  <a:pt x="5837755" y="4863242"/>
                </a:cubicBezTo>
                <a:cubicBezTo>
                  <a:pt x="5856075" y="4869867"/>
                  <a:pt x="5874322" y="4876492"/>
                  <a:pt x="5892642" y="4883117"/>
                </a:cubicBezTo>
                <a:cubicBezTo>
                  <a:pt x="5866325" y="4873233"/>
                  <a:pt x="5841680" y="4860838"/>
                  <a:pt x="5818562" y="4845237"/>
                </a:cubicBezTo>
                <a:cubicBezTo>
                  <a:pt x="5834629" y="4856189"/>
                  <a:pt x="5850404" y="4866982"/>
                  <a:pt x="5866471" y="4877935"/>
                </a:cubicBezTo>
                <a:cubicBezTo>
                  <a:pt x="5844297" y="4861960"/>
                  <a:pt x="5824524" y="4843848"/>
                  <a:pt x="5806494" y="4823224"/>
                </a:cubicBezTo>
                <a:cubicBezTo>
                  <a:pt x="5818999" y="4837864"/>
                  <a:pt x="5831866" y="4852663"/>
                  <a:pt x="5844370" y="4867249"/>
                </a:cubicBezTo>
                <a:cubicBezTo>
                  <a:pt x="5822924" y="4841336"/>
                  <a:pt x="5804968" y="4813393"/>
                  <a:pt x="5790137" y="4783046"/>
                </a:cubicBezTo>
                <a:cubicBezTo>
                  <a:pt x="5798716" y="4800891"/>
                  <a:pt x="5807294" y="4819003"/>
                  <a:pt x="5815873" y="4836848"/>
                </a:cubicBezTo>
                <a:cubicBezTo>
                  <a:pt x="5795880" y="4793999"/>
                  <a:pt x="5782431" y="4749600"/>
                  <a:pt x="5773853" y="4703332"/>
                </a:cubicBezTo>
                <a:cubicBezTo>
                  <a:pt x="5777270" y="4722566"/>
                  <a:pt x="5780759" y="4742067"/>
                  <a:pt x="5784176" y="4761248"/>
                </a:cubicBezTo>
                <a:cubicBezTo>
                  <a:pt x="5776107" y="4713750"/>
                  <a:pt x="5773853" y="4667107"/>
                  <a:pt x="5777560" y="4619075"/>
                </a:cubicBezTo>
                <a:cubicBezTo>
                  <a:pt x="5775888" y="4637989"/>
                  <a:pt x="5774362" y="4656582"/>
                  <a:pt x="5772617" y="4675549"/>
                </a:cubicBezTo>
                <a:cubicBezTo>
                  <a:pt x="5781341" y="4576653"/>
                  <a:pt x="5806858" y="4481231"/>
                  <a:pt x="5840008" y="4388052"/>
                </a:cubicBezTo>
                <a:cubicBezTo>
                  <a:pt x="5833538" y="4406004"/>
                  <a:pt x="5827286" y="4423635"/>
                  <a:pt x="5820816" y="4441641"/>
                </a:cubicBezTo>
                <a:cubicBezTo>
                  <a:pt x="5889298" y="4251543"/>
                  <a:pt x="5984606" y="4071490"/>
                  <a:pt x="6040947" y="3876692"/>
                </a:cubicBezTo>
                <a:cubicBezTo>
                  <a:pt x="6098669" y="3676710"/>
                  <a:pt x="6112118" y="3441466"/>
                  <a:pt x="6038548" y="3243782"/>
                </a:cubicBezTo>
                <a:cubicBezTo>
                  <a:pt x="5956398" y="3022910"/>
                  <a:pt x="5774798" y="2853970"/>
                  <a:pt x="5542745" y="2803000"/>
                </a:cubicBezTo>
                <a:cubicBezTo>
                  <a:pt x="5357436" y="2762234"/>
                  <a:pt x="5159042" y="2797604"/>
                  <a:pt x="4982967" y="2861397"/>
                </a:cubicBezTo>
                <a:cubicBezTo>
                  <a:pt x="4784718" y="2933204"/>
                  <a:pt x="4603263" y="3043320"/>
                  <a:pt x="4413666" y="3134361"/>
                </a:cubicBezTo>
                <a:cubicBezTo>
                  <a:pt x="4434676" y="3124263"/>
                  <a:pt x="4455903" y="3114326"/>
                  <a:pt x="4476913" y="3104174"/>
                </a:cubicBezTo>
                <a:cubicBezTo>
                  <a:pt x="4233374" y="3220434"/>
                  <a:pt x="3977621" y="3312704"/>
                  <a:pt x="3711617" y="3361270"/>
                </a:cubicBezTo>
                <a:cubicBezTo>
                  <a:pt x="3735317" y="3356996"/>
                  <a:pt x="3759235" y="3352615"/>
                  <a:pt x="3782934" y="3348287"/>
                </a:cubicBezTo>
                <a:cubicBezTo>
                  <a:pt x="3611439" y="3378848"/>
                  <a:pt x="3437035" y="3390015"/>
                  <a:pt x="3263431" y="3375055"/>
                </a:cubicBezTo>
                <a:cubicBezTo>
                  <a:pt x="3287204" y="3377139"/>
                  <a:pt x="3311049" y="3379222"/>
                  <a:pt x="3334530" y="3381359"/>
                </a:cubicBezTo>
                <a:cubicBezTo>
                  <a:pt x="3208690" y="3369605"/>
                  <a:pt x="3083067" y="3345509"/>
                  <a:pt x="2963696" y="3302713"/>
                </a:cubicBezTo>
                <a:cubicBezTo>
                  <a:pt x="2986087" y="3310834"/>
                  <a:pt x="3008478" y="3318902"/>
                  <a:pt x="3030869" y="3327023"/>
                </a:cubicBezTo>
                <a:cubicBezTo>
                  <a:pt x="2981798" y="3308857"/>
                  <a:pt x="2934835" y="3286685"/>
                  <a:pt x="2891216" y="3257620"/>
                </a:cubicBezTo>
                <a:cubicBezTo>
                  <a:pt x="2910990" y="3271297"/>
                  <a:pt x="2930836" y="3284654"/>
                  <a:pt x="2950610" y="3298332"/>
                </a:cubicBezTo>
                <a:cubicBezTo>
                  <a:pt x="2921458" y="3277923"/>
                  <a:pt x="2895214" y="3255216"/>
                  <a:pt x="2872023" y="3228448"/>
                </a:cubicBezTo>
                <a:cubicBezTo>
                  <a:pt x="2888017" y="3246934"/>
                  <a:pt x="2904011" y="3265474"/>
                  <a:pt x="2919713" y="3283800"/>
                </a:cubicBezTo>
                <a:cubicBezTo>
                  <a:pt x="2901902" y="3262268"/>
                  <a:pt x="2886999" y="3239508"/>
                  <a:pt x="2874495" y="3214557"/>
                </a:cubicBezTo>
                <a:cubicBezTo>
                  <a:pt x="2885545" y="3237477"/>
                  <a:pt x="2896159" y="3260184"/>
                  <a:pt x="2907209" y="3283105"/>
                </a:cubicBezTo>
                <a:cubicBezTo>
                  <a:pt x="2889980" y="3246881"/>
                  <a:pt x="2878639" y="3209321"/>
                  <a:pt x="2871224" y="3169944"/>
                </a:cubicBezTo>
                <a:cubicBezTo>
                  <a:pt x="2875658" y="3195002"/>
                  <a:pt x="2880165" y="3220006"/>
                  <a:pt x="2884818" y="3244957"/>
                </a:cubicBezTo>
                <a:cubicBezTo>
                  <a:pt x="2876167" y="3192277"/>
                  <a:pt x="2875440" y="3139918"/>
                  <a:pt x="2879438" y="3086810"/>
                </a:cubicBezTo>
                <a:cubicBezTo>
                  <a:pt x="2877330" y="3111441"/>
                  <a:pt x="2875004" y="3136124"/>
                  <a:pt x="2872968" y="3160755"/>
                </a:cubicBezTo>
                <a:cubicBezTo>
                  <a:pt x="2879875" y="3085528"/>
                  <a:pt x="2897104" y="3012866"/>
                  <a:pt x="2922040" y="2941806"/>
                </a:cubicBezTo>
                <a:cubicBezTo>
                  <a:pt x="2913679" y="2965101"/>
                  <a:pt x="2905246" y="2988182"/>
                  <a:pt x="2896886" y="3011476"/>
                </a:cubicBezTo>
                <a:cubicBezTo>
                  <a:pt x="2984342" y="2769020"/>
                  <a:pt x="3148859" y="2565779"/>
                  <a:pt x="3285822" y="2350731"/>
                </a:cubicBezTo>
                <a:cubicBezTo>
                  <a:pt x="3443869" y="2102504"/>
                  <a:pt x="3548191" y="1804428"/>
                  <a:pt x="3528417" y="1506620"/>
                </a:cubicBezTo>
                <a:cubicBezTo>
                  <a:pt x="3517803" y="1345160"/>
                  <a:pt x="3470549" y="1169595"/>
                  <a:pt x="3368989" y="1040513"/>
                </a:cubicBezTo>
                <a:cubicBezTo>
                  <a:pt x="3298036" y="950326"/>
                  <a:pt x="3227155" y="886853"/>
                  <a:pt x="3128939" y="826907"/>
                </a:cubicBezTo>
                <a:cubicBezTo>
                  <a:pt x="3061257" y="785500"/>
                  <a:pt x="2981725" y="756596"/>
                  <a:pt x="2904301" y="740353"/>
                </a:cubicBezTo>
                <a:cubicBezTo>
                  <a:pt x="2588136" y="673889"/>
                  <a:pt x="2278150" y="808795"/>
                  <a:pt x="2015927" y="974262"/>
                </a:cubicBezTo>
                <a:cubicBezTo>
                  <a:pt x="1888632" y="1054618"/>
                  <a:pt x="1769625" y="1146514"/>
                  <a:pt x="1644729" y="1230022"/>
                </a:cubicBezTo>
                <a:cubicBezTo>
                  <a:pt x="1490899" y="1332604"/>
                  <a:pt x="1329872" y="1423913"/>
                  <a:pt x="1162884" y="1503681"/>
                </a:cubicBezTo>
                <a:cubicBezTo>
                  <a:pt x="1189928" y="1490805"/>
                  <a:pt x="1216681" y="1477982"/>
                  <a:pt x="1243724" y="1465053"/>
                </a:cubicBezTo>
                <a:cubicBezTo>
                  <a:pt x="1099709" y="1533280"/>
                  <a:pt x="951550" y="1599798"/>
                  <a:pt x="793649" y="1628436"/>
                </a:cubicBezTo>
                <a:cubicBezTo>
                  <a:pt x="823164" y="1623093"/>
                  <a:pt x="852898" y="1617697"/>
                  <a:pt x="882341" y="1612354"/>
                </a:cubicBezTo>
                <a:cubicBezTo>
                  <a:pt x="824545" y="1622345"/>
                  <a:pt x="766387" y="1626673"/>
                  <a:pt x="707792" y="1622185"/>
                </a:cubicBezTo>
                <a:cubicBezTo>
                  <a:pt x="736726" y="1624803"/>
                  <a:pt x="765660" y="1627207"/>
                  <a:pt x="794666" y="1629825"/>
                </a:cubicBezTo>
                <a:cubicBezTo>
                  <a:pt x="755046" y="1626192"/>
                  <a:pt x="716588" y="1618284"/>
                  <a:pt x="679149" y="1605034"/>
                </a:cubicBezTo>
                <a:cubicBezTo>
                  <a:pt x="706192" y="1614651"/>
                  <a:pt x="733382" y="1624536"/>
                  <a:pt x="760207" y="1634259"/>
                </a:cubicBezTo>
                <a:cubicBezTo>
                  <a:pt x="730692" y="1623200"/>
                  <a:pt x="702848" y="1609309"/>
                  <a:pt x="676386" y="1591944"/>
                </a:cubicBezTo>
                <a:cubicBezTo>
                  <a:pt x="700013" y="1608293"/>
                  <a:pt x="723931" y="1624536"/>
                  <a:pt x="747630" y="1640831"/>
                </a:cubicBezTo>
                <a:cubicBezTo>
                  <a:pt x="720078" y="1621864"/>
                  <a:pt x="695288" y="1600333"/>
                  <a:pt x="672969" y="1575221"/>
                </a:cubicBezTo>
                <a:cubicBezTo>
                  <a:pt x="692016" y="1597180"/>
                  <a:pt x="711209" y="1619460"/>
                  <a:pt x="730038" y="1641472"/>
                </a:cubicBezTo>
                <a:cubicBezTo>
                  <a:pt x="707065" y="1614331"/>
                  <a:pt x="687945" y="1585159"/>
                  <a:pt x="672388" y="1553423"/>
                </a:cubicBezTo>
                <a:cubicBezTo>
                  <a:pt x="685328" y="1580671"/>
                  <a:pt x="698341" y="1607973"/>
                  <a:pt x="711572" y="1635168"/>
                </a:cubicBezTo>
                <a:cubicBezTo>
                  <a:pt x="692234" y="1594349"/>
                  <a:pt x="679294" y="1551713"/>
                  <a:pt x="670861" y="1507368"/>
                </a:cubicBezTo>
                <a:cubicBezTo>
                  <a:pt x="676241" y="1537074"/>
                  <a:pt x="681766" y="1567047"/>
                  <a:pt x="686927" y="1596913"/>
                </a:cubicBezTo>
                <a:cubicBezTo>
                  <a:pt x="675950" y="1534402"/>
                  <a:pt x="674714" y="1471891"/>
                  <a:pt x="679876" y="1408633"/>
                </a:cubicBezTo>
                <a:cubicBezTo>
                  <a:pt x="677331" y="1437858"/>
                  <a:pt x="674787" y="1467083"/>
                  <a:pt x="672315" y="1496575"/>
                </a:cubicBezTo>
                <a:cubicBezTo>
                  <a:pt x="680457" y="1409541"/>
                  <a:pt x="700304" y="1324323"/>
                  <a:pt x="729383" y="1241937"/>
                </a:cubicBezTo>
                <a:cubicBezTo>
                  <a:pt x="719569" y="1269346"/>
                  <a:pt x="709464" y="1296861"/>
                  <a:pt x="699722" y="1324483"/>
                </a:cubicBezTo>
                <a:cubicBezTo>
                  <a:pt x="750538" y="1184982"/>
                  <a:pt x="821347" y="1054030"/>
                  <a:pt x="875725" y="916132"/>
                </a:cubicBezTo>
                <a:cubicBezTo>
                  <a:pt x="911856" y="824236"/>
                  <a:pt x="947697" y="729989"/>
                  <a:pt x="967616" y="632963"/>
                </a:cubicBezTo>
                <a:cubicBezTo>
                  <a:pt x="980193" y="572643"/>
                  <a:pt x="984627" y="511307"/>
                  <a:pt x="989280" y="449918"/>
                </a:cubicBezTo>
                <a:cubicBezTo>
                  <a:pt x="992115" y="412251"/>
                  <a:pt x="992770" y="374424"/>
                  <a:pt x="989498" y="336757"/>
                </a:cubicBezTo>
                <a:cubicBezTo>
                  <a:pt x="981429" y="243525"/>
                  <a:pt x="943626" y="153232"/>
                  <a:pt x="872526" y="90133"/>
                </a:cubicBezTo>
                <a:cubicBezTo>
                  <a:pt x="809497" y="33873"/>
                  <a:pt x="708737" y="-6572"/>
                  <a:pt x="623098" y="1015"/>
                </a:cubicBezTo>
                <a:cubicBezTo>
                  <a:pt x="531280" y="9190"/>
                  <a:pt x="436481" y="44238"/>
                  <a:pt x="376433" y="117969"/>
                </a:cubicBezTo>
                <a:cubicBezTo>
                  <a:pt x="319946" y="187159"/>
                  <a:pt x="279235" y="275796"/>
                  <a:pt x="287304" y="367372"/>
                </a:cubicBezTo>
                <a:cubicBezTo>
                  <a:pt x="291230" y="411503"/>
                  <a:pt x="291666" y="455101"/>
                  <a:pt x="287813" y="499232"/>
                </a:cubicBezTo>
                <a:cubicBezTo>
                  <a:pt x="290358" y="469152"/>
                  <a:pt x="293120" y="439019"/>
                  <a:pt x="295737" y="408939"/>
                </a:cubicBezTo>
                <a:cubicBezTo>
                  <a:pt x="287086" y="496935"/>
                  <a:pt x="263677" y="582206"/>
                  <a:pt x="234016" y="665607"/>
                </a:cubicBezTo>
                <a:cubicBezTo>
                  <a:pt x="243976" y="637878"/>
                  <a:pt x="254154" y="609775"/>
                  <a:pt x="264186" y="582046"/>
                </a:cubicBezTo>
                <a:cubicBezTo>
                  <a:pt x="179565" y="816061"/>
                  <a:pt x="48417" y="1038055"/>
                  <a:pt x="14322" y="1287831"/>
                </a:cubicBezTo>
                <a:cubicBezTo>
                  <a:pt x="-7851" y="1450413"/>
                  <a:pt x="-8360" y="1610217"/>
                  <a:pt x="38749" y="1769112"/>
                </a:cubicBezTo>
                <a:cubicBezTo>
                  <a:pt x="60485" y="1842576"/>
                  <a:pt x="94217" y="1915826"/>
                  <a:pt x="138127" y="1978550"/>
                </a:cubicBezTo>
                <a:cubicBezTo>
                  <a:pt x="201884" y="2069912"/>
                  <a:pt x="273564" y="2130607"/>
                  <a:pt x="365164" y="2190767"/>
                </a:cubicBezTo>
                <a:cubicBezTo>
                  <a:pt x="427758" y="2231853"/>
                  <a:pt x="502346" y="2258460"/>
                  <a:pt x="574318" y="2276145"/>
                </a:cubicBezTo>
                <a:cubicBezTo>
                  <a:pt x="646216" y="2293616"/>
                  <a:pt x="722986" y="2299172"/>
                  <a:pt x="796993" y="2297035"/>
                </a:cubicBezTo>
                <a:cubicBezTo>
                  <a:pt x="927268" y="2293402"/>
                  <a:pt x="1060525" y="2261559"/>
                  <a:pt x="1182876" y="2217053"/>
                </a:cubicBezTo>
                <a:cubicBezTo>
                  <a:pt x="1325220" y="2165228"/>
                  <a:pt x="1463419" y="2097214"/>
                  <a:pt x="1598057" y="2028399"/>
                </a:cubicBezTo>
                <a:cubicBezTo>
                  <a:pt x="1718736" y="1966582"/>
                  <a:pt x="1836362" y="1898568"/>
                  <a:pt x="1949772" y="1824303"/>
                </a:cubicBezTo>
                <a:cubicBezTo>
                  <a:pt x="2160088" y="1687046"/>
                  <a:pt x="2352230" y="1521953"/>
                  <a:pt x="2579631" y="1411785"/>
                </a:cubicBezTo>
                <a:cubicBezTo>
                  <a:pt x="2553096" y="1424554"/>
                  <a:pt x="2526561" y="1437270"/>
                  <a:pt x="2499953" y="1449772"/>
                </a:cubicBezTo>
                <a:cubicBezTo>
                  <a:pt x="2579631" y="1411785"/>
                  <a:pt x="2661489" y="1379781"/>
                  <a:pt x="2748582" y="1363966"/>
                </a:cubicBezTo>
                <a:cubicBezTo>
                  <a:pt x="2719866" y="1369042"/>
                  <a:pt x="2691441" y="1374331"/>
                  <a:pt x="2662725" y="1379407"/>
                </a:cubicBezTo>
                <a:cubicBezTo>
                  <a:pt x="2709979" y="1371393"/>
                  <a:pt x="2757596" y="1368561"/>
                  <a:pt x="2805504" y="1372034"/>
                </a:cubicBezTo>
                <a:cubicBezTo>
                  <a:pt x="2777661" y="1369576"/>
                  <a:pt x="2749890" y="1367172"/>
                  <a:pt x="2722047" y="1364714"/>
                </a:cubicBezTo>
                <a:cubicBezTo>
                  <a:pt x="2762031" y="1368508"/>
                  <a:pt x="2800561" y="1376682"/>
                  <a:pt x="2838509" y="1389772"/>
                </a:cubicBezTo>
                <a:cubicBezTo>
                  <a:pt x="2812702" y="1380583"/>
                  <a:pt x="2787112" y="1371286"/>
                  <a:pt x="2761304" y="1362043"/>
                </a:cubicBezTo>
                <a:cubicBezTo>
                  <a:pt x="2798598" y="1375667"/>
                  <a:pt x="2833275" y="1393405"/>
                  <a:pt x="2866426" y="1414990"/>
                </a:cubicBezTo>
                <a:cubicBezTo>
                  <a:pt x="2843889" y="1399710"/>
                  <a:pt x="2821353" y="1384162"/>
                  <a:pt x="2799107" y="1368775"/>
                </a:cubicBezTo>
                <a:cubicBezTo>
                  <a:pt x="2831312" y="1390948"/>
                  <a:pt x="2860464" y="1416379"/>
                  <a:pt x="2886345" y="1445658"/>
                </a:cubicBezTo>
                <a:cubicBezTo>
                  <a:pt x="2868534" y="1424928"/>
                  <a:pt x="2850577" y="1403984"/>
                  <a:pt x="2832475" y="1383361"/>
                </a:cubicBezTo>
                <a:cubicBezTo>
                  <a:pt x="2858938" y="1414403"/>
                  <a:pt x="2880893" y="1447955"/>
                  <a:pt x="2899140" y="1484393"/>
                </a:cubicBezTo>
                <a:cubicBezTo>
                  <a:pt x="2886927" y="1458801"/>
                  <a:pt x="2874859" y="1433423"/>
                  <a:pt x="2862500" y="1407938"/>
                </a:cubicBezTo>
                <a:cubicBezTo>
                  <a:pt x="2885109" y="1455542"/>
                  <a:pt x="2900667" y="1505391"/>
                  <a:pt x="2910408" y="1557109"/>
                </a:cubicBezTo>
                <a:cubicBezTo>
                  <a:pt x="2905392" y="1529487"/>
                  <a:pt x="2900448" y="1502132"/>
                  <a:pt x="2895432" y="1474456"/>
                </a:cubicBezTo>
                <a:cubicBezTo>
                  <a:pt x="2908155" y="1546691"/>
                  <a:pt x="2909754" y="1619727"/>
                  <a:pt x="2903720" y="1692656"/>
                </a:cubicBezTo>
                <a:cubicBezTo>
                  <a:pt x="2905973" y="1666049"/>
                  <a:pt x="2908518" y="1639282"/>
                  <a:pt x="2910772" y="1612674"/>
                </a:cubicBezTo>
                <a:cubicBezTo>
                  <a:pt x="2901902" y="1710234"/>
                  <a:pt x="2879657" y="1805443"/>
                  <a:pt x="2846797" y="1897660"/>
                </a:cubicBezTo>
                <a:cubicBezTo>
                  <a:pt x="2855594" y="1873083"/>
                  <a:pt x="2864463" y="1848773"/>
                  <a:pt x="2873259" y="1824196"/>
                </a:cubicBezTo>
                <a:cubicBezTo>
                  <a:pt x="2785512" y="2065050"/>
                  <a:pt x="2618960" y="2267864"/>
                  <a:pt x="2496245" y="2490819"/>
                </a:cubicBezTo>
                <a:cubicBezTo>
                  <a:pt x="2425074" y="2619901"/>
                  <a:pt x="2365025" y="2759937"/>
                  <a:pt x="2332965" y="2903979"/>
                </a:cubicBezTo>
                <a:cubicBezTo>
                  <a:pt x="2294798" y="3074789"/>
                  <a:pt x="2287601" y="3274343"/>
                  <a:pt x="2357973" y="3437940"/>
                </a:cubicBezTo>
                <a:cubicBezTo>
                  <a:pt x="2402973" y="3542659"/>
                  <a:pt x="2465421" y="3638669"/>
                  <a:pt x="2558839" y="3707110"/>
                </a:cubicBezTo>
                <a:cubicBezTo>
                  <a:pt x="2650802" y="3774377"/>
                  <a:pt x="2739276" y="3814608"/>
                  <a:pt x="2847088" y="3850832"/>
                </a:cubicBezTo>
                <a:cubicBezTo>
                  <a:pt x="2997356" y="3901215"/>
                  <a:pt x="3158310" y="3919968"/>
                  <a:pt x="3315847" y="3928196"/>
                </a:cubicBezTo>
                <a:cubicBezTo>
                  <a:pt x="3614347" y="3943263"/>
                  <a:pt x="3919244" y="3883263"/>
                  <a:pt x="4200732" y="3787092"/>
                </a:cubicBezTo>
                <a:cubicBezTo>
                  <a:pt x="4369102" y="3729711"/>
                  <a:pt x="4531437" y="3656087"/>
                  <a:pt x="4690211" y="3576692"/>
                </a:cubicBezTo>
                <a:cubicBezTo>
                  <a:pt x="4819250" y="3512205"/>
                  <a:pt x="4942765" y="3437512"/>
                  <a:pt x="5072750" y="3374894"/>
                </a:cubicBezTo>
                <a:cubicBezTo>
                  <a:pt x="5052031" y="3384939"/>
                  <a:pt x="5031239" y="3394716"/>
                  <a:pt x="5010520" y="3404761"/>
                </a:cubicBezTo>
                <a:cubicBezTo>
                  <a:pt x="5120585" y="3352241"/>
                  <a:pt x="5235085" y="3305545"/>
                  <a:pt x="5355401" y="3283105"/>
                </a:cubicBezTo>
                <a:cubicBezTo>
                  <a:pt x="5333301" y="3287165"/>
                  <a:pt x="5311128" y="3290959"/>
                  <a:pt x="5289100" y="3295073"/>
                </a:cubicBezTo>
                <a:cubicBezTo>
                  <a:pt x="5343406" y="3285616"/>
                  <a:pt x="5398366" y="3281502"/>
                  <a:pt x="5453544" y="3285723"/>
                </a:cubicBezTo>
                <a:cubicBezTo>
                  <a:pt x="5432316" y="3283959"/>
                  <a:pt x="5410797" y="3281983"/>
                  <a:pt x="5389642" y="3280166"/>
                </a:cubicBezTo>
                <a:cubicBezTo>
                  <a:pt x="5430426" y="3283960"/>
                  <a:pt x="5470119" y="3292081"/>
                  <a:pt x="5508504" y="3305865"/>
                </a:cubicBezTo>
                <a:cubicBezTo>
                  <a:pt x="5488730" y="3298919"/>
                  <a:pt x="5469101" y="3291600"/>
                  <a:pt x="5449255" y="3284601"/>
                </a:cubicBezTo>
                <a:cubicBezTo>
                  <a:pt x="5483859" y="3297691"/>
                  <a:pt x="5516210" y="3314253"/>
                  <a:pt x="5546889" y="3334983"/>
                </a:cubicBezTo>
                <a:cubicBezTo>
                  <a:pt x="5529732" y="3323229"/>
                  <a:pt x="5512575" y="3311528"/>
                  <a:pt x="5495418" y="3299774"/>
                </a:cubicBezTo>
                <a:cubicBezTo>
                  <a:pt x="5525297" y="3320772"/>
                  <a:pt x="5552341" y="3344921"/>
                  <a:pt x="5576259" y="3372543"/>
                </a:cubicBezTo>
                <a:cubicBezTo>
                  <a:pt x="5562519" y="3356675"/>
                  <a:pt x="5549069" y="3340914"/>
                  <a:pt x="5535329" y="3325046"/>
                </a:cubicBezTo>
                <a:cubicBezTo>
                  <a:pt x="5560701" y="3355286"/>
                  <a:pt x="5581856" y="3387984"/>
                  <a:pt x="5599231" y="3423621"/>
                </a:cubicBezTo>
                <a:cubicBezTo>
                  <a:pt x="5589926" y="3404333"/>
                  <a:pt x="5580911" y="3384939"/>
                  <a:pt x="5571606" y="3365651"/>
                </a:cubicBezTo>
                <a:cubicBezTo>
                  <a:pt x="5593924" y="3413309"/>
                  <a:pt x="5608973" y="3463371"/>
                  <a:pt x="5618496" y="3515143"/>
                </a:cubicBezTo>
                <a:cubicBezTo>
                  <a:pt x="5614789" y="3494306"/>
                  <a:pt x="5610936" y="3473576"/>
                  <a:pt x="5607301" y="3452739"/>
                </a:cubicBezTo>
                <a:cubicBezTo>
                  <a:pt x="5619151" y="3522997"/>
                  <a:pt x="5620459" y="3593629"/>
                  <a:pt x="5614425" y="3664635"/>
                </a:cubicBezTo>
                <a:cubicBezTo>
                  <a:pt x="5616025" y="3644599"/>
                  <a:pt x="5617915" y="3624510"/>
                  <a:pt x="5619514" y="3604475"/>
                </a:cubicBezTo>
                <a:cubicBezTo>
                  <a:pt x="5609336" y="3712773"/>
                  <a:pt x="5581493" y="3816210"/>
                  <a:pt x="5544780" y="3918312"/>
                </a:cubicBezTo>
                <a:cubicBezTo>
                  <a:pt x="5551396" y="3899986"/>
                  <a:pt x="5558011" y="3881713"/>
                  <a:pt x="5564700" y="3863387"/>
                </a:cubicBezTo>
                <a:cubicBezTo>
                  <a:pt x="5441621" y="4203404"/>
                  <a:pt x="5257840" y="4560892"/>
                  <a:pt x="5374739" y="4930668"/>
                </a:cubicBezTo>
                <a:cubicBezTo>
                  <a:pt x="5439949" y="5136954"/>
                  <a:pt x="5609555" y="5300818"/>
                  <a:pt x="5827286" y="5333035"/>
                </a:cubicBezTo>
                <a:cubicBezTo>
                  <a:pt x="6032441" y="5363703"/>
                  <a:pt x="6245448" y="5316686"/>
                  <a:pt x="6445223" y="5271967"/>
                </a:cubicBezTo>
                <a:cubicBezTo>
                  <a:pt x="6551217" y="5248298"/>
                  <a:pt x="6656339" y="5219126"/>
                  <a:pt x="6759498" y="5184986"/>
                </a:cubicBezTo>
                <a:cubicBezTo>
                  <a:pt x="6866001" y="5149776"/>
                  <a:pt x="6972795" y="5115582"/>
                  <a:pt x="7077263" y="5074336"/>
                </a:cubicBezTo>
                <a:cubicBezTo>
                  <a:pt x="7148871" y="5045912"/>
                  <a:pt x="7201868" y="5002903"/>
                  <a:pt x="7239380" y="4936224"/>
                </a:cubicBezTo>
                <a:cubicBezTo>
                  <a:pt x="7282708" y="4859822"/>
                  <a:pt x="7276893" y="4766750"/>
                  <a:pt x="7240471" y="4690188"/>
                </a:cubicBezTo>
                <a:cubicBezTo>
                  <a:pt x="7207684" y="4621372"/>
                  <a:pt x="7156867" y="4575371"/>
                  <a:pt x="7085042" y="4549565"/>
                </a:cubicBezTo>
                <a:cubicBezTo>
                  <a:pt x="7000493" y="4518096"/>
                  <a:pt x="6918344" y="4530117"/>
                  <a:pt x="6840193" y="4576279"/>
                </a:cubicBezTo>
                <a:lnTo>
                  <a:pt x="6840047" y="4576546"/>
                </a:lnTo>
              </a:path>
            </a:pathLst>
          </a:custGeom>
          <a:solidFill>
            <a:srgbClr val="BFE5FF">
              <a:alpha val="27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333124" y="846695"/>
            <a:ext cx="640080" cy="640080"/>
          </a:xfrm>
          <a:custGeom>
            <a:avLst/>
            <a:gdLst/>
            <a:ahLst/>
            <a:cxnLst/>
            <a:rect l="l" t="t" r="r" b="b"/>
            <a:pathLst>
              <a:path w="640080" h="640080">
                <a:moveTo>
                  <a:pt x="0" y="320040"/>
                </a:moveTo>
                <a:cubicBezTo>
                  <a:pt x="0" y="143288"/>
                  <a:pt x="143288" y="0"/>
                  <a:pt x="320040" y="0"/>
                </a:cubicBezTo>
                <a:cubicBezTo>
                  <a:pt x="496792" y="0"/>
                  <a:pt x="640080" y="143288"/>
                  <a:pt x="640080" y="320040"/>
                </a:cubicBezTo>
                <a:cubicBezTo>
                  <a:pt x="640080" y="496792"/>
                  <a:pt x="496792" y="640080"/>
                  <a:pt x="320040" y="640080"/>
                </a:cubicBezTo>
                <a:cubicBezTo>
                  <a:pt x="143288" y="640080"/>
                  <a:pt x="0" y="496792"/>
                  <a:pt x="0" y="320040"/>
                </a:cubicBezTo>
              </a:path>
            </a:pathLst>
          </a:custGeom>
          <a:solidFill>
            <a:srgbClr val="40AF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163870" y="405018"/>
            <a:ext cx="382770" cy="382770"/>
          </a:xfrm>
          <a:custGeom>
            <a:avLst/>
            <a:gdLst/>
            <a:ahLst/>
            <a:cxnLst/>
            <a:rect l="l" t="t" r="r" b="b"/>
            <a:pathLst>
              <a:path w="382770" h="382770">
                <a:moveTo>
                  <a:pt x="263729" y="20899"/>
                </a:moveTo>
                <a:lnTo>
                  <a:pt x="274408" y="88420"/>
                </a:lnTo>
                <a:cubicBezTo>
                  <a:pt x="279763" y="122284"/>
                  <a:pt x="296865" y="153173"/>
                  <a:pt x="322718" y="175692"/>
                </a:cubicBezTo>
                <a:lnTo>
                  <a:pt x="374269" y="220587"/>
                </a:lnTo>
                <a:cubicBezTo>
                  <a:pt x="381523" y="226906"/>
                  <a:pt x="384466" y="236858"/>
                  <a:pt x="381806" y="246106"/>
                </a:cubicBezTo>
                <a:cubicBezTo>
                  <a:pt x="379149" y="255354"/>
                  <a:pt x="371375" y="262228"/>
                  <a:pt x="361871" y="263729"/>
                </a:cubicBezTo>
                <a:lnTo>
                  <a:pt x="294351" y="274408"/>
                </a:lnTo>
                <a:cubicBezTo>
                  <a:pt x="260487" y="279763"/>
                  <a:pt x="229597" y="296865"/>
                  <a:pt x="207079" y="322718"/>
                </a:cubicBezTo>
                <a:lnTo>
                  <a:pt x="162184" y="374269"/>
                </a:lnTo>
                <a:cubicBezTo>
                  <a:pt x="155864" y="381523"/>
                  <a:pt x="145912" y="384466"/>
                  <a:pt x="136664" y="381806"/>
                </a:cubicBezTo>
                <a:cubicBezTo>
                  <a:pt x="127417" y="379149"/>
                  <a:pt x="120542" y="371375"/>
                  <a:pt x="119042" y="361871"/>
                </a:cubicBezTo>
                <a:lnTo>
                  <a:pt x="108362" y="294351"/>
                </a:lnTo>
                <a:cubicBezTo>
                  <a:pt x="103007" y="260487"/>
                  <a:pt x="85905" y="229597"/>
                  <a:pt x="60053" y="207079"/>
                </a:cubicBezTo>
                <a:lnTo>
                  <a:pt x="8501" y="162184"/>
                </a:lnTo>
                <a:cubicBezTo>
                  <a:pt x="1248" y="155864"/>
                  <a:pt x="-1696" y="145912"/>
                  <a:pt x="965" y="136664"/>
                </a:cubicBezTo>
                <a:cubicBezTo>
                  <a:pt x="3621" y="127417"/>
                  <a:pt x="11395" y="120542"/>
                  <a:pt x="20899" y="119042"/>
                </a:cubicBezTo>
                <a:lnTo>
                  <a:pt x="88420" y="108362"/>
                </a:lnTo>
                <a:cubicBezTo>
                  <a:pt x="122284" y="103007"/>
                  <a:pt x="153173" y="85905"/>
                  <a:pt x="175692" y="60053"/>
                </a:cubicBezTo>
                <a:lnTo>
                  <a:pt x="220587" y="8501"/>
                </a:lnTo>
                <a:cubicBezTo>
                  <a:pt x="226906" y="1248"/>
                  <a:pt x="236858" y="-1696"/>
                  <a:pt x="246106" y="965"/>
                </a:cubicBezTo>
                <a:cubicBezTo>
                  <a:pt x="255354" y="3621"/>
                  <a:pt x="262228" y="11395"/>
                  <a:pt x="263729" y="20899"/>
                </a:cubicBezTo>
                <a:lnTo>
                  <a:pt x="263729" y="20899"/>
                </a:lnTo>
              </a:path>
            </a:pathLst>
          </a:custGeom>
          <a:solidFill>
            <a:srgbClr val="BFE5FF">
              <a:alpha val="20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286022" y="2687816"/>
            <a:ext cx="640080" cy="640080"/>
          </a:xfrm>
          <a:custGeom>
            <a:avLst/>
            <a:gdLst/>
            <a:ahLst/>
            <a:cxnLst/>
            <a:rect l="l" t="t" r="r" b="b"/>
            <a:pathLst>
              <a:path w="640080" h="640080">
                <a:moveTo>
                  <a:pt x="0" y="320040"/>
                </a:moveTo>
                <a:cubicBezTo>
                  <a:pt x="0" y="143288"/>
                  <a:pt x="143288" y="0"/>
                  <a:pt x="320040" y="0"/>
                </a:cubicBezTo>
                <a:cubicBezTo>
                  <a:pt x="496792" y="0"/>
                  <a:pt x="640080" y="143288"/>
                  <a:pt x="640080" y="320040"/>
                </a:cubicBezTo>
                <a:cubicBezTo>
                  <a:pt x="640080" y="496792"/>
                  <a:pt x="496792" y="640080"/>
                  <a:pt x="320040" y="640080"/>
                </a:cubicBezTo>
                <a:cubicBezTo>
                  <a:pt x="143288" y="640080"/>
                  <a:pt x="0" y="496792"/>
                  <a:pt x="0" y="320040"/>
                </a:cubicBezTo>
              </a:path>
            </a:pathLst>
          </a:custGeom>
          <a:solidFill>
            <a:srgbClr val="40AF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218798" y="286521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600" dirty="0">
                <a:solidFill>
                  <a:srgbClr val="FFFFFF"/>
                </a:solidFill>
                <a:latin typeface="Lexend Deca Bold" pitchFamily="34" charset="0"/>
                <a:ea typeface="Lexend Deca Bold" pitchFamily="34" charset="-122"/>
                <a:cs typeface="Lexend Deca Bold" pitchFamily="34" charset="-120"/>
              </a:rPr>
              <a:t>Experimental Limitations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201461" y="346241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900"/>
              </a:spcBef>
              <a:buNone/>
            </a:pPr>
            <a:r>
              <a:rPr lang="en-US" sz="1261" dirty="0">
                <a:solidFill>
                  <a:srgbClr val="FFFFFF"/>
                </a:solidFill>
                <a:latin typeface="Lexend Regular" pitchFamily="34" charset="0"/>
                <a:ea typeface="Lexend Regular" pitchFamily="34" charset="-122"/>
                <a:cs typeface="Lexend Regular" pitchFamily="34" charset="-120"/>
              </a:rPr>
              <a:t>Real-world applicability is constrained by controlled experimental settings.</a:t>
            </a:r>
            <a:endParaRPr lang="en-US" sz="1261" dirty="0"/>
          </a:p>
          <a:p>
            <a:pPr marL="0" indent="0" algn="l">
              <a:lnSpc>
                <a:spcPct val="90000"/>
              </a:lnSpc>
              <a:spcBef>
                <a:spcPts val="900"/>
              </a:spcBef>
              <a:buNone/>
            </a:pPr>
            <a:r>
              <a:rPr lang="en-US" sz="1261" dirty="0">
                <a:solidFill>
                  <a:srgbClr val="FFFFFF"/>
                </a:solidFill>
                <a:latin typeface="Lexend Regular" pitchFamily="34" charset="0"/>
                <a:ea typeface="Lexend Regular" pitchFamily="34" charset="-122"/>
                <a:cs typeface="Lexend Regular" pitchFamily="34" charset="-120"/>
              </a:rPr>
              <a:t>Such settings may not accurately reflect real-world scenarios.</a:t>
            </a:r>
            <a:endParaRPr lang="en-US" sz="1261" dirty="0"/>
          </a:p>
        </p:txBody>
      </p:sp>
      <p:sp>
        <p:nvSpPr>
          <p:cNvPr id="15" name="Text 13"/>
          <p:cNvSpPr/>
          <p:nvPr/>
        </p:nvSpPr>
        <p:spPr>
          <a:xfrm>
            <a:off x="5429408" y="2847836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40" h="320040">
                <a:moveTo>
                  <a:pt x="120015" y="0"/>
                </a:moveTo>
                <a:cubicBezTo>
                  <a:pt x="108951" y="0"/>
                  <a:pt x="100013" y="8939"/>
                  <a:pt x="100013" y="20003"/>
                </a:cubicBezTo>
                <a:cubicBezTo>
                  <a:pt x="88949" y="20003"/>
                  <a:pt x="80010" y="28941"/>
                  <a:pt x="80010" y="40005"/>
                </a:cubicBezTo>
                <a:lnTo>
                  <a:pt x="80010" y="180023"/>
                </a:lnTo>
                <a:cubicBezTo>
                  <a:pt x="80010" y="191086"/>
                  <a:pt x="88949" y="200025"/>
                  <a:pt x="100013" y="200025"/>
                </a:cubicBezTo>
                <a:cubicBezTo>
                  <a:pt x="100013" y="211089"/>
                  <a:pt x="108951" y="220028"/>
                  <a:pt x="120015" y="220028"/>
                </a:cubicBezTo>
                <a:lnTo>
                  <a:pt x="140017" y="220028"/>
                </a:lnTo>
                <a:cubicBezTo>
                  <a:pt x="151081" y="220028"/>
                  <a:pt x="160020" y="211089"/>
                  <a:pt x="160020" y="200025"/>
                </a:cubicBezTo>
                <a:cubicBezTo>
                  <a:pt x="171084" y="200025"/>
                  <a:pt x="180023" y="191086"/>
                  <a:pt x="180023" y="180023"/>
                </a:cubicBezTo>
                <a:lnTo>
                  <a:pt x="180023" y="40005"/>
                </a:lnTo>
                <a:cubicBezTo>
                  <a:pt x="180023" y="28941"/>
                  <a:pt x="171084" y="20002"/>
                  <a:pt x="160020" y="20002"/>
                </a:cubicBezTo>
                <a:cubicBezTo>
                  <a:pt x="160020" y="8939"/>
                  <a:pt x="151081" y="0"/>
                  <a:pt x="140018" y="0"/>
                </a:cubicBezTo>
                <a:lnTo>
                  <a:pt x="120015" y="0"/>
                </a:lnTo>
                <a:moveTo>
                  <a:pt x="110014" y="170021"/>
                </a:moveTo>
                <a:lnTo>
                  <a:pt x="110014" y="50006"/>
                </a:lnTo>
                <a:lnTo>
                  <a:pt x="150019" y="50006"/>
                </a:lnTo>
                <a:lnTo>
                  <a:pt x="150019" y="170021"/>
                </a:lnTo>
                <a:lnTo>
                  <a:pt x="110014" y="170021"/>
                </a:lnTo>
                <a:moveTo>
                  <a:pt x="15003" y="290036"/>
                </a:moveTo>
                <a:cubicBezTo>
                  <a:pt x="6689" y="290036"/>
                  <a:pt x="3" y="296725"/>
                  <a:pt x="3" y="305040"/>
                </a:cubicBezTo>
                <a:cubicBezTo>
                  <a:pt x="3" y="313354"/>
                  <a:pt x="6692" y="320043"/>
                  <a:pt x="15007" y="320043"/>
                </a:cubicBezTo>
                <a:lnTo>
                  <a:pt x="200031" y="320043"/>
                </a:lnTo>
                <a:lnTo>
                  <a:pt x="305046" y="320043"/>
                </a:lnTo>
                <a:cubicBezTo>
                  <a:pt x="313361" y="320043"/>
                  <a:pt x="320050" y="313354"/>
                  <a:pt x="320050" y="305043"/>
                </a:cubicBezTo>
                <a:cubicBezTo>
                  <a:pt x="320050" y="296728"/>
                  <a:pt x="313361" y="290043"/>
                  <a:pt x="305049" y="290043"/>
                </a:cubicBezTo>
                <a:lnTo>
                  <a:pt x="279421" y="290043"/>
                </a:lnTo>
                <a:cubicBezTo>
                  <a:pt x="304361" y="268040"/>
                  <a:pt x="320050" y="235847"/>
                  <a:pt x="320050" y="200031"/>
                </a:cubicBezTo>
                <a:cubicBezTo>
                  <a:pt x="320050" y="133774"/>
                  <a:pt x="266293" y="80016"/>
                  <a:pt x="200035" y="80016"/>
                </a:cubicBezTo>
                <a:lnTo>
                  <a:pt x="200035" y="80016"/>
                </a:lnTo>
                <a:lnTo>
                  <a:pt x="200035" y="110020"/>
                </a:lnTo>
                <a:lnTo>
                  <a:pt x="200035" y="110020"/>
                </a:lnTo>
                <a:cubicBezTo>
                  <a:pt x="249727" y="110020"/>
                  <a:pt x="290046" y="150339"/>
                  <a:pt x="290046" y="200031"/>
                </a:cubicBezTo>
                <a:cubicBezTo>
                  <a:pt x="290046" y="249724"/>
                  <a:pt x="249727" y="290043"/>
                  <a:pt x="200035" y="290043"/>
                </a:cubicBezTo>
                <a:lnTo>
                  <a:pt x="200035" y="290043"/>
                </a:lnTo>
                <a:lnTo>
                  <a:pt x="15003" y="290036"/>
                </a:lnTo>
                <a:moveTo>
                  <a:pt x="60008" y="255033"/>
                </a:moveTo>
                <a:cubicBezTo>
                  <a:pt x="60008" y="263348"/>
                  <a:pt x="66696" y="270037"/>
                  <a:pt x="75011" y="270037"/>
                </a:cubicBezTo>
                <a:lnTo>
                  <a:pt x="185025" y="270037"/>
                </a:lnTo>
                <a:cubicBezTo>
                  <a:pt x="193339" y="270037"/>
                  <a:pt x="200028" y="263348"/>
                  <a:pt x="200028" y="255037"/>
                </a:cubicBezTo>
                <a:cubicBezTo>
                  <a:pt x="200028" y="246722"/>
                  <a:pt x="193339" y="240036"/>
                  <a:pt x="185028" y="240036"/>
                </a:cubicBezTo>
                <a:lnTo>
                  <a:pt x="75014" y="240036"/>
                </a:lnTo>
                <a:cubicBezTo>
                  <a:pt x="66700" y="240036"/>
                  <a:pt x="60014" y="246725"/>
                  <a:pt x="60014" y="255040"/>
                </a:cubicBezTo>
                <a:lnTo>
                  <a:pt x="60008" y="255033"/>
                </a:lnTo>
              </a:path>
            </a:pathLst>
          </a:cu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218798" y="100159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600" dirty="0">
                <a:solidFill>
                  <a:srgbClr val="FFFFFF"/>
                </a:solidFill>
                <a:latin typeface="Lexend Deca Bold" pitchFamily="34" charset="0"/>
                <a:ea typeface="Lexend Deca Bold" pitchFamily="34" charset="-122"/>
                <a:cs typeface="Lexend Deca Bold" pitchFamily="34" charset="-120"/>
              </a:rPr>
              <a:t>Dataset Constraints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01461" y="1478031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900"/>
              </a:spcBef>
              <a:buNone/>
            </a:pPr>
            <a:r>
              <a:rPr lang="en-US" sz="1261" dirty="0">
                <a:solidFill>
                  <a:srgbClr val="FFFFFF"/>
                </a:solidFill>
                <a:latin typeface="Lexend Regular" pitchFamily="34" charset="0"/>
                <a:ea typeface="Lexend Regular" pitchFamily="34" charset="-122"/>
                <a:cs typeface="Lexend Regular" pitchFamily="34" charset="-120"/>
              </a:rPr>
              <a:t>Dataset size is often small due to the complexity of data acquisition.</a:t>
            </a:r>
            <a:endParaRPr lang="en-US" sz="1261" dirty="0"/>
          </a:p>
          <a:p>
            <a:pPr marL="0" indent="0" algn="l">
              <a:lnSpc>
                <a:spcPct val="90000"/>
              </a:lnSpc>
              <a:spcBef>
                <a:spcPts val="900"/>
              </a:spcBef>
              <a:buNone/>
            </a:pPr>
            <a:r>
              <a:rPr lang="en-US" sz="1261" dirty="0">
                <a:solidFill>
                  <a:srgbClr val="FFFFFF"/>
                </a:solidFill>
                <a:latin typeface="Lexend Regular" pitchFamily="34" charset="0"/>
                <a:ea typeface="Lexend Regular" pitchFamily="34" charset="-122"/>
                <a:cs typeface="Lexend Regular" pitchFamily="34" charset="-120"/>
              </a:rPr>
              <a:t>This limits the robustness of findings.</a:t>
            </a:r>
            <a:endParaRPr lang="en-US" sz="1261" dirty="0"/>
          </a:p>
        </p:txBody>
      </p:sp>
      <p:sp>
        <p:nvSpPr>
          <p:cNvPr id="18" name="Text 16"/>
          <p:cNvSpPr/>
          <p:nvPr/>
        </p:nvSpPr>
        <p:spPr>
          <a:xfrm>
            <a:off x="5499078" y="1006715"/>
            <a:ext cx="280035" cy="320040"/>
          </a:xfrm>
          <a:custGeom>
            <a:avLst/>
            <a:gdLst/>
            <a:ahLst/>
            <a:cxnLst/>
            <a:rect l="l" t="t" r="r" b="b"/>
            <a:pathLst>
              <a:path w="280035" h="320040">
                <a:moveTo>
                  <a:pt x="250032" y="53757"/>
                </a:moveTo>
                <a:lnTo>
                  <a:pt x="250032" y="109201"/>
                </a:lnTo>
                <a:cubicBezTo>
                  <a:pt x="241718" y="113701"/>
                  <a:pt x="230278" y="118076"/>
                  <a:pt x="215778" y="121641"/>
                </a:cubicBezTo>
                <a:cubicBezTo>
                  <a:pt x="194588" y="126893"/>
                  <a:pt x="168461" y="130016"/>
                  <a:pt x="140017" y="130016"/>
                </a:cubicBezTo>
                <a:cubicBezTo>
                  <a:pt x="111577" y="130016"/>
                  <a:pt x="85447" y="126889"/>
                  <a:pt x="64257" y="121641"/>
                </a:cubicBezTo>
                <a:cubicBezTo>
                  <a:pt x="49754" y="118079"/>
                  <a:pt x="38317" y="113765"/>
                  <a:pt x="30003" y="109201"/>
                </a:cubicBezTo>
                <a:lnTo>
                  <a:pt x="30003" y="53757"/>
                </a:lnTo>
                <a:lnTo>
                  <a:pt x="30378" y="53443"/>
                </a:lnTo>
                <a:cubicBezTo>
                  <a:pt x="33691" y="50630"/>
                  <a:pt x="40317" y="46755"/>
                  <a:pt x="51131" y="42879"/>
                </a:cubicBezTo>
                <a:cubicBezTo>
                  <a:pt x="72448" y="35316"/>
                  <a:pt x="103887" y="30004"/>
                  <a:pt x="140017" y="30004"/>
                </a:cubicBezTo>
                <a:cubicBezTo>
                  <a:pt x="176147" y="30004"/>
                  <a:pt x="207587" y="35316"/>
                  <a:pt x="228903" y="42879"/>
                </a:cubicBezTo>
                <a:cubicBezTo>
                  <a:pt x="239718" y="46755"/>
                  <a:pt x="246279" y="50630"/>
                  <a:pt x="249657" y="53443"/>
                </a:cubicBezTo>
                <a:lnTo>
                  <a:pt x="250032" y="53757"/>
                </a:lnTo>
                <a:moveTo>
                  <a:pt x="250032" y="142207"/>
                </a:moveTo>
                <a:lnTo>
                  <a:pt x="250032" y="189211"/>
                </a:lnTo>
                <a:cubicBezTo>
                  <a:pt x="241718" y="193711"/>
                  <a:pt x="230278" y="198086"/>
                  <a:pt x="215778" y="201651"/>
                </a:cubicBezTo>
                <a:cubicBezTo>
                  <a:pt x="194588" y="206903"/>
                  <a:pt x="168461" y="210026"/>
                  <a:pt x="140017" y="210026"/>
                </a:cubicBezTo>
                <a:cubicBezTo>
                  <a:pt x="111577" y="210026"/>
                  <a:pt x="85447" y="206899"/>
                  <a:pt x="64257" y="201651"/>
                </a:cubicBezTo>
                <a:cubicBezTo>
                  <a:pt x="49754" y="198089"/>
                  <a:pt x="38317" y="193775"/>
                  <a:pt x="30003" y="189211"/>
                </a:cubicBezTo>
                <a:lnTo>
                  <a:pt x="30003" y="142207"/>
                </a:lnTo>
                <a:cubicBezTo>
                  <a:pt x="38317" y="145519"/>
                  <a:pt x="47443" y="148396"/>
                  <a:pt x="57068" y="150771"/>
                </a:cubicBezTo>
                <a:cubicBezTo>
                  <a:pt x="80947" y="156647"/>
                  <a:pt x="109513" y="160023"/>
                  <a:pt x="140017" y="160023"/>
                </a:cubicBezTo>
                <a:cubicBezTo>
                  <a:pt x="170522" y="160023"/>
                  <a:pt x="199088" y="156647"/>
                  <a:pt x="222966" y="150771"/>
                </a:cubicBezTo>
                <a:cubicBezTo>
                  <a:pt x="232591" y="148396"/>
                  <a:pt x="241718" y="145583"/>
                  <a:pt x="250032" y="142207"/>
                </a:cubicBezTo>
                <a:lnTo>
                  <a:pt x="250032" y="142207"/>
                </a:lnTo>
                <a:moveTo>
                  <a:pt x="30003" y="266283"/>
                </a:moveTo>
                <a:lnTo>
                  <a:pt x="30003" y="222277"/>
                </a:lnTo>
                <a:cubicBezTo>
                  <a:pt x="38317" y="225590"/>
                  <a:pt x="47444" y="228467"/>
                  <a:pt x="57068" y="230842"/>
                </a:cubicBezTo>
                <a:cubicBezTo>
                  <a:pt x="80947" y="236654"/>
                  <a:pt x="109513" y="240030"/>
                  <a:pt x="140017" y="240030"/>
                </a:cubicBezTo>
                <a:cubicBezTo>
                  <a:pt x="170522" y="240030"/>
                  <a:pt x="199088" y="236654"/>
                  <a:pt x="222967" y="230778"/>
                </a:cubicBezTo>
                <a:cubicBezTo>
                  <a:pt x="232591" y="228403"/>
                  <a:pt x="241718" y="225590"/>
                  <a:pt x="250032" y="222213"/>
                </a:cubicBezTo>
                <a:lnTo>
                  <a:pt x="250032" y="266219"/>
                </a:lnTo>
                <a:lnTo>
                  <a:pt x="249657" y="266533"/>
                </a:lnTo>
                <a:cubicBezTo>
                  <a:pt x="246344" y="269346"/>
                  <a:pt x="239718" y="273221"/>
                  <a:pt x="228903" y="277097"/>
                </a:cubicBezTo>
                <a:cubicBezTo>
                  <a:pt x="207587" y="284724"/>
                  <a:pt x="176148" y="290036"/>
                  <a:pt x="140017" y="290036"/>
                </a:cubicBezTo>
                <a:cubicBezTo>
                  <a:pt x="103887" y="290036"/>
                  <a:pt x="72448" y="284724"/>
                  <a:pt x="51132" y="277161"/>
                </a:cubicBezTo>
                <a:cubicBezTo>
                  <a:pt x="40317" y="273285"/>
                  <a:pt x="33755" y="269410"/>
                  <a:pt x="30378" y="266597"/>
                </a:cubicBezTo>
                <a:lnTo>
                  <a:pt x="30003" y="266283"/>
                </a:lnTo>
                <a:moveTo>
                  <a:pt x="251343" y="264971"/>
                </a:moveTo>
                <a:cubicBezTo>
                  <a:pt x="251343" y="264971"/>
                  <a:pt x="251343" y="265035"/>
                  <a:pt x="251217" y="265096"/>
                </a:cubicBezTo>
                <a:lnTo>
                  <a:pt x="251278" y="264971"/>
                </a:lnTo>
                <a:cubicBezTo>
                  <a:pt x="251278" y="264971"/>
                  <a:pt x="251278" y="264971"/>
                  <a:pt x="251278" y="264907"/>
                </a:cubicBezTo>
                <a:lnTo>
                  <a:pt x="251343" y="264971"/>
                </a:lnTo>
                <a:moveTo>
                  <a:pt x="28754" y="264971"/>
                </a:moveTo>
                <a:cubicBezTo>
                  <a:pt x="28754" y="264971"/>
                  <a:pt x="28754" y="265035"/>
                  <a:pt x="28880" y="265096"/>
                </a:cubicBezTo>
                <a:cubicBezTo>
                  <a:pt x="28818" y="265032"/>
                  <a:pt x="28818" y="264971"/>
                  <a:pt x="28754" y="264971"/>
                </a:cubicBezTo>
                <a:moveTo>
                  <a:pt x="28754" y="55069"/>
                </a:moveTo>
                <a:cubicBezTo>
                  <a:pt x="28754" y="55069"/>
                  <a:pt x="28816" y="55005"/>
                  <a:pt x="28880" y="54944"/>
                </a:cubicBezTo>
                <a:cubicBezTo>
                  <a:pt x="28818" y="55008"/>
                  <a:pt x="28754" y="55069"/>
                  <a:pt x="28754" y="55069"/>
                </a:cubicBezTo>
                <a:moveTo>
                  <a:pt x="251281" y="54944"/>
                </a:moveTo>
                <a:cubicBezTo>
                  <a:pt x="251343" y="55008"/>
                  <a:pt x="251407" y="55069"/>
                  <a:pt x="251407" y="55069"/>
                </a:cubicBezTo>
                <a:cubicBezTo>
                  <a:pt x="251407" y="55069"/>
                  <a:pt x="251407" y="55005"/>
                  <a:pt x="251281" y="54944"/>
                </a:cubicBezTo>
                <a:moveTo>
                  <a:pt x="280035" y="270034"/>
                </a:moveTo>
                <a:lnTo>
                  <a:pt x="280035" y="50006"/>
                </a:lnTo>
                <a:cubicBezTo>
                  <a:pt x="280035" y="22377"/>
                  <a:pt x="217341" y="0"/>
                  <a:pt x="140017" y="0"/>
                </a:cubicBezTo>
                <a:cubicBezTo>
                  <a:pt x="62694" y="0"/>
                  <a:pt x="0" y="22377"/>
                  <a:pt x="0" y="50006"/>
                </a:cubicBezTo>
                <a:lnTo>
                  <a:pt x="0" y="270034"/>
                </a:lnTo>
                <a:cubicBezTo>
                  <a:pt x="0" y="297663"/>
                  <a:pt x="62694" y="320040"/>
                  <a:pt x="140017" y="320040"/>
                </a:cubicBezTo>
                <a:cubicBezTo>
                  <a:pt x="217341" y="320040"/>
                  <a:pt x="280035" y="297663"/>
                  <a:pt x="280035" y="270034"/>
                </a:cubicBezTo>
              </a:path>
            </a:pathLst>
          </a:cu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296566" y="2296407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296566" y="2783404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900"/>
              </a:spcBef>
              <a:buNone/>
            </a:pPr>
            <a:endParaRPr lang="en-US" sz="1261" dirty="0"/>
          </a:p>
        </p:txBody>
      </p:sp>
      <p:sp>
        <p:nvSpPr>
          <p:cNvPr id="22" name="Text 20"/>
          <p:cNvSpPr/>
          <p:nvPr/>
        </p:nvSpPr>
        <p:spPr>
          <a:xfrm>
            <a:off x="6296566" y="846695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296566" y="1333692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900"/>
              </a:spcBef>
              <a:buNone/>
            </a:pPr>
            <a:endParaRPr lang="en-US" sz="1261" dirty="0"/>
          </a:p>
        </p:txBody>
      </p:sp>
      <p:sp>
        <p:nvSpPr>
          <p:cNvPr id="25" name="Text 23"/>
          <p:cNvSpPr/>
          <p:nvPr/>
        </p:nvSpPr>
        <p:spPr>
          <a:xfrm>
            <a:off x="-740928" y="-1531565"/>
            <a:ext cx="2743200" cy="2743200"/>
          </a:xfrm>
          <a:custGeom>
            <a:avLst/>
            <a:gdLst/>
            <a:ahLst/>
            <a:cxnLst/>
            <a:rect l="l" t="t" r="r" b="b"/>
            <a:pathLst>
              <a:path w="2743200" h="2743200">
                <a:moveTo>
                  <a:pt x="0" y="1371600"/>
                </a:moveTo>
                <a:cubicBezTo>
                  <a:pt x="0" y="614093"/>
                  <a:pt x="614093" y="0"/>
                  <a:pt x="1371600" y="0"/>
                </a:cubicBezTo>
                <a:cubicBezTo>
                  <a:pt x="2129107" y="0"/>
                  <a:pt x="2743200" y="614093"/>
                  <a:pt x="2743200" y="1371600"/>
                </a:cubicBezTo>
                <a:cubicBezTo>
                  <a:pt x="2743200" y="2129107"/>
                  <a:pt x="2129107" y="2743200"/>
                  <a:pt x="1371600" y="2743200"/>
                </a:cubicBezTo>
                <a:cubicBezTo>
                  <a:pt x="614093" y="2743200"/>
                  <a:pt x="0" y="2129107"/>
                  <a:pt x="0" y="1371600"/>
                </a:cubicBezTo>
              </a:path>
            </a:pathLst>
          </a:custGeom>
          <a:gradFill>
            <a:gsLst>
              <a:gs pos="0">
                <a:srgbClr val="FFFFFF">
                  <a:alpha val="100000"/>
                </a:srgbClr>
              </a:gs>
              <a:gs pos="100000">
                <a:srgbClr val="BFE5FF">
                  <a:alpha val="100000"/>
                </a:srgbClr>
              </a:gs>
            </a:gsLst>
            <a:lin ang="5400000"/>
          </a:gra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02919" y="17233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42455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83604" y="6508085"/>
            <a:ext cx="5760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508085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88888"/>
                </a:solidFill>
                <a:latin typeface="Lexend Regular" pitchFamily="34" charset="0"/>
                <a:ea typeface="Lexend Regular" pitchFamily="34" charset="-122"/>
                <a:cs typeface="Lexend Regular" pitchFamily="34" charset="-120"/>
              </a:rPr>
              <a:t>10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12192000" cy="3998053"/>
          </a:xfrm>
          <a:prstGeom prst="rect">
            <a:avLst/>
          </a:prstGeom>
          <a:blipFill>
            <a:blip r:embed="rId3"/>
            <a:srcRect/>
            <a:stretch>
              <a:fillRect t="-51848" b="-51848"/>
            </a:stretch>
          </a:blip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0" y="0"/>
            <a:ext cx="12192000" cy="3998053"/>
          </a:xfrm>
          <a:prstGeom prst="rect">
            <a:avLst/>
          </a:prstGeom>
          <a:solidFill>
            <a:srgbClr val="80CAFF">
              <a:alpha val="60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316800" y="467675"/>
            <a:ext cx="1875200" cy="186303"/>
          </a:xfrm>
          <a:custGeom>
            <a:avLst/>
            <a:gdLst/>
            <a:ahLst/>
            <a:cxnLst/>
            <a:rect l="l" t="t" r="r" b="b"/>
            <a:pathLst>
              <a:path w="1875200" h="186303">
                <a:moveTo>
                  <a:pt x="1875200" y="237"/>
                </a:moveTo>
                <a:cubicBezTo>
                  <a:pt x="1820707" y="-3054"/>
                  <a:pt x="1766232" y="27917"/>
                  <a:pt x="1711739" y="93151"/>
                </a:cubicBezTo>
                <a:cubicBezTo>
                  <a:pt x="1607984" y="217354"/>
                  <a:pt x="1504248" y="217354"/>
                  <a:pt x="1400512" y="93151"/>
                </a:cubicBezTo>
                <a:cubicBezTo>
                  <a:pt x="1296776" y="-31051"/>
                  <a:pt x="1193040" y="-31051"/>
                  <a:pt x="1089304" y="93151"/>
                </a:cubicBezTo>
                <a:cubicBezTo>
                  <a:pt x="985568" y="217354"/>
                  <a:pt x="881813" y="217354"/>
                  <a:pt x="778077" y="93151"/>
                </a:cubicBezTo>
                <a:cubicBezTo>
                  <a:pt x="674341" y="-31051"/>
                  <a:pt x="570605" y="-31051"/>
                  <a:pt x="466850" y="93151"/>
                </a:cubicBezTo>
                <a:cubicBezTo>
                  <a:pt x="363114" y="217354"/>
                  <a:pt x="259378" y="217354"/>
                  <a:pt x="155623" y="93151"/>
                </a:cubicBezTo>
                <a:cubicBezTo>
                  <a:pt x="103736" y="31038"/>
                  <a:pt x="51868" y="-11"/>
                  <a:pt x="-19" y="0"/>
                </a:cubicBezTo>
              </a:path>
            </a:pathLst>
          </a:custGeom>
          <a:noFill/>
          <a:ln w="28575">
            <a:solidFill>
              <a:srgbClr val="FFFFFF">
                <a:alpha val="1700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0316115" y="737494"/>
            <a:ext cx="1875199" cy="186303"/>
          </a:xfrm>
          <a:custGeom>
            <a:avLst/>
            <a:gdLst/>
            <a:ahLst/>
            <a:cxnLst/>
            <a:rect l="l" t="t" r="r" b="b"/>
            <a:pathLst>
              <a:path w="1875199" h="186303">
                <a:moveTo>
                  <a:pt x="1875199" y="237"/>
                </a:moveTo>
                <a:cubicBezTo>
                  <a:pt x="1820706" y="-3055"/>
                  <a:pt x="1766231" y="27917"/>
                  <a:pt x="1711738" y="93151"/>
                </a:cubicBezTo>
                <a:cubicBezTo>
                  <a:pt x="1608002" y="217354"/>
                  <a:pt x="1504266" y="217354"/>
                  <a:pt x="1400511" y="93151"/>
                </a:cubicBezTo>
                <a:cubicBezTo>
                  <a:pt x="1296775" y="-31051"/>
                  <a:pt x="1193039" y="-31051"/>
                  <a:pt x="1089303" y="93151"/>
                </a:cubicBezTo>
                <a:cubicBezTo>
                  <a:pt x="985567" y="217354"/>
                  <a:pt x="881831" y="217354"/>
                  <a:pt x="778095" y="93151"/>
                </a:cubicBezTo>
                <a:cubicBezTo>
                  <a:pt x="674340" y="-31051"/>
                  <a:pt x="570604" y="-31051"/>
                  <a:pt x="466868" y="93151"/>
                </a:cubicBezTo>
                <a:cubicBezTo>
                  <a:pt x="363132" y="217354"/>
                  <a:pt x="259396" y="217354"/>
                  <a:pt x="155641" y="93151"/>
                </a:cubicBezTo>
                <a:cubicBezTo>
                  <a:pt x="103755" y="31040"/>
                  <a:pt x="51887" y="-11"/>
                  <a:pt x="0" y="0"/>
                </a:cubicBezTo>
              </a:path>
            </a:pathLst>
          </a:custGeom>
          <a:noFill/>
          <a:ln w="28575">
            <a:solidFill>
              <a:srgbClr val="FFFFFF">
                <a:alpha val="1700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0315429" y="1007313"/>
            <a:ext cx="1875203" cy="186302"/>
          </a:xfrm>
          <a:custGeom>
            <a:avLst/>
            <a:gdLst/>
            <a:ahLst/>
            <a:cxnLst/>
            <a:rect l="l" t="t" r="r" b="b"/>
            <a:pathLst>
              <a:path w="1875203" h="186302">
                <a:moveTo>
                  <a:pt x="1875203" y="237"/>
                </a:moveTo>
                <a:cubicBezTo>
                  <a:pt x="1820710" y="-3055"/>
                  <a:pt x="1766235" y="27917"/>
                  <a:pt x="1711742" y="93151"/>
                </a:cubicBezTo>
                <a:cubicBezTo>
                  <a:pt x="1608005" y="217351"/>
                  <a:pt x="1504269" y="217351"/>
                  <a:pt x="1400533" y="93151"/>
                </a:cubicBezTo>
                <a:cubicBezTo>
                  <a:pt x="1296778" y="-31051"/>
                  <a:pt x="1193042" y="-31051"/>
                  <a:pt x="1089305" y="93151"/>
                </a:cubicBezTo>
                <a:cubicBezTo>
                  <a:pt x="985569" y="217351"/>
                  <a:pt x="881833" y="217351"/>
                  <a:pt x="778097" y="93151"/>
                </a:cubicBezTo>
                <a:cubicBezTo>
                  <a:pt x="674360" y="-31051"/>
                  <a:pt x="570624" y="-31051"/>
                  <a:pt x="466869" y="93151"/>
                </a:cubicBezTo>
                <a:cubicBezTo>
                  <a:pt x="363133" y="217351"/>
                  <a:pt x="259397" y="217351"/>
                  <a:pt x="155642" y="93151"/>
                </a:cubicBezTo>
                <a:cubicBezTo>
                  <a:pt x="103755" y="31040"/>
                  <a:pt x="51887" y="-11"/>
                  <a:pt x="0" y="-2"/>
                </a:cubicBezTo>
              </a:path>
            </a:pathLst>
          </a:custGeom>
          <a:noFill/>
          <a:ln w="28575">
            <a:solidFill>
              <a:srgbClr val="FFFFFF">
                <a:alpha val="1700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0314744" y="1277132"/>
            <a:ext cx="1875201" cy="186302"/>
          </a:xfrm>
          <a:custGeom>
            <a:avLst/>
            <a:gdLst/>
            <a:ahLst/>
            <a:cxnLst/>
            <a:rect l="l" t="t" r="r" b="b"/>
            <a:pathLst>
              <a:path w="1875201" h="186302">
                <a:moveTo>
                  <a:pt x="1875201" y="239"/>
                </a:moveTo>
                <a:cubicBezTo>
                  <a:pt x="1820708" y="-3052"/>
                  <a:pt x="1766233" y="27921"/>
                  <a:pt x="1711740" y="93153"/>
                </a:cubicBezTo>
                <a:cubicBezTo>
                  <a:pt x="1608004" y="217353"/>
                  <a:pt x="1504268" y="217353"/>
                  <a:pt x="1400531" y="93153"/>
                </a:cubicBezTo>
                <a:cubicBezTo>
                  <a:pt x="1296795" y="-31047"/>
                  <a:pt x="1193059" y="-31047"/>
                  <a:pt x="1089304" y="93153"/>
                </a:cubicBezTo>
                <a:cubicBezTo>
                  <a:pt x="985568" y="217353"/>
                  <a:pt x="881832" y="217353"/>
                  <a:pt x="778096" y="93153"/>
                </a:cubicBezTo>
                <a:cubicBezTo>
                  <a:pt x="674360" y="-31047"/>
                  <a:pt x="570624" y="-31047"/>
                  <a:pt x="466869" y="93153"/>
                </a:cubicBezTo>
                <a:cubicBezTo>
                  <a:pt x="363133" y="217353"/>
                  <a:pt x="259397" y="217353"/>
                  <a:pt x="155642" y="93153"/>
                </a:cubicBezTo>
                <a:cubicBezTo>
                  <a:pt x="103755" y="31043"/>
                  <a:pt x="51887" y="-13"/>
                  <a:pt x="0" y="0"/>
                </a:cubicBezTo>
              </a:path>
            </a:pathLst>
          </a:custGeom>
          <a:noFill/>
          <a:ln w="28575">
            <a:solidFill>
              <a:srgbClr val="FFFFFF">
                <a:alpha val="1700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02920" y="1796007"/>
            <a:ext cx="11101250" cy="789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800" dirty="0">
                <a:solidFill>
                  <a:srgbClr val="003860"/>
                </a:solidFill>
                <a:latin typeface="Lexend Deca Regular" pitchFamily="34" charset="0"/>
                <a:ea typeface="Lexend Deca Regular" pitchFamily="34" charset="-122"/>
                <a:cs typeface="Lexend Deca Regular" pitchFamily="34" charset="-120"/>
              </a:rPr>
              <a:t>Literature Review 3 - Future Scope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5559684" y="3827248"/>
            <a:ext cx="8358535" cy="2784994"/>
          </a:xfrm>
          <a:custGeom>
            <a:avLst/>
            <a:gdLst/>
            <a:ahLst/>
            <a:cxnLst/>
            <a:rect l="l" t="t" r="r" b="b"/>
            <a:pathLst>
              <a:path w="8358535" h="2784994">
                <a:moveTo>
                  <a:pt x="525668" y="1392971"/>
                </a:moveTo>
                <a:cubicBezTo>
                  <a:pt x="568882" y="1316662"/>
                  <a:pt x="617111" y="1243639"/>
                  <a:pt x="663751" y="1169419"/>
                </a:cubicBezTo>
                <a:cubicBezTo>
                  <a:pt x="650796" y="1188469"/>
                  <a:pt x="637756" y="1207351"/>
                  <a:pt x="624800" y="1226400"/>
                </a:cubicBezTo>
                <a:cubicBezTo>
                  <a:pt x="693675" y="1136723"/>
                  <a:pt x="763970" y="1049135"/>
                  <a:pt x="840283" y="965892"/>
                </a:cubicBezTo>
                <a:cubicBezTo>
                  <a:pt x="915343" y="884013"/>
                  <a:pt x="996254" y="809542"/>
                  <a:pt x="1076245" y="732843"/>
                </a:cubicBezTo>
                <a:cubicBezTo>
                  <a:pt x="1060029" y="746462"/>
                  <a:pt x="1044232" y="759969"/>
                  <a:pt x="1028016" y="773588"/>
                </a:cubicBezTo>
                <a:cubicBezTo>
                  <a:pt x="1084771" y="726995"/>
                  <a:pt x="1141442" y="682045"/>
                  <a:pt x="1207975" y="649990"/>
                </a:cubicBezTo>
                <a:cubicBezTo>
                  <a:pt x="1190005" y="658401"/>
                  <a:pt x="1172034" y="666811"/>
                  <a:pt x="1153729" y="675222"/>
                </a:cubicBezTo>
                <a:cubicBezTo>
                  <a:pt x="1184739" y="661074"/>
                  <a:pt x="1216418" y="650101"/>
                  <a:pt x="1250270" y="643557"/>
                </a:cubicBezTo>
                <a:cubicBezTo>
                  <a:pt x="1231129" y="646982"/>
                  <a:pt x="1211988" y="650352"/>
                  <a:pt x="1192763" y="653777"/>
                </a:cubicBezTo>
                <a:cubicBezTo>
                  <a:pt x="1220513" y="649182"/>
                  <a:pt x="1248013" y="647595"/>
                  <a:pt x="1275847" y="649544"/>
                </a:cubicBezTo>
                <a:cubicBezTo>
                  <a:pt x="1256455" y="648096"/>
                  <a:pt x="1237398" y="646620"/>
                  <a:pt x="1218006" y="645172"/>
                </a:cubicBezTo>
                <a:cubicBezTo>
                  <a:pt x="1245171" y="647929"/>
                  <a:pt x="1271417" y="653722"/>
                  <a:pt x="1297328" y="662578"/>
                </a:cubicBezTo>
                <a:cubicBezTo>
                  <a:pt x="1279190" y="656145"/>
                  <a:pt x="1260634" y="649767"/>
                  <a:pt x="1242496" y="643389"/>
                </a:cubicBezTo>
                <a:cubicBezTo>
                  <a:pt x="1274008" y="655114"/>
                  <a:pt x="1303514" y="670320"/>
                  <a:pt x="1331598" y="689203"/>
                </a:cubicBezTo>
                <a:cubicBezTo>
                  <a:pt x="1315216" y="678035"/>
                  <a:pt x="1298749" y="666644"/>
                  <a:pt x="1282450" y="655476"/>
                </a:cubicBezTo>
                <a:cubicBezTo>
                  <a:pt x="1321150" y="682602"/>
                  <a:pt x="1355002" y="714323"/>
                  <a:pt x="1385594" y="750110"/>
                </a:cubicBezTo>
                <a:cubicBezTo>
                  <a:pt x="1373057" y="735155"/>
                  <a:pt x="1360268" y="720005"/>
                  <a:pt x="1347730" y="705105"/>
                </a:cubicBezTo>
                <a:cubicBezTo>
                  <a:pt x="1378490" y="742201"/>
                  <a:pt x="1403732" y="781469"/>
                  <a:pt x="1424545" y="824915"/>
                </a:cubicBezTo>
                <a:cubicBezTo>
                  <a:pt x="1416521" y="807704"/>
                  <a:pt x="1408580" y="790827"/>
                  <a:pt x="1400556" y="773532"/>
                </a:cubicBezTo>
                <a:cubicBezTo>
                  <a:pt x="1442432" y="863543"/>
                  <a:pt x="1468093" y="958957"/>
                  <a:pt x="1485980" y="1056209"/>
                </a:cubicBezTo>
                <a:cubicBezTo>
                  <a:pt x="1482637" y="1037438"/>
                  <a:pt x="1479210" y="1019029"/>
                  <a:pt x="1475783" y="1000203"/>
                </a:cubicBezTo>
                <a:cubicBezTo>
                  <a:pt x="1511558" y="1199079"/>
                  <a:pt x="1518997" y="1402662"/>
                  <a:pt x="1567643" y="1599534"/>
                </a:cubicBezTo>
                <a:cubicBezTo>
                  <a:pt x="1617627" y="1801585"/>
                  <a:pt x="1723614" y="2012047"/>
                  <a:pt x="1886187" y="2146479"/>
                </a:cubicBezTo>
                <a:cubicBezTo>
                  <a:pt x="2067735" y="2296701"/>
                  <a:pt x="2309547" y="2352206"/>
                  <a:pt x="2535980" y="2280325"/>
                </a:cubicBezTo>
                <a:cubicBezTo>
                  <a:pt x="2716858" y="2222982"/>
                  <a:pt x="2870990" y="2093146"/>
                  <a:pt x="2991520" y="1949858"/>
                </a:cubicBezTo>
                <a:cubicBezTo>
                  <a:pt x="3127262" y="1788551"/>
                  <a:pt x="3229404" y="1602458"/>
                  <a:pt x="3348011" y="1428813"/>
                </a:cubicBezTo>
                <a:cubicBezTo>
                  <a:pt x="3334889" y="1448058"/>
                  <a:pt x="3321431" y="1467274"/>
                  <a:pt x="3308308" y="1486574"/>
                </a:cubicBezTo>
                <a:cubicBezTo>
                  <a:pt x="3461102" y="1264109"/>
                  <a:pt x="3636464" y="1056348"/>
                  <a:pt x="3842502" y="881283"/>
                </a:cubicBezTo>
                <a:cubicBezTo>
                  <a:pt x="3824114" y="896824"/>
                  <a:pt x="3805558" y="912587"/>
                  <a:pt x="3787252" y="928183"/>
                </a:cubicBezTo>
                <a:cubicBezTo>
                  <a:pt x="3920487" y="815975"/>
                  <a:pt x="4065926" y="719113"/>
                  <a:pt x="4223735" y="645255"/>
                </a:cubicBezTo>
                <a:cubicBezTo>
                  <a:pt x="4202087" y="655337"/>
                  <a:pt x="4180438" y="665446"/>
                  <a:pt x="4159040" y="675333"/>
                </a:cubicBezTo>
                <a:cubicBezTo>
                  <a:pt x="4273886" y="622585"/>
                  <a:pt x="4394751" y="580643"/>
                  <a:pt x="4519544" y="558029"/>
                </a:cubicBezTo>
                <a:cubicBezTo>
                  <a:pt x="4496056" y="562179"/>
                  <a:pt x="4472652" y="566412"/>
                  <a:pt x="4449248" y="570562"/>
                </a:cubicBezTo>
                <a:cubicBezTo>
                  <a:pt x="4500821" y="561761"/>
                  <a:pt x="4552560" y="557472"/>
                  <a:pt x="4604884" y="560842"/>
                </a:cubicBezTo>
                <a:cubicBezTo>
                  <a:pt x="4580895" y="558893"/>
                  <a:pt x="4557074" y="557249"/>
                  <a:pt x="4533085" y="555272"/>
                </a:cubicBezTo>
                <a:cubicBezTo>
                  <a:pt x="4568525" y="558363"/>
                  <a:pt x="4602628" y="564908"/>
                  <a:pt x="4636062" y="576494"/>
                </a:cubicBezTo>
                <a:cubicBezTo>
                  <a:pt x="4612992" y="568473"/>
                  <a:pt x="4589839" y="560424"/>
                  <a:pt x="4567104" y="552404"/>
                </a:cubicBezTo>
                <a:cubicBezTo>
                  <a:pt x="4593266" y="562151"/>
                  <a:pt x="4617589" y="574405"/>
                  <a:pt x="4640910" y="589750"/>
                </a:cubicBezTo>
                <a:cubicBezTo>
                  <a:pt x="4619846" y="575435"/>
                  <a:pt x="4599368" y="561065"/>
                  <a:pt x="4578304" y="546750"/>
                </a:cubicBezTo>
                <a:cubicBezTo>
                  <a:pt x="4611320" y="569503"/>
                  <a:pt x="4639907" y="596379"/>
                  <a:pt x="4666069" y="626763"/>
                </a:cubicBezTo>
                <a:cubicBezTo>
                  <a:pt x="4649686" y="607268"/>
                  <a:pt x="4633303" y="587884"/>
                  <a:pt x="4616753" y="568584"/>
                </a:cubicBezTo>
                <a:cubicBezTo>
                  <a:pt x="4650605" y="609886"/>
                  <a:pt x="4677436" y="654863"/>
                  <a:pt x="4700506" y="702849"/>
                </a:cubicBezTo>
                <a:cubicBezTo>
                  <a:pt x="4690058" y="680458"/>
                  <a:pt x="4679693" y="657927"/>
                  <a:pt x="4669161" y="635563"/>
                </a:cubicBezTo>
                <a:cubicBezTo>
                  <a:pt x="4700757" y="704158"/>
                  <a:pt x="4722238" y="775704"/>
                  <a:pt x="4736113" y="849730"/>
                </a:cubicBezTo>
                <a:cubicBezTo>
                  <a:pt x="4731683" y="825389"/>
                  <a:pt x="4727504" y="801159"/>
                  <a:pt x="4723074" y="776818"/>
                </a:cubicBezTo>
                <a:cubicBezTo>
                  <a:pt x="4768544" y="1030531"/>
                  <a:pt x="4727755" y="1288812"/>
                  <a:pt x="4716638" y="1543472"/>
                </a:cubicBezTo>
                <a:cubicBezTo>
                  <a:pt x="4703849" y="1837484"/>
                  <a:pt x="4762610" y="2147788"/>
                  <a:pt x="4928610" y="2395764"/>
                </a:cubicBezTo>
                <a:cubicBezTo>
                  <a:pt x="5018548" y="2530279"/>
                  <a:pt x="5147270" y="2658723"/>
                  <a:pt x="5299729" y="2719742"/>
                </a:cubicBezTo>
                <a:cubicBezTo>
                  <a:pt x="5406301" y="2762380"/>
                  <a:pt x="5499415" y="2781903"/>
                  <a:pt x="5614428" y="2784716"/>
                </a:cubicBezTo>
                <a:cubicBezTo>
                  <a:pt x="5693751" y="2786749"/>
                  <a:pt x="5777085" y="2772016"/>
                  <a:pt x="5852229" y="2747369"/>
                </a:cubicBezTo>
                <a:cubicBezTo>
                  <a:pt x="6159238" y="2646859"/>
                  <a:pt x="6360260" y="2375043"/>
                  <a:pt x="6504612" y="2100610"/>
                </a:cubicBezTo>
                <a:cubicBezTo>
                  <a:pt x="6574657" y="1967376"/>
                  <a:pt x="6631746" y="1828293"/>
                  <a:pt x="6698196" y="1693499"/>
                </a:cubicBezTo>
                <a:cubicBezTo>
                  <a:pt x="6780110" y="1527736"/>
                  <a:pt x="6873892" y="1368156"/>
                  <a:pt x="6978625" y="1215566"/>
                </a:cubicBezTo>
                <a:cubicBezTo>
                  <a:pt x="6961657" y="1240242"/>
                  <a:pt x="6944856" y="1264722"/>
                  <a:pt x="6927972" y="1289452"/>
                </a:cubicBezTo>
                <a:cubicBezTo>
                  <a:pt x="7018579" y="1158363"/>
                  <a:pt x="7113615" y="1026660"/>
                  <a:pt x="7236068" y="922919"/>
                </a:cubicBezTo>
                <a:cubicBezTo>
                  <a:pt x="7213165" y="942303"/>
                  <a:pt x="7190096" y="961853"/>
                  <a:pt x="7167277" y="981181"/>
                </a:cubicBezTo>
                <a:cubicBezTo>
                  <a:pt x="7212330" y="943640"/>
                  <a:pt x="7260558" y="910805"/>
                  <a:pt x="7313551" y="885405"/>
                </a:cubicBezTo>
                <a:cubicBezTo>
                  <a:pt x="7287222" y="897604"/>
                  <a:pt x="7260893" y="909997"/>
                  <a:pt x="7234480" y="922223"/>
                </a:cubicBezTo>
                <a:cubicBezTo>
                  <a:pt x="7270589" y="905569"/>
                  <a:pt x="7307868" y="893175"/>
                  <a:pt x="7346902" y="885935"/>
                </a:cubicBezTo>
                <a:cubicBezTo>
                  <a:pt x="7318650" y="891115"/>
                  <a:pt x="7290148" y="896155"/>
                  <a:pt x="7262063" y="901141"/>
                </a:cubicBezTo>
                <a:cubicBezTo>
                  <a:pt x="7293157" y="895961"/>
                  <a:pt x="7324250" y="894067"/>
                  <a:pt x="7355846" y="895877"/>
                </a:cubicBezTo>
                <a:cubicBezTo>
                  <a:pt x="7327176" y="893538"/>
                  <a:pt x="7298339" y="891421"/>
                  <a:pt x="7269669" y="889165"/>
                </a:cubicBezTo>
                <a:cubicBezTo>
                  <a:pt x="7303020" y="891811"/>
                  <a:pt x="7335284" y="898077"/>
                  <a:pt x="7367130" y="908660"/>
                </a:cubicBezTo>
                <a:cubicBezTo>
                  <a:pt x="7339630" y="899163"/>
                  <a:pt x="7311880" y="889472"/>
                  <a:pt x="7284547" y="879808"/>
                </a:cubicBezTo>
                <a:cubicBezTo>
                  <a:pt x="7317981" y="891839"/>
                  <a:pt x="7349159" y="907546"/>
                  <a:pt x="7378497" y="927236"/>
                </a:cubicBezTo>
                <a:cubicBezTo>
                  <a:pt x="7353672" y="910108"/>
                  <a:pt x="7328764" y="892981"/>
                  <a:pt x="7303688" y="876020"/>
                </a:cubicBezTo>
                <a:cubicBezTo>
                  <a:pt x="7340884" y="901698"/>
                  <a:pt x="7373399" y="932166"/>
                  <a:pt x="7402821" y="966338"/>
                </a:cubicBezTo>
                <a:cubicBezTo>
                  <a:pt x="7383345" y="943306"/>
                  <a:pt x="7363535" y="920107"/>
                  <a:pt x="7344144" y="896824"/>
                </a:cubicBezTo>
                <a:cubicBezTo>
                  <a:pt x="7384933" y="945478"/>
                  <a:pt x="7417197" y="999006"/>
                  <a:pt x="7444362" y="1056349"/>
                </a:cubicBezTo>
                <a:cubicBezTo>
                  <a:pt x="7431992" y="1029752"/>
                  <a:pt x="7419538" y="1003183"/>
                  <a:pt x="7406916" y="976391"/>
                </a:cubicBezTo>
                <a:cubicBezTo>
                  <a:pt x="7443359" y="1055847"/>
                  <a:pt x="7468769" y="1139564"/>
                  <a:pt x="7484818" y="1225453"/>
                </a:cubicBezTo>
                <a:cubicBezTo>
                  <a:pt x="7479636" y="1196796"/>
                  <a:pt x="7474620" y="1167915"/>
                  <a:pt x="7469187" y="1139146"/>
                </a:cubicBezTo>
                <a:cubicBezTo>
                  <a:pt x="7494932" y="1285359"/>
                  <a:pt x="7499111" y="1434189"/>
                  <a:pt x="7520927" y="1580791"/>
                </a:cubicBezTo>
                <a:cubicBezTo>
                  <a:pt x="7535554" y="1678433"/>
                  <a:pt x="7551686" y="1777996"/>
                  <a:pt x="7582947" y="1871990"/>
                </a:cubicBezTo>
                <a:cubicBezTo>
                  <a:pt x="7602255" y="1930531"/>
                  <a:pt x="7629086" y="1985868"/>
                  <a:pt x="7655750" y="2041346"/>
                </a:cubicBezTo>
                <a:cubicBezTo>
                  <a:pt x="7672133" y="2075378"/>
                  <a:pt x="7690438" y="2108464"/>
                  <a:pt x="7712170" y="2139461"/>
                </a:cubicBezTo>
                <a:cubicBezTo>
                  <a:pt x="7765748" y="2216160"/>
                  <a:pt x="7843650" y="2275480"/>
                  <a:pt x="7936764" y="2294557"/>
                </a:cubicBezTo>
                <a:cubicBezTo>
                  <a:pt x="8019513" y="2311768"/>
                  <a:pt x="8126920" y="2296423"/>
                  <a:pt x="8197299" y="2247017"/>
                </a:cubicBezTo>
                <a:cubicBezTo>
                  <a:pt x="8272693" y="2194019"/>
                  <a:pt x="8337305" y="2116290"/>
                  <a:pt x="8352434" y="2022408"/>
                </a:cubicBezTo>
                <a:cubicBezTo>
                  <a:pt x="8366727" y="1934235"/>
                  <a:pt x="8357700" y="1837122"/>
                  <a:pt x="8304874" y="1761843"/>
                </a:cubicBezTo>
                <a:cubicBezTo>
                  <a:pt x="8279380" y="1725583"/>
                  <a:pt x="8257230" y="1688041"/>
                  <a:pt x="8238507" y="1647909"/>
                </a:cubicBezTo>
                <a:cubicBezTo>
                  <a:pt x="8251379" y="1675230"/>
                  <a:pt x="8264000" y="1702718"/>
                  <a:pt x="8276789" y="1730067"/>
                </a:cubicBezTo>
                <a:cubicBezTo>
                  <a:pt x="8240262" y="1649525"/>
                  <a:pt x="8217945" y="1563970"/>
                  <a:pt x="8201897" y="1476911"/>
                </a:cubicBezTo>
                <a:cubicBezTo>
                  <a:pt x="8207162" y="1505902"/>
                  <a:pt x="8212345" y="1535340"/>
                  <a:pt x="8217527" y="1564359"/>
                </a:cubicBezTo>
                <a:cubicBezTo>
                  <a:pt x="8173812" y="1319391"/>
                  <a:pt x="8176403" y="1061556"/>
                  <a:pt x="8081032" y="828230"/>
                </a:cubicBezTo>
                <a:cubicBezTo>
                  <a:pt x="8018928" y="676336"/>
                  <a:pt x="7939438" y="537671"/>
                  <a:pt x="7819243" y="423626"/>
                </a:cubicBezTo>
                <a:cubicBezTo>
                  <a:pt x="7763659" y="370878"/>
                  <a:pt x="7697877" y="324285"/>
                  <a:pt x="7628417" y="291923"/>
                </a:cubicBezTo>
                <a:cubicBezTo>
                  <a:pt x="7527530" y="244662"/>
                  <a:pt x="7435085" y="227952"/>
                  <a:pt x="7325671" y="221658"/>
                </a:cubicBezTo>
                <a:cubicBezTo>
                  <a:pt x="7250946" y="217369"/>
                  <a:pt x="7173044" y="231628"/>
                  <a:pt x="7101830" y="252293"/>
                </a:cubicBezTo>
                <a:cubicBezTo>
                  <a:pt x="7030866" y="273097"/>
                  <a:pt x="6961574" y="306684"/>
                  <a:pt x="6898550" y="345535"/>
                </a:cubicBezTo>
                <a:cubicBezTo>
                  <a:pt x="6787549" y="413823"/>
                  <a:pt x="6688082" y="508011"/>
                  <a:pt x="6604330" y="607742"/>
                </a:cubicBezTo>
                <a:cubicBezTo>
                  <a:pt x="6506953" y="723792"/>
                  <a:pt x="6421278" y="851791"/>
                  <a:pt x="6339113" y="978703"/>
                </a:cubicBezTo>
                <a:cubicBezTo>
                  <a:pt x="6265475" y="1092581"/>
                  <a:pt x="6197687" y="1210303"/>
                  <a:pt x="6136586" y="1331311"/>
                </a:cubicBezTo>
                <a:cubicBezTo>
                  <a:pt x="6023077" y="1555336"/>
                  <a:pt x="5939241" y="1794400"/>
                  <a:pt x="5797397" y="2003497"/>
                </a:cubicBezTo>
                <a:cubicBezTo>
                  <a:pt x="5814030" y="1979184"/>
                  <a:pt x="5830580" y="1954899"/>
                  <a:pt x="5847381" y="1930753"/>
                </a:cubicBezTo>
                <a:cubicBezTo>
                  <a:pt x="5797397" y="2003497"/>
                  <a:pt x="5742481" y="2072148"/>
                  <a:pt x="5674944" y="2129379"/>
                </a:cubicBezTo>
                <a:cubicBezTo>
                  <a:pt x="5697261" y="2110636"/>
                  <a:pt x="5719244" y="2091837"/>
                  <a:pt x="5741562" y="2073067"/>
                </a:cubicBezTo>
                <a:cubicBezTo>
                  <a:pt x="5704617" y="2103646"/>
                  <a:pt x="5664830" y="2129880"/>
                  <a:pt x="5621617" y="2150851"/>
                </a:cubicBezTo>
                <a:cubicBezTo>
                  <a:pt x="5646943" y="2139071"/>
                  <a:pt x="5672186" y="2127263"/>
                  <a:pt x="5697512" y="2115454"/>
                </a:cubicBezTo>
                <a:cubicBezTo>
                  <a:pt x="5660985" y="2132164"/>
                  <a:pt x="5623539" y="2144335"/>
                  <a:pt x="5584087" y="2151993"/>
                </a:cubicBezTo>
                <a:cubicBezTo>
                  <a:pt x="5611001" y="2147036"/>
                  <a:pt x="5637832" y="2142302"/>
                  <a:pt x="5664830" y="2137400"/>
                </a:cubicBezTo>
                <a:cubicBezTo>
                  <a:pt x="5625712" y="2144251"/>
                  <a:pt x="5586845" y="2146228"/>
                  <a:pt x="5547309" y="2144112"/>
                </a:cubicBezTo>
                <a:cubicBezTo>
                  <a:pt x="5574475" y="2146089"/>
                  <a:pt x="5601723" y="2148261"/>
                  <a:pt x="5628722" y="2150489"/>
                </a:cubicBezTo>
                <a:cubicBezTo>
                  <a:pt x="5589771" y="2147398"/>
                  <a:pt x="5551823" y="2139934"/>
                  <a:pt x="5514711" y="2127513"/>
                </a:cubicBezTo>
                <a:cubicBezTo>
                  <a:pt x="5540539" y="2136564"/>
                  <a:pt x="5566534" y="2145727"/>
                  <a:pt x="5592529" y="2154528"/>
                </a:cubicBezTo>
                <a:cubicBezTo>
                  <a:pt x="5554080" y="2140881"/>
                  <a:pt x="5518305" y="2122779"/>
                  <a:pt x="5484286" y="2100360"/>
                </a:cubicBezTo>
                <a:cubicBezTo>
                  <a:pt x="5507690" y="2116429"/>
                  <a:pt x="5530759" y="2132359"/>
                  <a:pt x="5554247" y="2148261"/>
                </a:cubicBezTo>
                <a:cubicBezTo>
                  <a:pt x="5510866" y="2118351"/>
                  <a:pt x="5472500" y="2082953"/>
                  <a:pt x="5438147" y="2043016"/>
                </a:cubicBezTo>
                <a:cubicBezTo>
                  <a:pt x="5456285" y="2064433"/>
                  <a:pt x="5474256" y="2085655"/>
                  <a:pt x="5492477" y="2107099"/>
                </a:cubicBezTo>
                <a:cubicBezTo>
                  <a:pt x="5445335" y="2050898"/>
                  <a:pt x="5407471" y="1988458"/>
                  <a:pt x="5376210" y="1922259"/>
                </a:cubicBezTo>
                <a:cubicBezTo>
                  <a:pt x="5387578" y="1946433"/>
                  <a:pt x="5398778" y="1970885"/>
                  <a:pt x="5410062" y="1995059"/>
                </a:cubicBezTo>
                <a:cubicBezTo>
                  <a:pt x="5368938" y="1906134"/>
                  <a:pt x="5340603" y="1812558"/>
                  <a:pt x="5322966" y="1716253"/>
                </a:cubicBezTo>
                <a:cubicBezTo>
                  <a:pt x="5327647" y="1741931"/>
                  <a:pt x="5332077" y="1767413"/>
                  <a:pt x="5336758" y="1793119"/>
                </a:cubicBezTo>
                <a:cubicBezTo>
                  <a:pt x="5292291" y="1540659"/>
                  <a:pt x="5335170" y="1281738"/>
                  <a:pt x="5329988" y="1027329"/>
                </a:cubicBezTo>
                <a:cubicBezTo>
                  <a:pt x="5327062" y="879947"/>
                  <a:pt x="5309091" y="728638"/>
                  <a:pt x="5264791" y="587857"/>
                </a:cubicBezTo>
                <a:cubicBezTo>
                  <a:pt x="5212467" y="420841"/>
                  <a:pt x="5118851" y="244411"/>
                  <a:pt x="4976171" y="137913"/>
                </a:cubicBezTo>
                <a:cubicBezTo>
                  <a:pt x="4884812" y="69709"/>
                  <a:pt x="4782754" y="17796"/>
                  <a:pt x="4667657" y="5236"/>
                </a:cubicBezTo>
                <a:cubicBezTo>
                  <a:pt x="4554399" y="-7046"/>
                  <a:pt x="4457607" y="2340"/>
                  <a:pt x="4346188" y="24870"/>
                </a:cubicBezTo>
                <a:cubicBezTo>
                  <a:pt x="4190886" y="56369"/>
                  <a:pt x="4042105" y="120591"/>
                  <a:pt x="3901598" y="192248"/>
                </a:cubicBezTo>
                <a:cubicBezTo>
                  <a:pt x="3635545" y="328435"/>
                  <a:pt x="3401506" y="532853"/>
                  <a:pt x="3205833" y="756878"/>
                </a:cubicBezTo>
                <a:cubicBezTo>
                  <a:pt x="3088730" y="890753"/>
                  <a:pt x="2984917" y="1035684"/>
                  <a:pt x="2887122" y="1183818"/>
                </a:cubicBezTo>
                <a:cubicBezTo>
                  <a:pt x="2807632" y="1304185"/>
                  <a:pt x="2738006" y="1430624"/>
                  <a:pt x="2656761" y="1549850"/>
                </a:cubicBezTo>
                <a:cubicBezTo>
                  <a:pt x="2669717" y="1530800"/>
                  <a:pt x="2682756" y="1511918"/>
                  <a:pt x="2695712" y="1492869"/>
                </a:cubicBezTo>
                <a:cubicBezTo>
                  <a:pt x="2626670" y="1593379"/>
                  <a:pt x="2550858" y="1691077"/>
                  <a:pt x="2457911" y="1770672"/>
                </a:cubicBezTo>
                <a:cubicBezTo>
                  <a:pt x="2475046" y="1756106"/>
                  <a:pt x="2492348" y="1741736"/>
                  <a:pt x="2509316" y="1727170"/>
                </a:cubicBezTo>
                <a:cubicBezTo>
                  <a:pt x="2467022" y="1762512"/>
                  <a:pt x="2421468" y="1793565"/>
                  <a:pt x="2371568" y="1817488"/>
                </a:cubicBezTo>
                <a:cubicBezTo>
                  <a:pt x="2390792" y="1808409"/>
                  <a:pt x="2410435" y="1799357"/>
                  <a:pt x="2429659" y="1790362"/>
                </a:cubicBezTo>
                <a:cubicBezTo>
                  <a:pt x="2392464" y="1807462"/>
                  <a:pt x="2354015" y="1820273"/>
                  <a:pt x="2313894" y="1827541"/>
                </a:cubicBezTo>
                <a:cubicBezTo>
                  <a:pt x="2334456" y="1823670"/>
                  <a:pt x="2355185" y="1820189"/>
                  <a:pt x="2375831" y="1816346"/>
                </a:cubicBezTo>
                <a:cubicBezTo>
                  <a:pt x="2339304" y="1822306"/>
                  <a:pt x="2303028" y="1824144"/>
                  <a:pt x="2266083" y="1821526"/>
                </a:cubicBezTo>
                <a:cubicBezTo>
                  <a:pt x="2286812" y="1823141"/>
                  <a:pt x="2307541" y="1824673"/>
                  <a:pt x="2328271" y="1826288"/>
                </a:cubicBezTo>
                <a:cubicBezTo>
                  <a:pt x="2291911" y="1823030"/>
                  <a:pt x="2256387" y="1815649"/>
                  <a:pt x="2221866" y="1803674"/>
                </a:cubicBezTo>
                <a:cubicBezTo>
                  <a:pt x="2241676" y="1810553"/>
                  <a:pt x="2261235" y="1817460"/>
                  <a:pt x="2281045" y="1824339"/>
                </a:cubicBezTo>
                <a:cubicBezTo>
                  <a:pt x="2243933" y="1810831"/>
                  <a:pt x="2209245" y="1793091"/>
                  <a:pt x="2176396" y="1770922"/>
                </a:cubicBezTo>
                <a:cubicBezTo>
                  <a:pt x="2194116" y="1782982"/>
                  <a:pt x="2211585" y="1795263"/>
                  <a:pt x="2229305" y="1807322"/>
                </a:cubicBezTo>
                <a:cubicBezTo>
                  <a:pt x="2186175" y="1777217"/>
                  <a:pt x="2148061" y="1741374"/>
                  <a:pt x="2113958" y="1701298"/>
                </a:cubicBezTo>
                <a:cubicBezTo>
                  <a:pt x="2127582" y="1717478"/>
                  <a:pt x="2141290" y="1733520"/>
                  <a:pt x="2154831" y="1749757"/>
                </a:cubicBezTo>
                <a:cubicBezTo>
                  <a:pt x="2109444" y="1694836"/>
                  <a:pt x="2073001" y="1634318"/>
                  <a:pt x="2042743" y="1569790"/>
                </a:cubicBezTo>
                <a:cubicBezTo>
                  <a:pt x="2051352" y="1587948"/>
                  <a:pt x="2059794" y="1606274"/>
                  <a:pt x="2068404" y="1624432"/>
                </a:cubicBezTo>
                <a:cubicBezTo>
                  <a:pt x="2023100" y="1525537"/>
                  <a:pt x="1995434" y="1422046"/>
                  <a:pt x="1976209" y="1315270"/>
                </a:cubicBezTo>
                <a:cubicBezTo>
                  <a:pt x="1979636" y="1334458"/>
                  <a:pt x="1983063" y="1353591"/>
                  <a:pt x="1986406" y="1372807"/>
                </a:cubicBezTo>
                <a:cubicBezTo>
                  <a:pt x="1922965" y="1016802"/>
                  <a:pt x="1903406" y="615345"/>
                  <a:pt x="1617294" y="353555"/>
                </a:cubicBezTo>
                <a:cubicBezTo>
                  <a:pt x="1457646" y="207510"/>
                  <a:pt x="1228872" y="150390"/>
                  <a:pt x="1024172" y="231350"/>
                </a:cubicBezTo>
                <a:cubicBezTo>
                  <a:pt x="831173" y="307352"/>
                  <a:pt x="670188" y="454595"/>
                  <a:pt x="519567" y="593204"/>
                </a:cubicBezTo>
                <a:cubicBezTo>
                  <a:pt x="439576" y="666700"/>
                  <a:pt x="363179" y="744513"/>
                  <a:pt x="290878" y="825668"/>
                </a:cubicBezTo>
                <a:cubicBezTo>
                  <a:pt x="216236" y="909412"/>
                  <a:pt x="140842" y="992433"/>
                  <a:pt x="71048" y="1080383"/>
                </a:cubicBezTo>
                <a:cubicBezTo>
                  <a:pt x="23237" y="1140790"/>
                  <a:pt x="-1170" y="1204538"/>
                  <a:pt x="-250" y="1281042"/>
                </a:cubicBezTo>
                <a:cubicBezTo>
                  <a:pt x="418" y="1368881"/>
                  <a:pt x="51991" y="1446582"/>
                  <a:pt x="121868" y="1494679"/>
                </a:cubicBezTo>
                <a:cubicBezTo>
                  <a:pt x="184641" y="1537874"/>
                  <a:pt x="251676" y="1552328"/>
                  <a:pt x="326819" y="1538765"/>
                </a:cubicBezTo>
                <a:cubicBezTo>
                  <a:pt x="415754" y="1523754"/>
                  <a:pt x="480867" y="1472260"/>
                  <a:pt x="525502" y="1393222"/>
                </a:cubicBezTo>
                <a:lnTo>
                  <a:pt x="525668" y="1392971"/>
                </a:lnTo>
              </a:path>
            </a:pathLst>
          </a:custGeom>
          <a:solidFill>
            <a:srgbClr val="40AFFF">
              <a:alpha val="20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6559" y="4995045"/>
            <a:ext cx="399300" cy="399300"/>
          </a:xfrm>
          <a:custGeom>
            <a:avLst/>
            <a:gdLst/>
            <a:ahLst/>
            <a:cxnLst/>
            <a:rect l="l" t="t" r="r" b="b"/>
            <a:pathLst>
              <a:path w="399300" h="399300">
                <a:moveTo>
                  <a:pt x="275118" y="21802"/>
                </a:moveTo>
                <a:lnTo>
                  <a:pt x="286258" y="92238"/>
                </a:lnTo>
                <a:cubicBezTo>
                  <a:pt x="291844" y="127564"/>
                  <a:pt x="309685" y="159788"/>
                  <a:pt x="336654" y="183279"/>
                </a:cubicBezTo>
                <a:lnTo>
                  <a:pt x="390432" y="230113"/>
                </a:lnTo>
                <a:cubicBezTo>
                  <a:pt x="397998" y="236705"/>
                  <a:pt x="401069" y="247087"/>
                  <a:pt x="398294" y="256734"/>
                </a:cubicBezTo>
                <a:cubicBezTo>
                  <a:pt x="395523" y="266381"/>
                  <a:pt x="387413" y="273552"/>
                  <a:pt x="377498" y="275118"/>
                </a:cubicBezTo>
                <a:lnTo>
                  <a:pt x="307062" y="286258"/>
                </a:lnTo>
                <a:cubicBezTo>
                  <a:pt x="271736" y="291844"/>
                  <a:pt x="239512" y="309685"/>
                  <a:pt x="216021" y="336654"/>
                </a:cubicBezTo>
                <a:lnTo>
                  <a:pt x="169187" y="390432"/>
                </a:lnTo>
                <a:cubicBezTo>
                  <a:pt x="162595" y="397998"/>
                  <a:pt x="152213" y="401069"/>
                  <a:pt x="142566" y="398294"/>
                </a:cubicBezTo>
                <a:cubicBezTo>
                  <a:pt x="132919" y="395523"/>
                  <a:pt x="125748" y="387413"/>
                  <a:pt x="124182" y="377498"/>
                </a:cubicBezTo>
                <a:lnTo>
                  <a:pt x="113042" y="307062"/>
                </a:lnTo>
                <a:cubicBezTo>
                  <a:pt x="107456" y="271736"/>
                  <a:pt x="89615" y="239512"/>
                  <a:pt x="62646" y="216021"/>
                </a:cubicBezTo>
                <a:lnTo>
                  <a:pt x="8868" y="169187"/>
                </a:lnTo>
                <a:cubicBezTo>
                  <a:pt x="1302" y="162595"/>
                  <a:pt x="-1769" y="152213"/>
                  <a:pt x="1006" y="142566"/>
                </a:cubicBezTo>
                <a:cubicBezTo>
                  <a:pt x="3777" y="132919"/>
                  <a:pt x="11887" y="125748"/>
                  <a:pt x="21802" y="124182"/>
                </a:cubicBezTo>
                <a:lnTo>
                  <a:pt x="92238" y="113042"/>
                </a:lnTo>
                <a:cubicBezTo>
                  <a:pt x="127564" y="107456"/>
                  <a:pt x="159788" y="89615"/>
                  <a:pt x="183279" y="62646"/>
                </a:cubicBezTo>
                <a:lnTo>
                  <a:pt x="230113" y="8868"/>
                </a:lnTo>
                <a:cubicBezTo>
                  <a:pt x="236705" y="1302"/>
                  <a:pt x="247087" y="-1769"/>
                  <a:pt x="256734" y="1006"/>
                </a:cubicBezTo>
                <a:cubicBezTo>
                  <a:pt x="266381" y="3777"/>
                  <a:pt x="273552" y="11887"/>
                  <a:pt x="275118" y="21802"/>
                </a:cubicBezTo>
                <a:lnTo>
                  <a:pt x="275118" y="21802"/>
                </a:lnTo>
              </a:path>
            </a:pathLst>
          </a:custGeom>
          <a:solidFill>
            <a:srgbClr val="C6FDFF">
              <a:alpha val="15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02921" y="3026338"/>
            <a:ext cx="2560320" cy="3291840"/>
          </a:xfrm>
          <a:custGeom>
            <a:avLst/>
            <a:gdLst/>
            <a:ahLst/>
            <a:cxnLst/>
            <a:rect l="l" t="t" r="r" b="b"/>
            <a:pathLst>
              <a:path w="2560320" h="3291840">
                <a:moveTo>
                  <a:pt x="0" y="0"/>
                </a:moveTo>
                <a:lnTo>
                  <a:pt x="2560320" y="0"/>
                </a:lnTo>
                <a:lnTo>
                  <a:pt x="2560320" y="3291840"/>
                </a:lnTo>
                <a:lnTo>
                  <a:pt x="0" y="3291840"/>
                </a:lnTo>
                <a:lnTo>
                  <a:pt x="0" y="0"/>
                </a:lnTo>
              </a:path>
            </a:pathLst>
          </a:custGeom>
          <a:solidFill>
            <a:srgbClr val="FFFFFF"/>
          </a:solidFill>
          <a:ln/>
          <a:effectLst>
            <a:outerShdw blurRad="485775" dist="139700" dir="2700000" algn="bl" rotWithShape="0">
              <a:srgbClr val="000000">
                <a:alpha val="8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0309539" y="3021211"/>
            <a:ext cx="239397" cy="125779"/>
          </a:xfrm>
          <a:custGeom>
            <a:avLst/>
            <a:gdLst/>
            <a:ahLst/>
            <a:cxnLst/>
            <a:rect l="l" t="t" r="r" b="b"/>
            <a:pathLst>
              <a:path w="239397" h="125779">
                <a:moveTo>
                  <a:pt x="38114" y="121241"/>
                </a:moveTo>
                <a:cubicBezTo>
                  <a:pt x="33757" y="121241"/>
                  <a:pt x="29403" y="120333"/>
                  <a:pt x="25046" y="118518"/>
                </a:cubicBezTo>
                <a:cubicBezTo>
                  <a:pt x="7984" y="111258"/>
                  <a:pt x="0" y="91657"/>
                  <a:pt x="7259" y="74595"/>
                </a:cubicBezTo>
                <a:cubicBezTo>
                  <a:pt x="26317" y="29220"/>
                  <a:pt x="70421" y="-1"/>
                  <a:pt x="119605" y="-1"/>
                </a:cubicBezTo>
                <a:cubicBezTo>
                  <a:pt x="168792" y="-1"/>
                  <a:pt x="212896" y="29220"/>
                  <a:pt x="232134" y="74595"/>
                </a:cubicBezTo>
                <a:cubicBezTo>
                  <a:pt x="239395" y="91655"/>
                  <a:pt x="231409" y="111439"/>
                  <a:pt x="214347" y="118518"/>
                </a:cubicBezTo>
                <a:cubicBezTo>
                  <a:pt x="197285" y="125778"/>
                  <a:pt x="177504" y="117793"/>
                  <a:pt x="170425" y="100732"/>
                </a:cubicBezTo>
                <a:cubicBezTo>
                  <a:pt x="161713" y="80403"/>
                  <a:pt x="141747" y="67154"/>
                  <a:pt x="119605" y="67154"/>
                </a:cubicBezTo>
                <a:cubicBezTo>
                  <a:pt x="97463" y="67154"/>
                  <a:pt x="77680" y="80403"/>
                  <a:pt x="68968" y="100732"/>
                </a:cubicBezTo>
                <a:cubicBezTo>
                  <a:pt x="63703" y="113437"/>
                  <a:pt x="51181" y="121241"/>
                  <a:pt x="38112" y="121241"/>
                </a:cubicBezTo>
                <a:lnTo>
                  <a:pt x="38114" y="121241"/>
                </a:lnTo>
              </a:path>
            </a:pathLst>
          </a:custGeom>
          <a:solidFill>
            <a:srgbClr val="40AF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106155" y="2936505"/>
            <a:ext cx="2560320" cy="3291840"/>
          </a:xfrm>
          <a:custGeom>
            <a:avLst/>
            <a:gdLst/>
            <a:ahLst/>
            <a:cxnLst/>
            <a:rect l="l" t="t" r="r" b="b"/>
            <a:pathLst>
              <a:path w="2560320" h="3291840">
                <a:moveTo>
                  <a:pt x="0" y="0"/>
                </a:moveTo>
                <a:lnTo>
                  <a:pt x="2560320" y="0"/>
                </a:lnTo>
                <a:lnTo>
                  <a:pt x="2560320" y="3291840"/>
                </a:lnTo>
                <a:lnTo>
                  <a:pt x="0" y="3291840"/>
                </a:lnTo>
                <a:lnTo>
                  <a:pt x="0" y="0"/>
                </a:lnTo>
              </a:path>
            </a:pathLst>
          </a:custGeom>
          <a:solidFill>
            <a:srgbClr val="FFFFFF"/>
          </a:solidFill>
          <a:ln/>
          <a:effectLst>
            <a:outerShdw blurRad="485775" dist="139700" dir="2700000" algn="bl" rotWithShape="0">
              <a:srgbClr val="000000">
                <a:alpha val="8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9341638" y="3826989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934"/>
              </a:spcBef>
              <a:buNone/>
            </a:pPr>
            <a:endParaRPr lang="en-US" sz="1308" dirty="0"/>
          </a:p>
        </p:txBody>
      </p:sp>
      <p:sp>
        <p:nvSpPr>
          <p:cNvPr id="20" name="Text 18"/>
          <p:cNvSpPr/>
          <p:nvPr/>
        </p:nvSpPr>
        <p:spPr>
          <a:xfrm>
            <a:off x="9341638" y="4313272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71599" y="3826989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934"/>
              </a:spcBef>
              <a:buNone/>
            </a:pPr>
            <a:r>
              <a:rPr lang="en-US" sz="1308" dirty="0">
                <a:solidFill>
                  <a:srgbClr val="111111"/>
                </a:solidFill>
                <a:latin typeface="Lexend Deca Bold" pitchFamily="34" charset="0"/>
                <a:ea typeface="Lexend Deca Bold" pitchFamily="34" charset="-122"/>
                <a:cs typeface="Lexend Deca Bold" pitchFamily="34" charset="-120"/>
              </a:rPr>
              <a:t>Expanding Deception Scenario Datasets</a:t>
            </a:r>
            <a:endParaRPr lang="en-US" sz="1308" dirty="0"/>
          </a:p>
        </p:txBody>
      </p:sp>
      <p:sp>
        <p:nvSpPr>
          <p:cNvPr id="23" name="Text 21"/>
          <p:cNvSpPr/>
          <p:nvPr/>
        </p:nvSpPr>
        <p:spPr>
          <a:xfrm>
            <a:off x="6471599" y="4313272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100" dirty="0">
                <a:solidFill>
                  <a:srgbClr val="111111"/>
                </a:solidFill>
                <a:latin typeface="Lexend Regular" pitchFamily="34" charset="0"/>
                <a:ea typeface="Lexend Regular" pitchFamily="34" charset="-122"/>
                <a:cs typeface="Lexend Regular" pitchFamily="34" charset="-120"/>
              </a:rPr>
              <a:t>There is a need to expand datasets with naturalistic deception scenarios.</a:t>
            </a:r>
            <a:endParaRPr lang="en-US" sz="1100" dirty="0"/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100" dirty="0">
                <a:solidFill>
                  <a:srgbClr val="111111"/>
                </a:solidFill>
                <a:latin typeface="Lexend Regular" pitchFamily="34" charset="0"/>
                <a:ea typeface="Lexend Regular" pitchFamily="34" charset="-122"/>
                <a:cs typeface="Lexend Regular" pitchFamily="34" charset="-120"/>
              </a:rPr>
              <a:t>This will provide a broader foundation for studying deception in diverse contexts.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94459" y="3278656"/>
            <a:ext cx="320040" cy="365760"/>
          </a:xfrm>
          <a:custGeom>
            <a:avLst/>
            <a:gdLst/>
            <a:ahLst/>
            <a:cxnLst/>
            <a:rect l="l" t="t" r="r" b="b"/>
            <a:pathLst>
              <a:path w="320040" h="365760">
                <a:moveTo>
                  <a:pt x="0" y="62867"/>
                </a:moveTo>
                <a:cubicBezTo>
                  <a:pt x="0" y="28149"/>
                  <a:pt x="28148" y="4"/>
                  <a:pt x="62865" y="4"/>
                </a:cubicBezTo>
                <a:lnTo>
                  <a:pt x="280035" y="4"/>
                </a:lnTo>
                <a:cubicBezTo>
                  <a:pt x="302108" y="4"/>
                  <a:pt x="320040" y="17933"/>
                  <a:pt x="320040" y="40010"/>
                </a:cubicBezTo>
                <a:lnTo>
                  <a:pt x="320040" y="245750"/>
                </a:lnTo>
                <a:cubicBezTo>
                  <a:pt x="320040" y="261679"/>
                  <a:pt x="310682" y="275468"/>
                  <a:pt x="297180" y="281898"/>
                </a:cubicBezTo>
                <a:lnTo>
                  <a:pt x="297180" y="331477"/>
                </a:lnTo>
                <a:lnTo>
                  <a:pt x="302895" y="331477"/>
                </a:lnTo>
                <a:cubicBezTo>
                  <a:pt x="312397" y="331477"/>
                  <a:pt x="320040" y="339122"/>
                  <a:pt x="320040" y="348624"/>
                </a:cubicBezTo>
                <a:cubicBezTo>
                  <a:pt x="320040" y="358126"/>
                  <a:pt x="312397" y="365771"/>
                  <a:pt x="302895" y="365771"/>
                </a:cubicBezTo>
                <a:lnTo>
                  <a:pt x="57150" y="365771"/>
                </a:lnTo>
                <a:cubicBezTo>
                  <a:pt x="25574" y="365771"/>
                  <a:pt x="0" y="340197"/>
                  <a:pt x="0" y="308621"/>
                </a:cubicBezTo>
                <a:cubicBezTo>
                  <a:pt x="0" y="306693"/>
                  <a:pt x="70" y="304762"/>
                  <a:pt x="285" y="302908"/>
                </a:cubicBezTo>
                <a:lnTo>
                  <a:pt x="0" y="302908"/>
                </a:lnTo>
                <a:lnTo>
                  <a:pt x="0" y="62867"/>
                </a:lnTo>
                <a:moveTo>
                  <a:pt x="57150" y="285750"/>
                </a:moveTo>
                <a:cubicBezTo>
                  <a:pt x="44505" y="285750"/>
                  <a:pt x="34289" y="295966"/>
                  <a:pt x="34289" y="308610"/>
                </a:cubicBezTo>
                <a:cubicBezTo>
                  <a:pt x="34289" y="321254"/>
                  <a:pt x="44505" y="331470"/>
                  <a:pt x="57150" y="331470"/>
                </a:cubicBezTo>
                <a:lnTo>
                  <a:pt x="262890" y="331470"/>
                </a:lnTo>
                <a:lnTo>
                  <a:pt x="262890" y="285750"/>
                </a:lnTo>
                <a:lnTo>
                  <a:pt x="57150" y="285750"/>
                </a:lnTo>
                <a:moveTo>
                  <a:pt x="34289" y="256248"/>
                </a:moveTo>
                <a:cubicBezTo>
                  <a:pt x="41288" y="253175"/>
                  <a:pt x="49005" y="251460"/>
                  <a:pt x="57150" y="251460"/>
                </a:cubicBezTo>
                <a:lnTo>
                  <a:pt x="280035" y="251460"/>
                </a:lnTo>
                <a:cubicBezTo>
                  <a:pt x="283178" y="251460"/>
                  <a:pt x="285751" y="248889"/>
                  <a:pt x="285751" y="245747"/>
                </a:cubicBezTo>
                <a:lnTo>
                  <a:pt x="285751" y="40007"/>
                </a:lnTo>
                <a:cubicBezTo>
                  <a:pt x="285751" y="36865"/>
                  <a:pt x="283178" y="34294"/>
                  <a:pt x="280035" y="34294"/>
                </a:cubicBezTo>
                <a:lnTo>
                  <a:pt x="62865" y="34294"/>
                </a:lnTo>
                <a:cubicBezTo>
                  <a:pt x="47078" y="34294"/>
                  <a:pt x="34289" y="47081"/>
                  <a:pt x="34289" y="62870"/>
                </a:cubicBezTo>
                <a:lnTo>
                  <a:pt x="34289" y="256248"/>
                </a:lnTo>
                <a:moveTo>
                  <a:pt x="108586" y="80010"/>
                </a:moveTo>
                <a:lnTo>
                  <a:pt x="234317" y="80010"/>
                </a:lnTo>
                <a:cubicBezTo>
                  <a:pt x="243819" y="80010"/>
                  <a:pt x="251462" y="87654"/>
                  <a:pt x="251462" y="97157"/>
                </a:cubicBezTo>
                <a:cubicBezTo>
                  <a:pt x="251462" y="106659"/>
                  <a:pt x="243819" y="114304"/>
                  <a:pt x="234317" y="114304"/>
                </a:cubicBezTo>
                <a:lnTo>
                  <a:pt x="108586" y="114304"/>
                </a:lnTo>
                <a:cubicBezTo>
                  <a:pt x="99084" y="114304"/>
                  <a:pt x="91442" y="106659"/>
                  <a:pt x="91442" y="97160"/>
                </a:cubicBezTo>
                <a:cubicBezTo>
                  <a:pt x="91442" y="87658"/>
                  <a:pt x="99084" y="80017"/>
                  <a:pt x="108586" y="80017"/>
                </a:cubicBezTo>
                <a:lnTo>
                  <a:pt x="108586" y="80010"/>
                </a:lnTo>
                <a:moveTo>
                  <a:pt x="108586" y="137160"/>
                </a:moveTo>
                <a:lnTo>
                  <a:pt x="234317" y="137160"/>
                </a:lnTo>
                <a:cubicBezTo>
                  <a:pt x="243819" y="137160"/>
                  <a:pt x="251462" y="144804"/>
                  <a:pt x="251462" y="154307"/>
                </a:cubicBezTo>
                <a:cubicBezTo>
                  <a:pt x="251462" y="163809"/>
                  <a:pt x="243819" y="171454"/>
                  <a:pt x="234317" y="171454"/>
                </a:cubicBezTo>
                <a:lnTo>
                  <a:pt x="108586" y="171454"/>
                </a:lnTo>
                <a:cubicBezTo>
                  <a:pt x="99084" y="171454"/>
                  <a:pt x="91442" y="163809"/>
                  <a:pt x="91442" y="154310"/>
                </a:cubicBezTo>
                <a:cubicBezTo>
                  <a:pt x="91442" y="144808"/>
                  <a:pt x="99084" y="137167"/>
                  <a:pt x="108586" y="137167"/>
                </a:cubicBezTo>
                <a:lnTo>
                  <a:pt x="108586" y="137160"/>
                </a:lnTo>
              </a:path>
            </a:pathLst>
          </a:custGeom>
          <a:solidFill>
            <a:srgbClr val="003860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601560" y="3826989"/>
            <a:ext cx="2103120" cy="773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934"/>
              </a:spcBef>
              <a:buNone/>
            </a:pPr>
            <a:endParaRPr lang="en-US" sz="1308" dirty="0"/>
          </a:p>
        </p:txBody>
      </p:sp>
      <p:sp>
        <p:nvSpPr>
          <p:cNvPr id="26" name="Text 24"/>
          <p:cNvSpPr/>
          <p:nvPr/>
        </p:nvSpPr>
        <p:spPr>
          <a:xfrm>
            <a:off x="3601560" y="4313272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1521" y="3826989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934"/>
              </a:spcBef>
              <a:buNone/>
            </a:pPr>
            <a:r>
              <a:rPr lang="en-US" sz="1308" dirty="0">
                <a:solidFill>
                  <a:srgbClr val="111111"/>
                </a:solidFill>
                <a:latin typeface="Lexend Deca Bold" pitchFamily="34" charset="0"/>
                <a:ea typeface="Lexend Deca Bold" pitchFamily="34" charset="-122"/>
              </a:rPr>
              <a:t>Enhance Detection</a:t>
            </a:r>
            <a:endParaRPr lang="en-US" sz="1308" dirty="0"/>
          </a:p>
        </p:txBody>
      </p:sp>
      <p:sp>
        <p:nvSpPr>
          <p:cNvPr id="29" name="Text 27"/>
          <p:cNvSpPr/>
          <p:nvPr/>
        </p:nvSpPr>
        <p:spPr>
          <a:xfrm>
            <a:off x="731521" y="4313272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endParaRPr lang="en-US" sz="1100" dirty="0"/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100" dirty="0">
                <a:solidFill>
                  <a:srgbClr val="111111"/>
                </a:solidFill>
                <a:latin typeface="Lexend Regular" pitchFamily="34" charset="0"/>
                <a:ea typeface="Lexend Regular" pitchFamily="34" charset="-122"/>
              </a:rPr>
              <a:t>Incorporate audio features such as tone, pitch and speech patterns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03788" y="3273818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52252" y="39188"/>
                </a:moveTo>
                <a:cubicBezTo>
                  <a:pt x="45069" y="39188"/>
                  <a:pt x="39191" y="45065"/>
                  <a:pt x="39191" y="52249"/>
                </a:cubicBezTo>
                <a:lnTo>
                  <a:pt x="39191" y="313508"/>
                </a:lnTo>
                <a:cubicBezTo>
                  <a:pt x="39191" y="320691"/>
                  <a:pt x="45069" y="326569"/>
                  <a:pt x="52252" y="326569"/>
                </a:cubicBezTo>
                <a:lnTo>
                  <a:pt x="313511" y="326569"/>
                </a:lnTo>
                <a:cubicBezTo>
                  <a:pt x="320695" y="326569"/>
                  <a:pt x="326572" y="320691"/>
                  <a:pt x="326572" y="313508"/>
                </a:cubicBezTo>
                <a:lnTo>
                  <a:pt x="326572" y="52249"/>
                </a:lnTo>
                <a:cubicBezTo>
                  <a:pt x="326572" y="45065"/>
                  <a:pt x="320695" y="39188"/>
                  <a:pt x="313511" y="39188"/>
                </a:cubicBezTo>
                <a:lnTo>
                  <a:pt x="52252" y="39188"/>
                </a:lnTo>
                <a:moveTo>
                  <a:pt x="0" y="52252"/>
                </a:moveTo>
                <a:cubicBezTo>
                  <a:pt x="0" y="23434"/>
                  <a:pt x="23431" y="0"/>
                  <a:pt x="52252" y="0"/>
                </a:cubicBezTo>
                <a:lnTo>
                  <a:pt x="313511" y="0"/>
                </a:lnTo>
                <a:cubicBezTo>
                  <a:pt x="342329" y="0"/>
                  <a:pt x="365764" y="23431"/>
                  <a:pt x="365764" y="52252"/>
                </a:cubicBezTo>
                <a:lnTo>
                  <a:pt x="365764" y="313511"/>
                </a:lnTo>
                <a:cubicBezTo>
                  <a:pt x="365764" y="342329"/>
                  <a:pt x="342333" y="365764"/>
                  <a:pt x="313511" y="365764"/>
                </a:cubicBezTo>
                <a:lnTo>
                  <a:pt x="52252" y="365764"/>
                </a:lnTo>
                <a:cubicBezTo>
                  <a:pt x="23434" y="365764"/>
                  <a:pt x="0" y="342333"/>
                  <a:pt x="0" y="313511"/>
                </a:cubicBezTo>
                <a:lnTo>
                  <a:pt x="0" y="52252"/>
                </a:lnTo>
                <a:moveTo>
                  <a:pt x="117566" y="97972"/>
                </a:moveTo>
                <a:lnTo>
                  <a:pt x="117566" y="189412"/>
                </a:lnTo>
                <a:cubicBezTo>
                  <a:pt x="117566" y="200272"/>
                  <a:pt x="108832" y="209006"/>
                  <a:pt x="97972" y="209006"/>
                </a:cubicBezTo>
                <a:cubicBezTo>
                  <a:pt x="87113" y="209006"/>
                  <a:pt x="78379" y="200272"/>
                  <a:pt x="78379" y="189412"/>
                </a:cubicBezTo>
                <a:lnTo>
                  <a:pt x="78379" y="97972"/>
                </a:lnTo>
                <a:cubicBezTo>
                  <a:pt x="78379" y="87113"/>
                  <a:pt x="87113" y="78379"/>
                  <a:pt x="97972" y="78379"/>
                </a:cubicBezTo>
                <a:cubicBezTo>
                  <a:pt x="108832" y="78379"/>
                  <a:pt x="117566" y="87113"/>
                  <a:pt x="117566" y="97972"/>
                </a:cubicBezTo>
                <a:moveTo>
                  <a:pt x="195941" y="97972"/>
                </a:moveTo>
                <a:lnTo>
                  <a:pt x="195941" y="189412"/>
                </a:lnTo>
                <a:cubicBezTo>
                  <a:pt x="195941" y="200272"/>
                  <a:pt x="187207" y="209006"/>
                  <a:pt x="176347" y="209006"/>
                </a:cubicBezTo>
                <a:cubicBezTo>
                  <a:pt x="165488" y="209006"/>
                  <a:pt x="156754" y="200272"/>
                  <a:pt x="156754" y="189412"/>
                </a:cubicBezTo>
                <a:lnTo>
                  <a:pt x="156754" y="97972"/>
                </a:lnTo>
                <a:cubicBezTo>
                  <a:pt x="156754" y="87113"/>
                  <a:pt x="165488" y="78379"/>
                  <a:pt x="176347" y="78379"/>
                </a:cubicBezTo>
                <a:cubicBezTo>
                  <a:pt x="187207" y="78379"/>
                  <a:pt x="195941" y="87113"/>
                  <a:pt x="195941" y="97972"/>
                </a:cubicBezTo>
              </a:path>
            </a:pathLst>
          </a:custGeom>
          <a:solidFill>
            <a:srgbClr val="003860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-740928" y="-1531565"/>
            <a:ext cx="2743200" cy="2743200"/>
          </a:xfrm>
          <a:custGeom>
            <a:avLst/>
            <a:gdLst/>
            <a:ahLst/>
            <a:cxnLst/>
            <a:rect l="l" t="t" r="r" b="b"/>
            <a:pathLst>
              <a:path w="2743200" h="2743200">
                <a:moveTo>
                  <a:pt x="0" y="1371600"/>
                </a:moveTo>
                <a:cubicBezTo>
                  <a:pt x="0" y="614093"/>
                  <a:pt x="614093" y="0"/>
                  <a:pt x="1371600" y="0"/>
                </a:cubicBezTo>
                <a:cubicBezTo>
                  <a:pt x="2129107" y="0"/>
                  <a:pt x="2743200" y="614093"/>
                  <a:pt x="2743200" y="1371600"/>
                </a:cubicBezTo>
                <a:cubicBezTo>
                  <a:pt x="2743200" y="2129107"/>
                  <a:pt x="2129107" y="2743200"/>
                  <a:pt x="1371600" y="2743200"/>
                </a:cubicBezTo>
                <a:cubicBezTo>
                  <a:pt x="614093" y="2743200"/>
                  <a:pt x="0" y="2129107"/>
                  <a:pt x="0" y="1371600"/>
                </a:cubicBezTo>
              </a:path>
            </a:pathLst>
          </a:custGeom>
          <a:gradFill>
            <a:gsLst>
              <a:gs pos="0">
                <a:srgbClr val="FFFFFF">
                  <a:alpha val="100000"/>
                </a:srgbClr>
              </a:gs>
              <a:gs pos="100000">
                <a:srgbClr val="BFE5FF">
                  <a:alpha val="100000"/>
                </a:srgbClr>
              </a:gs>
            </a:gsLst>
            <a:lin ang="5400000"/>
          </a:gra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02919" y="17233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83604" y="6508085"/>
            <a:ext cx="5760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88888"/>
                </a:solidFill>
                <a:latin typeface="Lexend Regular" pitchFamily="34" charset="0"/>
                <a:ea typeface="Lexend Regular" pitchFamily="34" charset="-122"/>
                <a:cs typeface="Lexend Regular" pitchFamily="34" charset="-120"/>
              </a:rPr>
              <a:t>Multimodal Real-Time Emotion and Deception Detection System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508085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88888"/>
                </a:solidFill>
                <a:latin typeface="Lexend Regular" pitchFamily="34" charset="0"/>
                <a:ea typeface="Lexend Regular" pitchFamily="34" charset="-122"/>
                <a:cs typeface="Lexend Regular" pitchFamily="34" charset="-120"/>
              </a:rPr>
              <a:t>12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-864824" y="3692376"/>
            <a:ext cx="2992629" cy="2997418"/>
          </a:xfrm>
          <a:custGeom>
            <a:avLst/>
            <a:gdLst/>
            <a:ahLst/>
            <a:cxnLst/>
            <a:rect l="l" t="t" r="r" b="b"/>
            <a:pathLst>
              <a:path w="2992629" h="2997418">
                <a:moveTo>
                  <a:pt x="1881406" y="825009"/>
                </a:moveTo>
                <a:lnTo>
                  <a:pt x="1881406" y="830495"/>
                </a:lnTo>
                <a:lnTo>
                  <a:pt x="1886134" y="827767"/>
                </a:lnTo>
                <a:cubicBezTo>
                  <a:pt x="2015446" y="753341"/>
                  <a:pt x="2139490" y="697889"/>
                  <a:pt x="2230556" y="673640"/>
                </a:cubicBezTo>
                <a:lnTo>
                  <a:pt x="2229748" y="670582"/>
                </a:lnTo>
                <a:lnTo>
                  <a:pt x="2230556" y="673640"/>
                </a:lnTo>
                <a:cubicBezTo>
                  <a:pt x="2552952" y="587674"/>
                  <a:pt x="2884745" y="779598"/>
                  <a:pt x="2971651" y="1102270"/>
                </a:cubicBezTo>
                <a:lnTo>
                  <a:pt x="2974703" y="1101431"/>
                </a:lnTo>
                <a:lnTo>
                  <a:pt x="2971651" y="1102270"/>
                </a:lnTo>
                <a:cubicBezTo>
                  <a:pt x="3058527" y="1424942"/>
                  <a:pt x="2867627" y="1756217"/>
                  <a:pt x="2545231" y="1842153"/>
                </a:cubicBezTo>
                <a:cubicBezTo>
                  <a:pt x="2452460" y="1866882"/>
                  <a:pt x="2313781" y="1880640"/>
                  <a:pt x="2161007" y="1879980"/>
                </a:cubicBezTo>
                <a:lnTo>
                  <a:pt x="2155471" y="1879950"/>
                </a:lnTo>
                <a:lnTo>
                  <a:pt x="2158254" y="1884746"/>
                </a:lnTo>
                <a:cubicBezTo>
                  <a:pt x="2235195" y="2016932"/>
                  <a:pt x="2292653" y="2144173"/>
                  <a:pt x="2317642" y="2237033"/>
                </a:cubicBezTo>
                <a:cubicBezTo>
                  <a:pt x="2404547" y="2559705"/>
                  <a:pt x="2213618" y="2890980"/>
                  <a:pt x="1891222" y="2976915"/>
                </a:cubicBezTo>
                <a:cubicBezTo>
                  <a:pt x="1568826" y="3062881"/>
                  <a:pt x="1237033" y="2870957"/>
                  <a:pt x="1150157" y="2548285"/>
                </a:cubicBezTo>
                <a:cubicBezTo>
                  <a:pt x="1125618" y="2457163"/>
                  <a:pt x="1111522" y="2321830"/>
                  <a:pt x="1111193" y="2172408"/>
                </a:cubicBezTo>
                <a:lnTo>
                  <a:pt x="1111193" y="2166923"/>
                </a:lnTo>
                <a:lnTo>
                  <a:pt x="1106465" y="2169651"/>
                </a:lnTo>
                <a:cubicBezTo>
                  <a:pt x="977153" y="2244107"/>
                  <a:pt x="853109" y="2299529"/>
                  <a:pt x="762043" y="2323808"/>
                </a:cubicBezTo>
                <a:cubicBezTo>
                  <a:pt x="439647" y="2409774"/>
                  <a:pt x="107854" y="2217849"/>
                  <a:pt x="20978" y="1895177"/>
                </a:cubicBezTo>
                <a:cubicBezTo>
                  <a:pt x="-65928" y="1572505"/>
                  <a:pt x="125002" y="1241231"/>
                  <a:pt x="447398" y="1155295"/>
                </a:cubicBezTo>
                <a:cubicBezTo>
                  <a:pt x="540170" y="1130566"/>
                  <a:pt x="678878" y="1116808"/>
                  <a:pt x="831622" y="1117467"/>
                </a:cubicBezTo>
                <a:lnTo>
                  <a:pt x="837158" y="1117497"/>
                </a:lnTo>
                <a:lnTo>
                  <a:pt x="834375" y="1112701"/>
                </a:lnTo>
                <a:cubicBezTo>
                  <a:pt x="757405" y="980515"/>
                  <a:pt x="699976" y="853275"/>
                  <a:pt x="674988" y="760415"/>
                </a:cubicBezTo>
                <a:cubicBezTo>
                  <a:pt x="588082" y="437743"/>
                  <a:pt x="779011" y="106468"/>
                  <a:pt x="1101407" y="20532"/>
                </a:cubicBezTo>
                <a:lnTo>
                  <a:pt x="1100599" y="17475"/>
                </a:lnTo>
                <a:lnTo>
                  <a:pt x="1101407" y="20532"/>
                </a:lnTo>
                <a:cubicBezTo>
                  <a:pt x="1423803" y="-65434"/>
                  <a:pt x="1755596" y="126491"/>
                  <a:pt x="1842472" y="449163"/>
                </a:cubicBezTo>
                <a:cubicBezTo>
                  <a:pt x="1867011" y="540284"/>
                  <a:pt x="1881107" y="675618"/>
                  <a:pt x="1881436" y="825039"/>
                </a:cubicBezTo>
                <a:lnTo>
                  <a:pt x="1881406" y="825009"/>
                </a:lnTo>
              </a:path>
            </a:pathLst>
          </a:custGeom>
          <a:solidFill>
            <a:srgbClr val="BFE5FF">
              <a:alpha val="8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-521479" y="3478242"/>
            <a:ext cx="2992629" cy="2997418"/>
          </a:xfrm>
          <a:custGeom>
            <a:avLst/>
            <a:gdLst/>
            <a:ahLst/>
            <a:cxnLst/>
            <a:rect l="l" t="t" r="r" b="b"/>
            <a:pathLst>
              <a:path w="2992629" h="2997418">
                <a:moveTo>
                  <a:pt x="1881406" y="825009"/>
                </a:moveTo>
                <a:lnTo>
                  <a:pt x="1881406" y="830495"/>
                </a:lnTo>
                <a:lnTo>
                  <a:pt x="1886134" y="827767"/>
                </a:lnTo>
                <a:cubicBezTo>
                  <a:pt x="2015446" y="753341"/>
                  <a:pt x="2139490" y="697889"/>
                  <a:pt x="2230556" y="673640"/>
                </a:cubicBezTo>
                <a:lnTo>
                  <a:pt x="2229748" y="670582"/>
                </a:lnTo>
                <a:lnTo>
                  <a:pt x="2230556" y="673640"/>
                </a:lnTo>
                <a:cubicBezTo>
                  <a:pt x="2552952" y="587674"/>
                  <a:pt x="2884745" y="779598"/>
                  <a:pt x="2971651" y="1102270"/>
                </a:cubicBezTo>
                <a:lnTo>
                  <a:pt x="2974703" y="1101431"/>
                </a:lnTo>
                <a:lnTo>
                  <a:pt x="2971651" y="1102270"/>
                </a:lnTo>
                <a:cubicBezTo>
                  <a:pt x="3058527" y="1424942"/>
                  <a:pt x="2867627" y="1756217"/>
                  <a:pt x="2545231" y="1842153"/>
                </a:cubicBezTo>
                <a:cubicBezTo>
                  <a:pt x="2452460" y="1866882"/>
                  <a:pt x="2313781" y="1880640"/>
                  <a:pt x="2161007" y="1879980"/>
                </a:cubicBezTo>
                <a:lnTo>
                  <a:pt x="2155471" y="1879950"/>
                </a:lnTo>
                <a:lnTo>
                  <a:pt x="2158254" y="1884746"/>
                </a:lnTo>
                <a:cubicBezTo>
                  <a:pt x="2235195" y="2016932"/>
                  <a:pt x="2292653" y="2144173"/>
                  <a:pt x="2317642" y="2237033"/>
                </a:cubicBezTo>
                <a:cubicBezTo>
                  <a:pt x="2404547" y="2559705"/>
                  <a:pt x="2213618" y="2890980"/>
                  <a:pt x="1891222" y="2976915"/>
                </a:cubicBezTo>
                <a:cubicBezTo>
                  <a:pt x="1568826" y="3062881"/>
                  <a:pt x="1237033" y="2870957"/>
                  <a:pt x="1150157" y="2548285"/>
                </a:cubicBezTo>
                <a:cubicBezTo>
                  <a:pt x="1125618" y="2457163"/>
                  <a:pt x="1111522" y="2321830"/>
                  <a:pt x="1111193" y="2172408"/>
                </a:cubicBezTo>
                <a:lnTo>
                  <a:pt x="1111193" y="2166923"/>
                </a:lnTo>
                <a:lnTo>
                  <a:pt x="1106465" y="2169651"/>
                </a:lnTo>
                <a:cubicBezTo>
                  <a:pt x="977153" y="2244107"/>
                  <a:pt x="853109" y="2299529"/>
                  <a:pt x="762043" y="2323808"/>
                </a:cubicBezTo>
                <a:cubicBezTo>
                  <a:pt x="439647" y="2409774"/>
                  <a:pt x="107854" y="2217849"/>
                  <a:pt x="20978" y="1895177"/>
                </a:cubicBezTo>
                <a:cubicBezTo>
                  <a:pt x="-65928" y="1572505"/>
                  <a:pt x="125002" y="1241231"/>
                  <a:pt x="447398" y="1155295"/>
                </a:cubicBezTo>
                <a:cubicBezTo>
                  <a:pt x="540170" y="1130566"/>
                  <a:pt x="678878" y="1116808"/>
                  <a:pt x="831622" y="1117467"/>
                </a:cubicBezTo>
                <a:lnTo>
                  <a:pt x="837158" y="1117497"/>
                </a:lnTo>
                <a:lnTo>
                  <a:pt x="834375" y="1112701"/>
                </a:lnTo>
                <a:cubicBezTo>
                  <a:pt x="757405" y="980515"/>
                  <a:pt x="699976" y="853275"/>
                  <a:pt x="674988" y="760415"/>
                </a:cubicBezTo>
                <a:cubicBezTo>
                  <a:pt x="588082" y="437743"/>
                  <a:pt x="779011" y="106468"/>
                  <a:pt x="1101407" y="20532"/>
                </a:cubicBezTo>
                <a:lnTo>
                  <a:pt x="1100599" y="17475"/>
                </a:lnTo>
                <a:lnTo>
                  <a:pt x="1101407" y="20532"/>
                </a:lnTo>
                <a:cubicBezTo>
                  <a:pt x="1423803" y="-65434"/>
                  <a:pt x="1755596" y="126491"/>
                  <a:pt x="1842472" y="449163"/>
                </a:cubicBezTo>
                <a:cubicBezTo>
                  <a:pt x="1867011" y="540284"/>
                  <a:pt x="1881107" y="675618"/>
                  <a:pt x="1881436" y="825039"/>
                </a:cubicBezTo>
                <a:lnTo>
                  <a:pt x="1881406" y="825009"/>
                </a:lnTo>
              </a:path>
            </a:pathLst>
          </a:custGeom>
          <a:solidFill>
            <a:srgbClr val="003860">
              <a:alpha val="8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277261" y="-464141"/>
            <a:ext cx="3597192" cy="3597194"/>
          </a:xfrm>
          <a:custGeom>
            <a:avLst/>
            <a:gdLst/>
            <a:ahLst/>
            <a:cxnLst/>
            <a:rect l="l" t="t" r="r" b="b"/>
            <a:pathLst>
              <a:path w="3597192" h="3597194">
                <a:moveTo>
                  <a:pt x="0" y="1798597"/>
                </a:moveTo>
                <a:cubicBezTo>
                  <a:pt x="0" y="805268"/>
                  <a:pt x="805267" y="0"/>
                  <a:pt x="1798596" y="0"/>
                </a:cubicBezTo>
                <a:cubicBezTo>
                  <a:pt x="2791925" y="0"/>
                  <a:pt x="3597192" y="805268"/>
                  <a:pt x="3597192" y="1798597"/>
                </a:cubicBezTo>
                <a:cubicBezTo>
                  <a:pt x="3597192" y="2791926"/>
                  <a:pt x="2791925" y="3597194"/>
                  <a:pt x="1798596" y="3597194"/>
                </a:cubicBezTo>
                <a:cubicBezTo>
                  <a:pt x="805267" y="3597194"/>
                  <a:pt x="0" y="2791926"/>
                  <a:pt x="0" y="1798597"/>
                </a:cubicBezTo>
              </a:path>
            </a:pathLst>
          </a:custGeom>
          <a:blipFill>
            <a:blip r:embed="rId3"/>
            <a:srcRect/>
            <a:stretch>
              <a:fillRect l="-28818" r="-28818"/>
            </a:stretch>
          </a:blip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02920" y="1796007"/>
            <a:ext cx="8636478" cy="1106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000" dirty="0">
                <a:solidFill>
                  <a:srgbClr val="003860"/>
                </a:solidFill>
                <a:latin typeface="Lexend Deca Regular" pitchFamily="34" charset="0"/>
                <a:ea typeface="Lexend Deca Regular" pitchFamily="34" charset="-122"/>
                <a:cs typeface="Lexend Deca Regular" pitchFamily="34" charset="-120"/>
              </a:rPr>
              <a:t>Literature Review 4- Multi-class Facial Emotion Expression Identification Using DL based feature extraction</a:t>
            </a:r>
          </a:p>
          <a:p>
            <a:pPr marL="0" indent="0" algn="l">
              <a:lnSpc>
                <a:spcPct val="90000"/>
              </a:lnSpc>
              <a:buNone/>
            </a:pPr>
            <a:endParaRPr lang="en-US" sz="2000" dirty="0">
              <a:solidFill>
                <a:srgbClr val="003860"/>
              </a:solidFill>
              <a:latin typeface="Lexend Deca Regular" pitchFamily="34" charset="0"/>
              <a:ea typeface="Lexend Deca Regular" pitchFamily="34" charset="-122"/>
            </a:endParaRPr>
          </a:p>
          <a:p>
            <a:pPr marL="0" indent="0" algn="l">
              <a:lnSpc>
                <a:spcPct val="90000"/>
              </a:lnSpc>
              <a:buNone/>
            </a:pPr>
            <a:r>
              <a:rPr lang="en-US" sz="2000" dirty="0">
                <a:solidFill>
                  <a:srgbClr val="003860"/>
                </a:solidFill>
                <a:latin typeface="Lexend Deca Regular" pitchFamily="34" charset="0"/>
                <a:ea typeface="Lexend Deca Regular" pitchFamily="34" charset="-122"/>
              </a:rPr>
              <a:t>Springer February, 2024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568119" y="828013"/>
            <a:ext cx="365158" cy="191854"/>
          </a:xfrm>
          <a:custGeom>
            <a:avLst/>
            <a:gdLst/>
            <a:ahLst/>
            <a:cxnLst/>
            <a:rect l="l" t="t" r="r" b="b"/>
            <a:pathLst>
              <a:path w="365158" h="191854">
                <a:moveTo>
                  <a:pt x="58137" y="184932"/>
                </a:moveTo>
                <a:cubicBezTo>
                  <a:pt x="51491" y="184932"/>
                  <a:pt x="44849" y="183547"/>
                  <a:pt x="38203" y="180778"/>
                </a:cubicBezTo>
                <a:cubicBezTo>
                  <a:pt x="12178" y="169705"/>
                  <a:pt x="0" y="139806"/>
                  <a:pt x="11072" y="113781"/>
                </a:cubicBezTo>
                <a:cubicBezTo>
                  <a:pt x="40142" y="44570"/>
                  <a:pt x="107415" y="-2"/>
                  <a:pt x="182437" y="-2"/>
                </a:cubicBezTo>
                <a:cubicBezTo>
                  <a:pt x="257462" y="-2"/>
                  <a:pt x="324735" y="44570"/>
                  <a:pt x="354079" y="113781"/>
                </a:cubicBezTo>
                <a:cubicBezTo>
                  <a:pt x="365154" y="139804"/>
                  <a:pt x="352973" y="169981"/>
                  <a:pt x="326948" y="180778"/>
                </a:cubicBezTo>
                <a:cubicBezTo>
                  <a:pt x="300923" y="191852"/>
                  <a:pt x="270750" y="179671"/>
                  <a:pt x="259952" y="153648"/>
                </a:cubicBezTo>
                <a:cubicBezTo>
                  <a:pt x="246664" y="122641"/>
                  <a:pt x="216210" y="102431"/>
                  <a:pt x="182437" y="102431"/>
                </a:cubicBezTo>
                <a:cubicBezTo>
                  <a:pt x="148663" y="102431"/>
                  <a:pt x="118487" y="122641"/>
                  <a:pt x="105198" y="153648"/>
                </a:cubicBezTo>
                <a:cubicBezTo>
                  <a:pt x="97169" y="173028"/>
                  <a:pt x="78067" y="184932"/>
                  <a:pt x="58133" y="184932"/>
                </a:cubicBezTo>
                <a:lnTo>
                  <a:pt x="58137" y="184932"/>
                </a:lnTo>
              </a:path>
            </a:pathLst>
          </a:custGeom>
          <a:solidFill>
            <a:srgbClr val="C6FD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748801" y="411480"/>
            <a:ext cx="365158" cy="191854"/>
          </a:xfrm>
          <a:custGeom>
            <a:avLst/>
            <a:gdLst/>
            <a:ahLst/>
            <a:cxnLst/>
            <a:rect l="l" t="t" r="r" b="b"/>
            <a:pathLst>
              <a:path w="365158" h="191854">
                <a:moveTo>
                  <a:pt x="58137" y="184932"/>
                </a:moveTo>
                <a:cubicBezTo>
                  <a:pt x="51491" y="184932"/>
                  <a:pt x="44849" y="183547"/>
                  <a:pt x="38203" y="180778"/>
                </a:cubicBezTo>
                <a:cubicBezTo>
                  <a:pt x="12178" y="169705"/>
                  <a:pt x="0" y="139806"/>
                  <a:pt x="11072" y="113781"/>
                </a:cubicBezTo>
                <a:cubicBezTo>
                  <a:pt x="40142" y="44570"/>
                  <a:pt x="107415" y="-2"/>
                  <a:pt x="182437" y="-2"/>
                </a:cubicBezTo>
                <a:cubicBezTo>
                  <a:pt x="257462" y="-2"/>
                  <a:pt x="324735" y="44570"/>
                  <a:pt x="354079" y="113781"/>
                </a:cubicBezTo>
                <a:cubicBezTo>
                  <a:pt x="365154" y="139804"/>
                  <a:pt x="352973" y="169981"/>
                  <a:pt x="326948" y="180778"/>
                </a:cubicBezTo>
                <a:cubicBezTo>
                  <a:pt x="300923" y="191852"/>
                  <a:pt x="270750" y="179671"/>
                  <a:pt x="259952" y="153648"/>
                </a:cubicBezTo>
                <a:cubicBezTo>
                  <a:pt x="246664" y="122641"/>
                  <a:pt x="216210" y="102431"/>
                  <a:pt x="182437" y="102431"/>
                </a:cubicBezTo>
                <a:cubicBezTo>
                  <a:pt x="148663" y="102431"/>
                  <a:pt x="118487" y="122641"/>
                  <a:pt x="105198" y="153648"/>
                </a:cubicBezTo>
                <a:cubicBezTo>
                  <a:pt x="97169" y="173028"/>
                  <a:pt x="78067" y="184932"/>
                  <a:pt x="58133" y="184932"/>
                </a:cubicBezTo>
                <a:lnTo>
                  <a:pt x="58137" y="184932"/>
                </a:lnTo>
              </a:path>
            </a:pathLst>
          </a:custGeom>
          <a:solidFill>
            <a:srgbClr val="0070C0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1118841" y="6212687"/>
            <a:ext cx="570088" cy="299524"/>
          </a:xfrm>
          <a:custGeom>
            <a:avLst/>
            <a:gdLst/>
            <a:ahLst/>
            <a:cxnLst/>
            <a:rect l="l" t="t" r="r" b="b"/>
            <a:pathLst>
              <a:path w="570088" h="299524">
                <a:moveTo>
                  <a:pt x="90764" y="288718"/>
                </a:moveTo>
                <a:cubicBezTo>
                  <a:pt x="80388" y="288718"/>
                  <a:pt x="70018" y="286555"/>
                  <a:pt x="59643" y="282233"/>
                </a:cubicBezTo>
                <a:cubicBezTo>
                  <a:pt x="19012" y="264944"/>
                  <a:pt x="0" y="218266"/>
                  <a:pt x="17285" y="177636"/>
                </a:cubicBezTo>
                <a:cubicBezTo>
                  <a:pt x="62670" y="69583"/>
                  <a:pt x="167697" y="-3"/>
                  <a:pt x="284822" y="-3"/>
                </a:cubicBezTo>
                <a:cubicBezTo>
                  <a:pt x="401952" y="-3"/>
                  <a:pt x="506979" y="69583"/>
                  <a:pt x="552791" y="177636"/>
                </a:cubicBezTo>
                <a:cubicBezTo>
                  <a:pt x="570082" y="218263"/>
                  <a:pt x="551064" y="265376"/>
                  <a:pt x="510434" y="282233"/>
                </a:cubicBezTo>
                <a:cubicBezTo>
                  <a:pt x="469804" y="299521"/>
                  <a:pt x="422697" y="280505"/>
                  <a:pt x="405840" y="239877"/>
                </a:cubicBezTo>
                <a:cubicBezTo>
                  <a:pt x="385094" y="191468"/>
                  <a:pt x="337549" y="159916"/>
                  <a:pt x="284822" y="159916"/>
                </a:cubicBezTo>
                <a:cubicBezTo>
                  <a:pt x="232094" y="159916"/>
                  <a:pt x="184982" y="191468"/>
                  <a:pt x="164237" y="239877"/>
                </a:cubicBezTo>
                <a:cubicBezTo>
                  <a:pt x="151700" y="270132"/>
                  <a:pt x="121879" y="288718"/>
                  <a:pt x="90758" y="288718"/>
                </a:cubicBezTo>
                <a:lnTo>
                  <a:pt x="90764" y="288718"/>
                </a:lnTo>
              </a:path>
            </a:pathLst>
          </a:custGeom>
          <a:solidFill>
            <a:srgbClr val="006E71">
              <a:alpha val="31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380300" y="6266443"/>
            <a:ext cx="382770" cy="382770"/>
          </a:xfrm>
          <a:custGeom>
            <a:avLst/>
            <a:gdLst/>
            <a:ahLst/>
            <a:cxnLst/>
            <a:rect l="l" t="t" r="r" b="b"/>
            <a:pathLst>
              <a:path w="382770" h="382770">
                <a:moveTo>
                  <a:pt x="263729" y="20899"/>
                </a:moveTo>
                <a:lnTo>
                  <a:pt x="274408" y="88420"/>
                </a:lnTo>
                <a:cubicBezTo>
                  <a:pt x="279763" y="122284"/>
                  <a:pt x="296865" y="153173"/>
                  <a:pt x="322718" y="175692"/>
                </a:cubicBezTo>
                <a:lnTo>
                  <a:pt x="374269" y="220587"/>
                </a:lnTo>
                <a:cubicBezTo>
                  <a:pt x="381523" y="226906"/>
                  <a:pt x="384466" y="236858"/>
                  <a:pt x="381806" y="246106"/>
                </a:cubicBezTo>
                <a:cubicBezTo>
                  <a:pt x="379149" y="255354"/>
                  <a:pt x="371375" y="262228"/>
                  <a:pt x="361871" y="263729"/>
                </a:cubicBezTo>
                <a:lnTo>
                  <a:pt x="294351" y="274408"/>
                </a:lnTo>
                <a:cubicBezTo>
                  <a:pt x="260487" y="279763"/>
                  <a:pt x="229597" y="296865"/>
                  <a:pt x="207079" y="322718"/>
                </a:cubicBezTo>
                <a:lnTo>
                  <a:pt x="162184" y="374269"/>
                </a:lnTo>
                <a:cubicBezTo>
                  <a:pt x="155864" y="381523"/>
                  <a:pt x="145912" y="384466"/>
                  <a:pt x="136664" y="381806"/>
                </a:cubicBezTo>
                <a:cubicBezTo>
                  <a:pt x="127417" y="379149"/>
                  <a:pt x="120542" y="371375"/>
                  <a:pt x="119042" y="361871"/>
                </a:cubicBezTo>
                <a:lnTo>
                  <a:pt x="108362" y="294351"/>
                </a:lnTo>
                <a:cubicBezTo>
                  <a:pt x="103007" y="260487"/>
                  <a:pt x="85905" y="229597"/>
                  <a:pt x="60053" y="207079"/>
                </a:cubicBezTo>
                <a:lnTo>
                  <a:pt x="8501" y="162184"/>
                </a:lnTo>
                <a:cubicBezTo>
                  <a:pt x="1248" y="155864"/>
                  <a:pt x="-1696" y="145912"/>
                  <a:pt x="965" y="136664"/>
                </a:cubicBezTo>
                <a:cubicBezTo>
                  <a:pt x="3621" y="127417"/>
                  <a:pt x="11395" y="120542"/>
                  <a:pt x="20899" y="119042"/>
                </a:cubicBezTo>
                <a:lnTo>
                  <a:pt x="88420" y="108362"/>
                </a:lnTo>
                <a:cubicBezTo>
                  <a:pt x="122284" y="103007"/>
                  <a:pt x="153173" y="85905"/>
                  <a:pt x="175692" y="60053"/>
                </a:cubicBezTo>
                <a:lnTo>
                  <a:pt x="220587" y="8501"/>
                </a:lnTo>
                <a:cubicBezTo>
                  <a:pt x="226906" y="1248"/>
                  <a:pt x="236858" y="-1696"/>
                  <a:pt x="246106" y="965"/>
                </a:cubicBezTo>
                <a:cubicBezTo>
                  <a:pt x="255354" y="3621"/>
                  <a:pt x="262228" y="11395"/>
                  <a:pt x="263729" y="20899"/>
                </a:cubicBezTo>
                <a:lnTo>
                  <a:pt x="263729" y="20899"/>
                </a:lnTo>
              </a:path>
            </a:pathLst>
          </a:custGeom>
          <a:solidFill>
            <a:srgbClr val="006E71">
              <a:alpha val="20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9711803" y="4315491"/>
            <a:ext cx="2011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711806" y="3768559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spcBef>
                <a:spcPts val="1000"/>
              </a:spcBef>
              <a:buNone/>
            </a:pP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409587" y="4315491"/>
            <a:ext cx="2011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300" dirty="0">
                <a:solidFill>
                  <a:srgbClr val="111111"/>
                </a:solidFill>
                <a:latin typeface="Lexend Regular" pitchFamily="34" charset="0"/>
                <a:ea typeface="Lexend Regular" pitchFamily="34" charset="-122"/>
              </a:rPr>
              <a:t>95.82% accuracy</a:t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300" dirty="0">
                <a:solidFill>
                  <a:srgbClr val="111111"/>
                </a:solidFill>
                <a:latin typeface="Lexend Regular" pitchFamily="34" charset="0"/>
                <a:ea typeface="Lexend Regular" pitchFamily="34" charset="-122"/>
              </a:rPr>
              <a:t>95.81% F1 score</a:t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300" dirty="0">
                <a:solidFill>
                  <a:srgbClr val="111111"/>
                </a:solidFill>
                <a:latin typeface="Lexend Regular" pitchFamily="34" charset="0"/>
                <a:ea typeface="Lexend Regular" pitchFamily="34" charset="-122"/>
              </a:rPr>
              <a:t>95% recall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409590" y="3768559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111111"/>
                </a:solidFill>
                <a:latin typeface="Lexend Bold" pitchFamily="34" charset="0"/>
                <a:ea typeface="Lexend Bold" pitchFamily="34" charset="-122"/>
                <a:cs typeface="Lexend Bold" pitchFamily="34" charset="-120"/>
              </a:rPr>
              <a:t>Result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409587" y="3148728"/>
            <a:ext cx="365760" cy="334409"/>
          </a:xfrm>
          <a:custGeom>
            <a:avLst/>
            <a:gdLst/>
            <a:ahLst/>
            <a:cxnLst/>
            <a:rect l="l" t="t" r="r" b="b"/>
            <a:pathLst>
              <a:path w="365760" h="334409">
                <a:moveTo>
                  <a:pt x="350084" y="0"/>
                </a:moveTo>
                <a:cubicBezTo>
                  <a:pt x="358770" y="0"/>
                  <a:pt x="365760" y="6989"/>
                  <a:pt x="365760" y="15677"/>
                </a:cubicBezTo>
                <a:lnTo>
                  <a:pt x="365760" y="318735"/>
                </a:lnTo>
                <a:cubicBezTo>
                  <a:pt x="365760" y="327423"/>
                  <a:pt x="358770" y="334412"/>
                  <a:pt x="350084" y="334412"/>
                </a:cubicBezTo>
                <a:cubicBezTo>
                  <a:pt x="341397" y="334412"/>
                  <a:pt x="334407" y="327423"/>
                  <a:pt x="334407" y="318739"/>
                </a:cubicBezTo>
                <a:lnTo>
                  <a:pt x="334407" y="15680"/>
                </a:lnTo>
                <a:cubicBezTo>
                  <a:pt x="334407" y="6992"/>
                  <a:pt x="341397" y="7"/>
                  <a:pt x="350084" y="7"/>
                </a:cubicBezTo>
                <a:lnTo>
                  <a:pt x="350084" y="0"/>
                </a:lnTo>
              </a:path>
              <a:path w="365760" h="334409">
                <a:moveTo>
                  <a:pt x="266482" y="62702"/>
                </a:moveTo>
                <a:cubicBezTo>
                  <a:pt x="275169" y="62702"/>
                  <a:pt x="282158" y="69691"/>
                  <a:pt x="282158" y="78379"/>
                </a:cubicBezTo>
                <a:lnTo>
                  <a:pt x="282158" y="318735"/>
                </a:lnTo>
                <a:cubicBezTo>
                  <a:pt x="282158" y="327423"/>
                  <a:pt x="275169" y="334413"/>
                  <a:pt x="266482" y="334413"/>
                </a:cubicBezTo>
                <a:cubicBezTo>
                  <a:pt x="257795" y="334413"/>
                  <a:pt x="250805" y="327423"/>
                  <a:pt x="250805" y="318739"/>
                </a:cubicBezTo>
                <a:lnTo>
                  <a:pt x="250805" y="78382"/>
                </a:lnTo>
                <a:cubicBezTo>
                  <a:pt x="250805" y="69694"/>
                  <a:pt x="257795" y="62708"/>
                  <a:pt x="266482" y="62708"/>
                </a:cubicBezTo>
                <a:lnTo>
                  <a:pt x="266482" y="62702"/>
                </a:lnTo>
              </a:path>
              <a:path w="365760" h="334409">
                <a:moveTo>
                  <a:pt x="182880" y="125403"/>
                </a:moveTo>
                <a:cubicBezTo>
                  <a:pt x="191567" y="125403"/>
                  <a:pt x="198556" y="132393"/>
                  <a:pt x="198556" y="141080"/>
                </a:cubicBezTo>
                <a:lnTo>
                  <a:pt x="198556" y="318735"/>
                </a:lnTo>
                <a:cubicBezTo>
                  <a:pt x="198556" y="327423"/>
                  <a:pt x="191567" y="334412"/>
                  <a:pt x="182880" y="334412"/>
                </a:cubicBezTo>
                <a:cubicBezTo>
                  <a:pt x="174193" y="334412"/>
                  <a:pt x="167204" y="327423"/>
                  <a:pt x="167204" y="318739"/>
                </a:cubicBezTo>
                <a:lnTo>
                  <a:pt x="167204" y="141084"/>
                </a:lnTo>
                <a:cubicBezTo>
                  <a:pt x="167204" y="132396"/>
                  <a:pt x="174193" y="125410"/>
                  <a:pt x="182880" y="125410"/>
                </a:cubicBezTo>
                <a:lnTo>
                  <a:pt x="182880" y="125403"/>
                </a:lnTo>
              </a:path>
              <a:path w="365760" h="334409">
                <a:moveTo>
                  <a:pt x="99278" y="188105"/>
                </a:moveTo>
                <a:cubicBezTo>
                  <a:pt x="107965" y="188105"/>
                  <a:pt x="114955" y="195094"/>
                  <a:pt x="114955" y="203782"/>
                </a:cubicBezTo>
                <a:lnTo>
                  <a:pt x="114955" y="318735"/>
                </a:lnTo>
                <a:cubicBezTo>
                  <a:pt x="114955" y="327423"/>
                  <a:pt x="107965" y="334412"/>
                  <a:pt x="99278" y="334412"/>
                </a:cubicBezTo>
                <a:cubicBezTo>
                  <a:pt x="90591" y="334412"/>
                  <a:pt x="83602" y="327423"/>
                  <a:pt x="83602" y="318739"/>
                </a:cubicBezTo>
                <a:lnTo>
                  <a:pt x="83602" y="203786"/>
                </a:lnTo>
                <a:cubicBezTo>
                  <a:pt x="83602" y="195098"/>
                  <a:pt x="90591" y="188112"/>
                  <a:pt x="99278" y="188112"/>
                </a:cubicBezTo>
                <a:lnTo>
                  <a:pt x="99278" y="188105"/>
                </a:lnTo>
              </a:path>
              <a:path w="365760" h="334409">
                <a:moveTo>
                  <a:pt x="15676" y="250807"/>
                </a:moveTo>
                <a:cubicBezTo>
                  <a:pt x="24363" y="250807"/>
                  <a:pt x="31353" y="257796"/>
                  <a:pt x="31353" y="266484"/>
                </a:cubicBezTo>
                <a:lnTo>
                  <a:pt x="31353" y="318735"/>
                </a:lnTo>
                <a:cubicBezTo>
                  <a:pt x="31353" y="327423"/>
                  <a:pt x="24363" y="334412"/>
                  <a:pt x="15676" y="334412"/>
                </a:cubicBezTo>
                <a:cubicBezTo>
                  <a:pt x="6990" y="334412"/>
                  <a:pt x="0" y="327423"/>
                  <a:pt x="0" y="318739"/>
                </a:cubicBezTo>
                <a:lnTo>
                  <a:pt x="0" y="266487"/>
                </a:lnTo>
                <a:cubicBezTo>
                  <a:pt x="0" y="257799"/>
                  <a:pt x="6990" y="250814"/>
                  <a:pt x="15676" y="250814"/>
                </a:cubicBezTo>
                <a:lnTo>
                  <a:pt x="15676" y="250807"/>
                </a:lnTo>
              </a:path>
            </a:pathLst>
          </a:custGeom>
          <a:solidFill>
            <a:srgbClr val="003860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130228" y="3133053"/>
            <a:ext cx="320040" cy="365760"/>
          </a:xfrm>
          <a:custGeom>
            <a:avLst/>
            <a:gdLst/>
            <a:ahLst/>
            <a:cxnLst/>
            <a:rect l="l" t="t" r="r" b="b"/>
            <a:pathLst>
              <a:path w="320040" h="365760">
                <a:moveTo>
                  <a:pt x="285751" y="61437"/>
                </a:moveTo>
                <a:lnTo>
                  <a:pt x="285751" y="124801"/>
                </a:lnTo>
                <a:cubicBezTo>
                  <a:pt x="276249" y="129944"/>
                  <a:pt x="263175" y="134944"/>
                  <a:pt x="246604" y="139018"/>
                </a:cubicBezTo>
                <a:cubicBezTo>
                  <a:pt x="222386" y="145020"/>
                  <a:pt x="192527" y="148590"/>
                  <a:pt x="160020" y="148590"/>
                </a:cubicBezTo>
                <a:cubicBezTo>
                  <a:pt x="127517" y="148590"/>
                  <a:pt x="97654" y="145017"/>
                  <a:pt x="73437" y="139018"/>
                </a:cubicBezTo>
                <a:cubicBezTo>
                  <a:pt x="56862" y="134947"/>
                  <a:pt x="43791" y="130017"/>
                  <a:pt x="34289" y="124801"/>
                </a:cubicBezTo>
                <a:lnTo>
                  <a:pt x="34289" y="61437"/>
                </a:lnTo>
                <a:lnTo>
                  <a:pt x="34718" y="61078"/>
                </a:lnTo>
                <a:cubicBezTo>
                  <a:pt x="38504" y="57863"/>
                  <a:pt x="46076" y="53434"/>
                  <a:pt x="58436" y="49005"/>
                </a:cubicBezTo>
                <a:cubicBezTo>
                  <a:pt x="82798" y="40362"/>
                  <a:pt x="118729" y="34290"/>
                  <a:pt x="160020" y="34290"/>
                </a:cubicBezTo>
                <a:cubicBezTo>
                  <a:pt x="201312" y="34290"/>
                  <a:pt x="237243" y="40362"/>
                  <a:pt x="261604" y="49005"/>
                </a:cubicBezTo>
                <a:cubicBezTo>
                  <a:pt x="273964" y="53434"/>
                  <a:pt x="281463" y="57863"/>
                  <a:pt x="285322" y="61078"/>
                </a:cubicBezTo>
                <a:lnTo>
                  <a:pt x="285751" y="61437"/>
                </a:lnTo>
                <a:moveTo>
                  <a:pt x="285751" y="162522"/>
                </a:moveTo>
                <a:lnTo>
                  <a:pt x="285751" y="216241"/>
                </a:lnTo>
                <a:cubicBezTo>
                  <a:pt x="276249" y="221384"/>
                  <a:pt x="263175" y="226384"/>
                  <a:pt x="246604" y="230458"/>
                </a:cubicBezTo>
                <a:cubicBezTo>
                  <a:pt x="222386" y="236460"/>
                  <a:pt x="192527" y="240030"/>
                  <a:pt x="160020" y="240030"/>
                </a:cubicBezTo>
                <a:cubicBezTo>
                  <a:pt x="127517" y="240030"/>
                  <a:pt x="97654" y="236457"/>
                  <a:pt x="73437" y="230458"/>
                </a:cubicBezTo>
                <a:cubicBezTo>
                  <a:pt x="56862" y="226387"/>
                  <a:pt x="43791" y="221457"/>
                  <a:pt x="34289" y="216241"/>
                </a:cubicBezTo>
                <a:lnTo>
                  <a:pt x="34289" y="162522"/>
                </a:lnTo>
                <a:cubicBezTo>
                  <a:pt x="43791" y="166307"/>
                  <a:pt x="54221" y="169596"/>
                  <a:pt x="65221" y="172310"/>
                </a:cubicBezTo>
                <a:cubicBezTo>
                  <a:pt x="92511" y="179025"/>
                  <a:pt x="125158" y="182884"/>
                  <a:pt x="160020" y="182884"/>
                </a:cubicBezTo>
                <a:cubicBezTo>
                  <a:pt x="194882" y="182884"/>
                  <a:pt x="227529" y="179025"/>
                  <a:pt x="254819" y="172310"/>
                </a:cubicBezTo>
                <a:cubicBezTo>
                  <a:pt x="265819" y="169596"/>
                  <a:pt x="276249" y="166381"/>
                  <a:pt x="285751" y="162522"/>
                </a:cubicBezTo>
                <a:lnTo>
                  <a:pt x="285751" y="162522"/>
                </a:lnTo>
                <a:moveTo>
                  <a:pt x="34289" y="304323"/>
                </a:moveTo>
                <a:lnTo>
                  <a:pt x="34289" y="254031"/>
                </a:lnTo>
                <a:cubicBezTo>
                  <a:pt x="43791" y="257817"/>
                  <a:pt x="54221" y="261105"/>
                  <a:pt x="65221" y="263819"/>
                </a:cubicBezTo>
                <a:cubicBezTo>
                  <a:pt x="92511" y="270461"/>
                  <a:pt x="125158" y="274320"/>
                  <a:pt x="160020" y="274320"/>
                </a:cubicBezTo>
                <a:cubicBezTo>
                  <a:pt x="194882" y="274320"/>
                  <a:pt x="227529" y="270461"/>
                  <a:pt x="254819" y="263746"/>
                </a:cubicBezTo>
                <a:cubicBezTo>
                  <a:pt x="265819" y="261032"/>
                  <a:pt x="276249" y="257817"/>
                  <a:pt x="285751" y="253958"/>
                </a:cubicBezTo>
                <a:lnTo>
                  <a:pt x="285751" y="304250"/>
                </a:lnTo>
                <a:lnTo>
                  <a:pt x="285322" y="304609"/>
                </a:lnTo>
                <a:cubicBezTo>
                  <a:pt x="281536" y="307824"/>
                  <a:pt x="273964" y="312253"/>
                  <a:pt x="261604" y="316682"/>
                </a:cubicBezTo>
                <a:cubicBezTo>
                  <a:pt x="237243" y="325398"/>
                  <a:pt x="201312" y="331470"/>
                  <a:pt x="160020" y="331470"/>
                </a:cubicBezTo>
                <a:cubicBezTo>
                  <a:pt x="118728" y="331470"/>
                  <a:pt x="82798" y="325398"/>
                  <a:pt x="58436" y="316755"/>
                </a:cubicBezTo>
                <a:cubicBezTo>
                  <a:pt x="46076" y="312326"/>
                  <a:pt x="38578" y="307897"/>
                  <a:pt x="34718" y="304682"/>
                </a:cubicBezTo>
                <a:lnTo>
                  <a:pt x="34289" y="304323"/>
                </a:lnTo>
                <a:moveTo>
                  <a:pt x="287249" y="302824"/>
                </a:moveTo>
                <a:cubicBezTo>
                  <a:pt x="287249" y="302824"/>
                  <a:pt x="287249" y="302897"/>
                  <a:pt x="287105" y="302966"/>
                </a:cubicBezTo>
                <a:lnTo>
                  <a:pt x="287175" y="302824"/>
                </a:lnTo>
                <a:cubicBezTo>
                  <a:pt x="287175" y="302824"/>
                  <a:pt x="287175" y="302824"/>
                  <a:pt x="287175" y="302751"/>
                </a:cubicBezTo>
                <a:lnTo>
                  <a:pt x="287249" y="302824"/>
                </a:lnTo>
                <a:moveTo>
                  <a:pt x="32862" y="302824"/>
                </a:moveTo>
                <a:cubicBezTo>
                  <a:pt x="32862" y="302824"/>
                  <a:pt x="32862" y="302897"/>
                  <a:pt x="33006" y="302966"/>
                </a:cubicBezTo>
                <a:cubicBezTo>
                  <a:pt x="32935" y="302893"/>
                  <a:pt x="32935" y="302824"/>
                  <a:pt x="32862" y="302824"/>
                </a:cubicBezTo>
                <a:moveTo>
                  <a:pt x="32862" y="62936"/>
                </a:moveTo>
                <a:cubicBezTo>
                  <a:pt x="32862" y="62936"/>
                  <a:pt x="32932" y="62863"/>
                  <a:pt x="33006" y="62794"/>
                </a:cubicBezTo>
                <a:cubicBezTo>
                  <a:pt x="32935" y="62867"/>
                  <a:pt x="32862" y="62936"/>
                  <a:pt x="32862" y="62936"/>
                </a:cubicBezTo>
                <a:moveTo>
                  <a:pt x="287178" y="62794"/>
                </a:moveTo>
                <a:cubicBezTo>
                  <a:pt x="287249" y="62867"/>
                  <a:pt x="287322" y="62936"/>
                  <a:pt x="287322" y="62936"/>
                </a:cubicBezTo>
                <a:cubicBezTo>
                  <a:pt x="287322" y="62936"/>
                  <a:pt x="287322" y="62863"/>
                  <a:pt x="287178" y="62794"/>
                </a:cubicBezTo>
                <a:moveTo>
                  <a:pt x="320040" y="308610"/>
                </a:moveTo>
                <a:lnTo>
                  <a:pt x="320040" y="57150"/>
                </a:lnTo>
                <a:cubicBezTo>
                  <a:pt x="320040" y="25574"/>
                  <a:pt x="248389" y="0"/>
                  <a:pt x="160020" y="0"/>
                </a:cubicBezTo>
                <a:cubicBezTo>
                  <a:pt x="71651" y="0"/>
                  <a:pt x="0" y="25574"/>
                  <a:pt x="0" y="57150"/>
                </a:cubicBezTo>
                <a:lnTo>
                  <a:pt x="0" y="308610"/>
                </a:lnTo>
                <a:cubicBezTo>
                  <a:pt x="0" y="340186"/>
                  <a:pt x="71651" y="365760"/>
                  <a:pt x="160020" y="365760"/>
                </a:cubicBezTo>
                <a:cubicBezTo>
                  <a:pt x="248389" y="365760"/>
                  <a:pt x="320040" y="340186"/>
                  <a:pt x="320040" y="308610"/>
                </a:cubicBezTo>
              </a:path>
            </a:pathLst>
          </a:custGeom>
          <a:solidFill>
            <a:srgbClr val="003860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107368" y="4315491"/>
            <a:ext cx="2011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300" dirty="0">
                <a:solidFill>
                  <a:srgbClr val="111111"/>
                </a:solidFill>
                <a:latin typeface="Lexend Regular" pitchFamily="34" charset="0"/>
                <a:ea typeface="Lexend Regular" pitchFamily="34" charset="-122"/>
              </a:rPr>
              <a:t>FER 2013</a:t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300" dirty="0">
                <a:solidFill>
                  <a:srgbClr val="111111"/>
                </a:solidFill>
                <a:latin typeface="Lexend Regular" pitchFamily="34" charset="0"/>
                <a:ea typeface="Lexend Regular" pitchFamily="34" charset="-122"/>
              </a:rPr>
              <a:t>EMOTIC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107370" y="3768559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111111"/>
                </a:solidFill>
                <a:latin typeface="Lexend Bold" pitchFamily="34" charset="0"/>
                <a:ea typeface="Lexend Bold" pitchFamily="34" charset="-122"/>
                <a:cs typeface="Lexend Bold" pitchFamily="34" charset="-120"/>
              </a:rPr>
              <a:t>Dataset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862295" y="3125861"/>
            <a:ext cx="251460" cy="365760"/>
          </a:xfrm>
          <a:custGeom>
            <a:avLst/>
            <a:gdLst/>
            <a:ahLst/>
            <a:cxnLst/>
            <a:rect l="l" t="t" r="r" b="b"/>
            <a:pathLst>
              <a:path w="251460" h="365760">
                <a:moveTo>
                  <a:pt x="160019" y="68580"/>
                </a:moveTo>
                <a:lnTo>
                  <a:pt x="160019" y="182880"/>
                </a:lnTo>
                <a:cubicBezTo>
                  <a:pt x="160019" y="201812"/>
                  <a:pt x="144660" y="217170"/>
                  <a:pt x="125730" y="217170"/>
                </a:cubicBezTo>
                <a:cubicBezTo>
                  <a:pt x="106800" y="217170"/>
                  <a:pt x="91441" y="201812"/>
                  <a:pt x="91441" y="182880"/>
                </a:cubicBezTo>
                <a:lnTo>
                  <a:pt x="91441" y="68580"/>
                </a:lnTo>
                <a:cubicBezTo>
                  <a:pt x="91441" y="49648"/>
                  <a:pt x="106800" y="34290"/>
                  <a:pt x="125730" y="34290"/>
                </a:cubicBezTo>
                <a:cubicBezTo>
                  <a:pt x="144660" y="34290"/>
                  <a:pt x="160019" y="49648"/>
                  <a:pt x="160019" y="68580"/>
                </a:cubicBezTo>
                <a:lnTo>
                  <a:pt x="160019" y="68580"/>
                </a:lnTo>
                <a:moveTo>
                  <a:pt x="57149" y="68580"/>
                </a:moveTo>
                <a:lnTo>
                  <a:pt x="57149" y="182880"/>
                </a:lnTo>
                <a:cubicBezTo>
                  <a:pt x="57149" y="220743"/>
                  <a:pt x="87868" y="251460"/>
                  <a:pt x="125730" y="251460"/>
                </a:cubicBezTo>
                <a:cubicBezTo>
                  <a:pt x="163592" y="251460"/>
                  <a:pt x="194311" y="220743"/>
                  <a:pt x="194311" y="182880"/>
                </a:cubicBezTo>
                <a:lnTo>
                  <a:pt x="194311" y="68580"/>
                </a:lnTo>
                <a:cubicBezTo>
                  <a:pt x="194311" y="30717"/>
                  <a:pt x="163592" y="0"/>
                  <a:pt x="125730" y="0"/>
                </a:cubicBezTo>
                <a:cubicBezTo>
                  <a:pt x="87868" y="0"/>
                  <a:pt x="57149" y="30717"/>
                  <a:pt x="57149" y="68580"/>
                </a:cubicBezTo>
                <a:lnTo>
                  <a:pt x="57149" y="68580"/>
                </a:lnTo>
                <a:moveTo>
                  <a:pt x="34289" y="154307"/>
                </a:moveTo>
                <a:cubicBezTo>
                  <a:pt x="34289" y="144804"/>
                  <a:pt x="26645" y="137164"/>
                  <a:pt x="17145" y="137164"/>
                </a:cubicBezTo>
                <a:cubicBezTo>
                  <a:pt x="7644" y="137164"/>
                  <a:pt x="0" y="144808"/>
                  <a:pt x="0" y="154310"/>
                </a:cubicBezTo>
                <a:lnTo>
                  <a:pt x="0" y="182887"/>
                </a:lnTo>
                <a:cubicBezTo>
                  <a:pt x="0" y="246537"/>
                  <a:pt x="47292" y="299115"/>
                  <a:pt x="108585" y="307472"/>
                </a:cubicBezTo>
                <a:lnTo>
                  <a:pt x="108585" y="331477"/>
                </a:lnTo>
                <a:lnTo>
                  <a:pt x="74296" y="331477"/>
                </a:lnTo>
                <a:cubicBezTo>
                  <a:pt x="64796" y="331477"/>
                  <a:pt x="57152" y="339122"/>
                  <a:pt x="57152" y="348624"/>
                </a:cubicBezTo>
                <a:cubicBezTo>
                  <a:pt x="57152" y="358126"/>
                  <a:pt x="64796" y="365771"/>
                  <a:pt x="74296" y="365771"/>
                </a:cubicBezTo>
                <a:lnTo>
                  <a:pt x="125733" y="365771"/>
                </a:lnTo>
                <a:lnTo>
                  <a:pt x="177169" y="365771"/>
                </a:lnTo>
                <a:cubicBezTo>
                  <a:pt x="186669" y="365771"/>
                  <a:pt x="194313" y="358126"/>
                  <a:pt x="194313" y="348628"/>
                </a:cubicBezTo>
                <a:cubicBezTo>
                  <a:pt x="194313" y="339125"/>
                  <a:pt x="186669" y="331484"/>
                  <a:pt x="177169" y="331484"/>
                </a:cubicBezTo>
                <a:lnTo>
                  <a:pt x="142880" y="331484"/>
                </a:lnTo>
                <a:lnTo>
                  <a:pt x="142880" y="307480"/>
                </a:lnTo>
                <a:cubicBezTo>
                  <a:pt x="204173" y="299122"/>
                  <a:pt x="251465" y="246544"/>
                  <a:pt x="251465" y="182894"/>
                </a:cubicBezTo>
                <a:lnTo>
                  <a:pt x="251465" y="154321"/>
                </a:lnTo>
                <a:cubicBezTo>
                  <a:pt x="251465" y="144819"/>
                  <a:pt x="243821" y="137178"/>
                  <a:pt x="234321" y="137178"/>
                </a:cubicBezTo>
                <a:cubicBezTo>
                  <a:pt x="224820" y="137178"/>
                  <a:pt x="217176" y="144822"/>
                  <a:pt x="217176" y="154325"/>
                </a:cubicBezTo>
                <a:lnTo>
                  <a:pt x="217176" y="182902"/>
                </a:lnTo>
                <a:cubicBezTo>
                  <a:pt x="217176" y="233410"/>
                  <a:pt x="176243" y="274342"/>
                  <a:pt x="125735" y="274342"/>
                </a:cubicBezTo>
                <a:cubicBezTo>
                  <a:pt x="75229" y="274342"/>
                  <a:pt x="34294" y="233410"/>
                  <a:pt x="34294" y="182902"/>
                </a:cubicBezTo>
                <a:lnTo>
                  <a:pt x="34289" y="154307"/>
                </a:lnTo>
              </a:path>
            </a:pathLst>
          </a:custGeom>
          <a:solidFill>
            <a:srgbClr val="003860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2805146" y="4298163"/>
            <a:ext cx="2011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300" dirty="0">
                <a:solidFill>
                  <a:srgbClr val="111111"/>
                </a:solidFill>
                <a:latin typeface="Lexend Regular" pitchFamily="34" charset="0"/>
                <a:ea typeface="Lexend Regular" pitchFamily="34" charset="-122"/>
              </a:rPr>
              <a:t>Data Pre Processing</a:t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300" dirty="0">
                <a:solidFill>
                  <a:srgbClr val="111111"/>
                </a:solidFill>
                <a:latin typeface="Lexend Regular" pitchFamily="34" charset="0"/>
                <a:ea typeface="Lexend Regular" pitchFamily="34" charset="-122"/>
              </a:rPr>
              <a:t>Feature Extraction</a:t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300" dirty="0">
                <a:solidFill>
                  <a:srgbClr val="111111"/>
                </a:solidFill>
                <a:latin typeface="Lexend Regular" pitchFamily="34" charset="0"/>
                <a:ea typeface="Lexend Regular" pitchFamily="34" charset="-122"/>
              </a:rPr>
              <a:t>Classification</a:t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300" dirty="0">
                <a:solidFill>
                  <a:srgbClr val="111111"/>
                </a:solidFill>
                <a:latin typeface="Lexend Regular" pitchFamily="34" charset="0"/>
                <a:ea typeface="Lexend Regular" pitchFamily="34" charset="-122"/>
              </a:rPr>
              <a:t>Performance Evaluation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805147" y="3768481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111111"/>
                </a:solidFill>
                <a:latin typeface="Lexend Bold" pitchFamily="34" charset="0"/>
                <a:ea typeface="Lexend Bold" pitchFamily="34" charset="-122"/>
                <a:cs typeface="Lexend Bold" pitchFamily="34" charset="-120"/>
              </a:rPr>
              <a:t>Methodology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2920" y="3169629"/>
            <a:ext cx="365760" cy="292608"/>
          </a:xfrm>
          <a:custGeom>
            <a:avLst/>
            <a:gdLst/>
            <a:ahLst/>
            <a:cxnLst/>
            <a:rect l="l" t="t" r="r" b="b"/>
            <a:pathLst>
              <a:path w="365760" h="292608">
                <a:moveTo>
                  <a:pt x="182880" y="0"/>
                </a:moveTo>
                <a:cubicBezTo>
                  <a:pt x="189738" y="0"/>
                  <a:pt x="195510" y="5030"/>
                  <a:pt x="196483" y="11830"/>
                </a:cubicBezTo>
                <a:lnTo>
                  <a:pt x="220487" y="185795"/>
                </a:lnTo>
                <a:lnTo>
                  <a:pt x="242492" y="48119"/>
                </a:lnTo>
                <a:cubicBezTo>
                  <a:pt x="243578" y="41433"/>
                  <a:pt x="249350" y="36518"/>
                  <a:pt x="256149" y="36576"/>
                </a:cubicBezTo>
                <a:cubicBezTo>
                  <a:pt x="262949" y="36634"/>
                  <a:pt x="268665" y="41661"/>
                  <a:pt x="269638" y="48348"/>
                </a:cubicBezTo>
                <a:lnTo>
                  <a:pt x="285754" y="161104"/>
                </a:lnTo>
                <a:lnTo>
                  <a:pt x="297469" y="102469"/>
                </a:lnTo>
                <a:cubicBezTo>
                  <a:pt x="298727" y="96297"/>
                  <a:pt x="303928" y="91782"/>
                  <a:pt x="310212" y="91437"/>
                </a:cubicBezTo>
                <a:cubicBezTo>
                  <a:pt x="316499" y="91095"/>
                  <a:pt x="322158" y="95095"/>
                  <a:pt x="324041" y="101096"/>
                </a:cubicBezTo>
                <a:lnTo>
                  <a:pt x="339301" y="150875"/>
                </a:lnTo>
                <a:lnTo>
                  <a:pt x="352044" y="150875"/>
                </a:lnTo>
                <a:cubicBezTo>
                  <a:pt x="359644" y="150875"/>
                  <a:pt x="365760" y="156990"/>
                  <a:pt x="365760" y="164589"/>
                </a:cubicBezTo>
                <a:cubicBezTo>
                  <a:pt x="365760" y="172191"/>
                  <a:pt x="359644" y="178304"/>
                  <a:pt x="352044" y="178304"/>
                </a:cubicBezTo>
                <a:lnTo>
                  <a:pt x="329184" y="178304"/>
                </a:lnTo>
                <a:cubicBezTo>
                  <a:pt x="323182" y="178304"/>
                  <a:pt x="317867" y="174360"/>
                  <a:pt x="316097" y="168645"/>
                </a:cubicBezTo>
                <a:lnTo>
                  <a:pt x="313753" y="160987"/>
                </a:lnTo>
                <a:lnTo>
                  <a:pt x="296950" y="244998"/>
                </a:lnTo>
                <a:cubicBezTo>
                  <a:pt x="295636" y="251570"/>
                  <a:pt x="289806" y="256199"/>
                  <a:pt x="283120" y="256030"/>
                </a:cubicBezTo>
                <a:cubicBezTo>
                  <a:pt x="276434" y="255857"/>
                  <a:pt x="270889" y="250885"/>
                  <a:pt x="269920" y="244258"/>
                </a:cubicBezTo>
                <a:lnTo>
                  <a:pt x="255290" y="141903"/>
                </a:lnTo>
                <a:lnTo>
                  <a:pt x="233000" y="281065"/>
                </a:lnTo>
                <a:cubicBezTo>
                  <a:pt x="231914" y="287751"/>
                  <a:pt x="226084" y="292667"/>
                  <a:pt x="219284" y="292609"/>
                </a:cubicBezTo>
                <a:cubicBezTo>
                  <a:pt x="212485" y="292550"/>
                  <a:pt x="206768" y="287523"/>
                  <a:pt x="205853" y="280778"/>
                </a:cubicBezTo>
                <a:lnTo>
                  <a:pt x="182880" y="114071"/>
                </a:lnTo>
                <a:lnTo>
                  <a:pt x="159907" y="280778"/>
                </a:lnTo>
                <a:cubicBezTo>
                  <a:pt x="158992" y="287523"/>
                  <a:pt x="153275" y="292550"/>
                  <a:pt x="146476" y="292609"/>
                </a:cubicBezTo>
                <a:cubicBezTo>
                  <a:pt x="139676" y="292667"/>
                  <a:pt x="133846" y="287751"/>
                  <a:pt x="132760" y="281065"/>
                </a:cubicBezTo>
                <a:lnTo>
                  <a:pt x="110470" y="141903"/>
                </a:lnTo>
                <a:lnTo>
                  <a:pt x="95899" y="244258"/>
                </a:lnTo>
                <a:cubicBezTo>
                  <a:pt x="94926" y="250888"/>
                  <a:pt x="89384" y="255860"/>
                  <a:pt x="82698" y="256030"/>
                </a:cubicBezTo>
                <a:cubicBezTo>
                  <a:pt x="76012" y="256202"/>
                  <a:pt x="70182" y="251573"/>
                  <a:pt x="68869" y="244998"/>
                </a:cubicBezTo>
                <a:lnTo>
                  <a:pt x="52066" y="160987"/>
                </a:lnTo>
                <a:lnTo>
                  <a:pt x="49721" y="168645"/>
                </a:lnTo>
                <a:cubicBezTo>
                  <a:pt x="47893" y="174360"/>
                  <a:pt x="42578" y="178304"/>
                  <a:pt x="36576" y="178304"/>
                </a:cubicBezTo>
                <a:lnTo>
                  <a:pt x="13716" y="178304"/>
                </a:lnTo>
                <a:cubicBezTo>
                  <a:pt x="6115" y="178304"/>
                  <a:pt x="0" y="172188"/>
                  <a:pt x="0" y="164589"/>
                </a:cubicBezTo>
                <a:cubicBezTo>
                  <a:pt x="0" y="156987"/>
                  <a:pt x="6115" y="150875"/>
                  <a:pt x="13716" y="150875"/>
                </a:cubicBezTo>
                <a:lnTo>
                  <a:pt x="26459" y="150875"/>
                </a:lnTo>
                <a:lnTo>
                  <a:pt x="41777" y="101096"/>
                </a:lnTo>
                <a:cubicBezTo>
                  <a:pt x="43606" y="95095"/>
                  <a:pt x="49323" y="91095"/>
                  <a:pt x="55606" y="91437"/>
                </a:cubicBezTo>
                <a:cubicBezTo>
                  <a:pt x="61894" y="91779"/>
                  <a:pt x="67150" y="96294"/>
                  <a:pt x="68349" y="102469"/>
                </a:cubicBezTo>
                <a:lnTo>
                  <a:pt x="80065" y="161104"/>
                </a:lnTo>
                <a:lnTo>
                  <a:pt x="96125" y="48348"/>
                </a:lnTo>
                <a:cubicBezTo>
                  <a:pt x="97098" y="41662"/>
                  <a:pt x="102811" y="36632"/>
                  <a:pt x="109611" y="36576"/>
                </a:cubicBezTo>
                <a:cubicBezTo>
                  <a:pt x="116410" y="36518"/>
                  <a:pt x="122182" y="41433"/>
                  <a:pt x="123268" y="48119"/>
                </a:cubicBezTo>
                <a:lnTo>
                  <a:pt x="145272" y="185795"/>
                </a:lnTo>
                <a:lnTo>
                  <a:pt x="169274" y="11830"/>
                </a:lnTo>
                <a:cubicBezTo>
                  <a:pt x="170247" y="5030"/>
                  <a:pt x="176018" y="0"/>
                  <a:pt x="182876" y="0"/>
                </a:cubicBezTo>
                <a:lnTo>
                  <a:pt x="182880" y="0"/>
                </a:lnTo>
              </a:path>
            </a:pathLst>
          </a:custGeom>
          <a:solidFill>
            <a:srgbClr val="003860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02920" y="376863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111111"/>
                </a:solidFill>
                <a:latin typeface="Lexend Bold" pitchFamily="34" charset="0"/>
                <a:ea typeface="Lexend Bold" pitchFamily="34" charset="-122"/>
                <a:cs typeface="Lexend Bold" pitchFamily="34" charset="-120"/>
              </a:rPr>
              <a:t>Problem Statement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2920" y="4294623"/>
            <a:ext cx="2011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300" dirty="0">
                <a:solidFill>
                  <a:srgbClr val="111111"/>
                </a:solidFill>
                <a:latin typeface="Lexend Regular" pitchFamily="34" charset="0"/>
                <a:ea typeface="Lexend Regular" pitchFamily="34" charset="-122"/>
              </a:rPr>
              <a:t>Recognizing multiple facial emotions is challenging</a:t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endParaRPr lang="en-US" sz="1300" dirty="0">
              <a:solidFill>
                <a:srgbClr val="111111"/>
              </a:solidFill>
              <a:latin typeface="Lexend Regular" pitchFamily="34" charset="0"/>
              <a:ea typeface="Lexend Regular" pitchFamily="34" charset="-122"/>
            </a:endParaRP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300" dirty="0">
                <a:solidFill>
                  <a:srgbClr val="111111"/>
                </a:solidFill>
                <a:latin typeface="Lexend Regular" pitchFamily="34" charset="0"/>
                <a:ea typeface="Lexend Regular" pitchFamily="34" charset="-122"/>
              </a:rPr>
              <a:t>Need for a robust system that can efficiently process, extract and classify emotions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-740928" y="-1531565"/>
            <a:ext cx="2743200" cy="2743200"/>
          </a:xfrm>
          <a:custGeom>
            <a:avLst/>
            <a:gdLst/>
            <a:ahLst/>
            <a:cxnLst/>
            <a:rect l="l" t="t" r="r" b="b"/>
            <a:pathLst>
              <a:path w="2743200" h="2743200">
                <a:moveTo>
                  <a:pt x="0" y="1371600"/>
                </a:moveTo>
                <a:cubicBezTo>
                  <a:pt x="0" y="614093"/>
                  <a:pt x="614093" y="0"/>
                  <a:pt x="1371600" y="0"/>
                </a:cubicBezTo>
                <a:cubicBezTo>
                  <a:pt x="2129107" y="0"/>
                  <a:pt x="2743200" y="614093"/>
                  <a:pt x="2743200" y="1371600"/>
                </a:cubicBezTo>
                <a:cubicBezTo>
                  <a:pt x="2743200" y="2129107"/>
                  <a:pt x="2129107" y="2743200"/>
                  <a:pt x="1371600" y="2743200"/>
                </a:cubicBezTo>
                <a:cubicBezTo>
                  <a:pt x="614093" y="2743200"/>
                  <a:pt x="0" y="2129107"/>
                  <a:pt x="0" y="1371600"/>
                </a:cubicBezTo>
              </a:path>
            </a:pathLst>
          </a:custGeom>
          <a:gradFill>
            <a:gsLst>
              <a:gs pos="0">
                <a:srgbClr val="FFFFFF">
                  <a:alpha val="100000"/>
                </a:srgbClr>
              </a:gs>
              <a:gs pos="100000">
                <a:srgbClr val="BFE5FF">
                  <a:alpha val="100000"/>
                </a:srgbClr>
              </a:gs>
            </a:gsLst>
            <a:lin ang="5400000"/>
          </a:gra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02919" y="17233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83604" y="6508085"/>
            <a:ext cx="5760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508085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88888"/>
                </a:solidFill>
                <a:latin typeface="Lexend Regular" pitchFamily="34" charset="0"/>
                <a:ea typeface="Lexend Regular" pitchFamily="34" charset="-122"/>
              </a:rPr>
              <a:t>12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12192000" cy="3998053"/>
          </a:xfrm>
          <a:prstGeom prst="rect">
            <a:avLst/>
          </a:prstGeom>
          <a:solidFill>
            <a:srgbClr val="003860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0316800" y="467675"/>
            <a:ext cx="1875200" cy="186303"/>
          </a:xfrm>
          <a:custGeom>
            <a:avLst/>
            <a:gdLst/>
            <a:ahLst/>
            <a:cxnLst/>
            <a:rect l="l" t="t" r="r" b="b"/>
            <a:pathLst>
              <a:path w="1875200" h="186303">
                <a:moveTo>
                  <a:pt x="1875200" y="237"/>
                </a:moveTo>
                <a:cubicBezTo>
                  <a:pt x="1820707" y="-3054"/>
                  <a:pt x="1766232" y="27917"/>
                  <a:pt x="1711739" y="93151"/>
                </a:cubicBezTo>
                <a:cubicBezTo>
                  <a:pt x="1607984" y="217354"/>
                  <a:pt x="1504248" y="217354"/>
                  <a:pt x="1400512" y="93151"/>
                </a:cubicBezTo>
                <a:cubicBezTo>
                  <a:pt x="1296776" y="-31051"/>
                  <a:pt x="1193040" y="-31051"/>
                  <a:pt x="1089304" y="93151"/>
                </a:cubicBezTo>
                <a:cubicBezTo>
                  <a:pt x="985568" y="217354"/>
                  <a:pt x="881813" y="217354"/>
                  <a:pt x="778077" y="93151"/>
                </a:cubicBezTo>
                <a:cubicBezTo>
                  <a:pt x="674341" y="-31051"/>
                  <a:pt x="570605" y="-31051"/>
                  <a:pt x="466850" y="93151"/>
                </a:cubicBezTo>
                <a:cubicBezTo>
                  <a:pt x="363114" y="217354"/>
                  <a:pt x="259378" y="217354"/>
                  <a:pt x="155623" y="93151"/>
                </a:cubicBezTo>
                <a:cubicBezTo>
                  <a:pt x="103736" y="31038"/>
                  <a:pt x="51868" y="-11"/>
                  <a:pt x="-19" y="0"/>
                </a:cubicBezTo>
              </a:path>
            </a:pathLst>
          </a:custGeom>
          <a:noFill/>
          <a:ln w="28575">
            <a:solidFill>
              <a:srgbClr val="FFFFFF">
                <a:alpha val="1700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316115" y="737494"/>
            <a:ext cx="1875199" cy="186303"/>
          </a:xfrm>
          <a:custGeom>
            <a:avLst/>
            <a:gdLst/>
            <a:ahLst/>
            <a:cxnLst/>
            <a:rect l="l" t="t" r="r" b="b"/>
            <a:pathLst>
              <a:path w="1875199" h="186303">
                <a:moveTo>
                  <a:pt x="1875199" y="237"/>
                </a:moveTo>
                <a:cubicBezTo>
                  <a:pt x="1820706" y="-3055"/>
                  <a:pt x="1766231" y="27917"/>
                  <a:pt x="1711738" y="93151"/>
                </a:cubicBezTo>
                <a:cubicBezTo>
                  <a:pt x="1608002" y="217354"/>
                  <a:pt x="1504266" y="217354"/>
                  <a:pt x="1400511" y="93151"/>
                </a:cubicBezTo>
                <a:cubicBezTo>
                  <a:pt x="1296775" y="-31051"/>
                  <a:pt x="1193039" y="-31051"/>
                  <a:pt x="1089303" y="93151"/>
                </a:cubicBezTo>
                <a:cubicBezTo>
                  <a:pt x="985567" y="217354"/>
                  <a:pt x="881831" y="217354"/>
                  <a:pt x="778095" y="93151"/>
                </a:cubicBezTo>
                <a:cubicBezTo>
                  <a:pt x="674340" y="-31051"/>
                  <a:pt x="570604" y="-31051"/>
                  <a:pt x="466868" y="93151"/>
                </a:cubicBezTo>
                <a:cubicBezTo>
                  <a:pt x="363132" y="217354"/>
                  <a:pt x="259396" y="217354"/>
                  <a:pt x="155641" y="93151"/>
                </a:cubicBezTo>
                <a:cubicBezTo>
                  <a:pt x="103755" y="31040"/>
                  <a:pt x="51887" y="-11"/>
                  <a:pt x="0" y="0"/>
                </a:cubicBezTo>
              </a:path>
            </a:pathLst>
          </a:custGeom>
          <a:noFill/>
          <a:ln w="28575">
            <a:solidFill>
              <a:srgbClr val="FFFFFF">
                <a:alpha val="1700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0315429" y="1007313"/>
            <a:ext cx="1875203" cy="186302"/>
          </a:xfrm>
          <a:custGeom>
            <a:avLst/>
            <a:gdLst/>
            <a:ahLst/>
            <a:cxnLst/>
            <a:rect l="l" t="t" r="r" b="b"/>
            <a:pathLst>
              <a:path w="1875203" h="186302">
                <a:moveTo>
                  <a:pt x="1875203" y="237"/>
                </a:moveTo>
                <a:cubicBezTo>
                  <a:pt x="1820710" y="-3055"/>
                  <a:pt x="1766235" y="27917"/>
                  <a:pt x="1711742" y="93151"/>
                </a:cubicBezTo>
                <a:cubicBezTo>
                  <a:pt x="1608005" y="217351"/>
                  <a:pt x="1504269" y="217351"/>
                  <a:pt x="1400533" y="93151"/>
                </a:cubicBezTo>
                <a:cubicBezTo>
                  <a:pt x="1296778" y="-31051"/>
                  <a:pt x="1193042" y="-31051"/>
                  <a:pt x="1089305" y="93151"/>
                </a:cubicBezTo>
                <a:cubicBezTo>
                  <a:pt x="985569" y="217351"/>
                  <a:pt x="881833" y="217351"/>
                  <a:pt x="778097" y="93151"/>
                </a:cubicBezTo>
                <a:cubicBezTo>
                  <a:pt x="674360" y="-31051"/>
                  <a:pt x="570624" y="-31051"/>
                  <a:pt x="466869" y="93151"/>
                </a:cubicBezTo>
                <a:cubicBezTo>
                  <a:pt x="363133" y="217351"/>
                  <a:pt x="259397" y="217351"/>
                  <a:pt x="155642" y="93151"/>
                </a:cubicBezTo>
                <a:cubicBezTo>
                  <a:pt x="103755" y="31040"/>
                  <a:pt x="51887" y="-11"/>
                  <a:pt x="0" y="-2"/>
                </a:cubicBezTo>
              </a:path>
            </a:pathLst>
          </a:custGeom>
          <a:noFill/>
          <a:ln w="28575">
            <a:solidFill>
              <a:srgbClr val="FFFFFF">
                <a:alpha val="1700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0314744" y="1277132"/>
            <a:ext cx="1875201" cy="186302"/>
          </a:xfrm>
          <a:custGeom>
            <a:avLst/>
            <a:gdLst/>
            <a:ahLst/>
            <a:cxnLst/>
            <a:rect l="l" t="t" r="r" b="b"/>
            <a:pathLst>
              <a:path w="1875201" h="186302">
                <a:moveTo>
                  <a:pt x="1875201" y="239"/>
                </a:moveTo>
                <a:cubicBezTo>
                  <a:pt x="1820708" y="-3052"/>
                  <a:pt x="1766233" y="27921"/>
                  <a:pt x="1711740" y="93153"/>
                </a:cubicBezTo>
                <a:cubicBezTo>
                  <a:pt x="1608004" y="217353"/>
                  <a:pt x="1504268" y="217353"/>
                  <a:pt x="1400531" y="93153"/>
                </a:cubicBezTo>
                <a:cubicBezTo>
                  <a:pt x="1296795" y="-31047"/>
                  <a:pt x="1193059" y="-31047"/>
                  <a:pt x="1089304" y="93153"/>
                </a:cubicBezTo>
                <a:cubicBezTo>
                  <a:pt x="985568" y="217353"/>
                  <a:pt x="881832" y="217353"/>
                  <a:pt x="778096" y="93153"/>
                </a:cubicBezTo>
                <a:cubicBezTo>
                  <a:pt x="674360" y="-31047"/>
                  <a:pt x="570624" y="-31047"/>
                  <a:pt x="466869" y="93153"/>
                </a:cubicBezTo>
                <a:cubicBezTo>
                  <a:pt x="363133" y="217353"/>
                  <a:pt x="259397" y="217353"/>
                  <a:pt x="155642" y="93153"/>
                </a:cubicBezTo>
                <a:cubicBezTo>
                  <a:pt x="103755" y="31043"/>
                  <a:pt x="51887" y="-13"/>
                  <a:pt x="0" y="0"/>
                </a:cubicBezTo>
              </a:path>
            </a:pathLst>
          </a:custGeom>
          <a:noFill/>
          <a:ln w="28575">
            <a:solidFill>
              <a:srgbClr val="FFFFFF">
                <a:alpha val="1700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02920" y="1796007"/>
            <a:ext cx="11101250" cy="789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Lexend Deca Regular" pitchFamily="34" charset="0"/>
                <a:ea typeface="Lexend Deca Regular" pitchFamily="34" charset="-122"/>
                <a:cs typeface="Lexend Deca Regular" pitchFamily="34" charset="-120"/>
              </a:rPr>
              <a:t>Literature Review 4 - Limitations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5559684" y="3827248"/>
            <a:ext cx="8358535" cy="2784994"/>
          </a:xfrm>
          <a:custGeom>
            <a:avLst/>
            <a:gdLst/>
            <a:ahLst/>
            <a:cxnLst/>
            <a:rect l="l" t="t" r="r" b="b"/>
            <a:pathLst>
              <a:path w="8358535" h="2784994">
                <a:moveTo>
                  <a:pt x="525668" y="1392971"/>
                </a:moveTo>
                <a:cubicBezTo>
                  <a:pt x="568882" y="1316662"/>
                  <a:pt x="617111" y="1243639"/>
                  <a:pt x="663751" y="1169419"/>
                </a:cubicBezTo>
                <a:cubicBezTo>
                  <a:pt x="650796" y="1188469"/>
                  <a:pt x="637756" y="1207351"/>
                  <a:pt x="624800" y="1226400"/>
                </a:cubicBezTo>
                <a:cubicBezTo>
                  <a:pt x="693675" y="1136723"/>
                  <a:pt x="763970" y="1049135"/>
                  <a:pt x="840283" y="965892"/>
                </a:cubicBezTo>
                <a:cubicBezTo>
                  <a:pt x="915343" y="884013"/>
                  <a:pt x="996254" y="809542"/>
                  <a:pt x="1076245" y="732843"/>
                </a:cubicBezTo>
                <a:cubicBezTo>
                  <a:pt x="1060029" y="746462"/>
                  <a:pt x="1044232" y="759969"/>
                  <a:pt x="1028016" y="773588"/>
                </a:cubicBezTo>
                <a:cubicBezTo>
                  <a:pt x="1084771" y="726995"/>
                  <a:pt x="1141442" y="682045"/>
                  <a:pt x="1207975" y="649990"/>
                </a:cubicBezTo>
                <a:cubicBezTo>
                  <a:pt x="1190005" y="658401"/>
                  <a:pt x="1172034" y="666811"/>
                  <a:pt x="1153729" y="675222"/>
                </a:cubicBezTo>
                <a:cubicBezTo>
                  <a:pt x="1184739" y="661074"/>
                  <a:pt x="1216418" y="650101"/>
                  <a:pt x="1250270" y="643557"/>
                </a:cubicBezTo>
                <a:cubicBezTo>
                  <a:pt x="1231129" y="646982"/>
                  <a:pt x="1211988" y="650352"/>
                  <a:pt x="1192763" y="653777"/>
                </a:cubicBezTo>
                <a:cubicBezTo>
                  <a:pt x="1220513" y="649182"/>
                  <a:pt x="1248013" y="647595"/>
                  <a:pt x="1275847" y="649544"/>
                </a:cubicBezTo>
                <a:cubicBezTo>
                  <a:pt x="1256455" y="648096"/>
                  <a:pt x="1237398" y="646620"/>
                  <a:pt x="1218006" y="645172"/>
                </a:cubicBezTo>
                <a:cubicBezTo>
                  <a:pt x="1245171" y="647929"/>
                  <a:pt x="1271417" y="653722"/>
                  <a:pt x="1297328" y="662578"/>
                </a:cubicBezTo>
                <a:cubicBezTo>
                  <a:pt x="1279190" y="656145"/>
                  <a:pt x="1260634" y="649767"/>
                  <a:pt x="1242496" y="643389"/>
                </a:cubicBezTo>
                <a:cubicBezTo>
                  <a:pt x="1274008" y="655114"/>
                  <a:pt x="1303514" y="670320"/>
                  <a:pt x="1331598" y="689203"/>
                </a:cubicBezTo>
                <a:cubicBezTo>
                  <a:pt x="1315216" y="678035"/>
                  <a:pt x="1298749" y="666644"/>
                  <a:pt x="1282450" y="655476"/>
                </a:cubicBezTo>
                <a:cubicBezTo>
                  <a:pt x="1321150" y="682602"/>
                  <a:pt x="1355002" y="714323"/>
                  <a:pt x="1385594" y="750110"/>
                </a:cubicBezTo>
                <a:cubicBezTo>
                  <a:pt x="1373057" y="735155"/>
                  <a:pt x="1360268" y="720005"/>
                  <a:pt x="1347730" y="705105"/>
                </a:cubicBezTo>
                <a:cubicBezTo>
                  <a:pt x="1378490" y="742201"/>
                  <a:pt x="1403732" y="781469"/>
                  <a:pt x="1424545" y="824915"/>
                </a:cubicBezTo>
                <a:cubicBezTo>
                  <a:pt x="1416521" y="807704"/>
                  <a:pt x="1408580" y="790827"/>
                  <a:pt x="1400556" y="773532"/>
                </a:cubicBezTo>
                <a:cubicBezTo>
                  <a:pt x="1442432" y="863543"/>
                  <a:pt x="1468093" y="958957"/>
                  <a:pt x="1485980" y="1056209"/>
                </a:cubicBezTo>
                <a:cubicBezTo>
                  <a:pt x="1482637" y="1037438"/>
                  <a:pt x="1479210" y="1019029"/>
                  <a:pt x="1475783" y="1000203"/>
                </a:cubicBezTo>
                <a:cubicBezTo>
                  <a:pt x="1511558" y="1199079"/>
                  <a:pt x="1518997" y="1402662"/>
                  <a:pt x="1567643" y="1599534"/>
                </a:cubicBezTo>
                <a:cubicBezTo>
                  <a:pt x="1617627" y="1801585"/>
                  <a:pt x="1723614" y="2012047"/>
                  <a:pt x="1886187" y="2146479"/>
                </a:cubicBezTo>
                <a:cubicBezTo>
                  <a:pt x="2067735" y="2296701"/>
                  <a:pt x="2309547" y="2352206"/>
                  <a:pt x="2535980" y="2280325"/>
                </a:cubicBezTo>
                <a:cubicBezTo>
                  <a:pt x="2716858" y="2222982"/>
                  <a:pt x="2870990" y="2093146"/>
                  <a:pt x="2991520" y="1949858"/>
                </a:cubicBezTo>
                <a:cubicBezTo>
                  <a:pt x="3127262" y="1788551"/>
                  <a:pt x="3229404" y="1602458"/>
                  <a:pt x="3348011" y="1428813"/>
                </a:cubicBezTo>
                <a:cubicBezTo>
                  <a:pt x="3334889" y="1448058"/>
                  <a:pt x="3321431" y="1467274"/>
                  <a:pt x="3308308" y="1486574"/>
                </a:cubicBezTo>
                <a:cubicBezTo>
                  <a:pt x="3461102" y="1264109"/>
                  <a:pt x="3636464" y="1056348"/>
                  <a:pt x="3842502" y="881283"/>
                </a:cubicBezTo>
                <a:cubicBezTo>
                  <a:pt x="3824114" y="896824"/>
                  <a:pt x="3805558" y="912587"/>
                  <a:pt x="3787252" y="928183"/>
                </a:cubicBezTo>
                <a:cubicBezTo>
                  <a:pt x="3920487" y="815975"/>
                  <a:pt x="4065926" y="719113"/>
                  <a:pt x="4223735" y="645255"/>
                </a:cubicBezTo>
                <a:cubicBezTo>
                  <a:pt x="4202087" y="655337"/>
                  <a:pt x="4180438" y="665446"/>
                  <a:pt x="4159040" y="675333"/>
                </a:cubicBezTo>
                <a:cubicBezTo>
                  <a:pt x="4273886" y="622585"/>
                  <a:pt x="4394751" y="580643"/>
                  <a:pt x="4519544" y="558029"/>
                </a:cubicBezTo>
                <a:cubicBezTo>
                  <a:pt x="4496056" y="562179"/>
                  <a:pt x="4472652" y="566412"/>
                  <a:pt x="4449248" y="570562"/>
                </a:cubicBezTo>
                <a:cubicBezTo>
                  <a:pt x="4500821" y="561761"/>
                  <a:pt x="4552560" y="557472"/>
                  <a:pt x="4604884" y="560842"/>
                </a:cubicBezTo>
                <a:cubicBezTo>
                  <a:pt x="4580895" y="558893"/>
                  <a:pt x="4557074" y="557249"/>
                  <a:pt x="4533085" y="555272"/>
                </a:cubicBezTo>
                <a:cubicBezTo>
                  <a:pt x="4568525" y="558363"/>
                  <a:pt x="4602628" y="564908"/>
                  <a:pt x="4636062" y="576494"/>
                </a:cubicBezTo>
                <a:cubicBezTo>
                  <a:pt x="4612992" y="568473"/>
                  <a:pt x="4589839" y="560424"/>
                  <a:pt x="4567104" y="552404"/>
                </a:cubicBezTo>
                <a:cubicBezTo>
                  <a:pt x="4593266" y="562151"/>
                  <a:pt x="4617589" y="574405"/>
                  <a:pt x="4640910" y="589750"/>
                </a:cubicBezTo>
                <a:cubicBezTo>
                  <a:pt x="4619846" y="575435"/>
                  <a:pt x="4599368" y="561065"/>
                  <a:pt x="4578304" y="546750"/>
                </a:cubicBezTo>
                <a:cubicBezTo>
                  <a:pt x="4611320" y="569503"/>
                  <a:pt x="4639907" y="596379"/>
                  <a:pt x="4666069" y="626763"/>
                </a:cubicBezTo>
                <a:cubicBezTo>
                  <a:pt x="4649686" y="607268"/>
                  <a:pt x="4633303" y="587884"/>
                  <a:pt x="4616753" y="568584"/>
                </a:cubicBezTo>
                <a:cubicBezTo>
                  <a:pt x="4650605" y="609886"/>
                  <a:pt x="4677436" y="654863"/>
                  <a:pt x="4700506" y="702849"/>
                </a:cubicBezTo>
                <a:cubicBezTo>
                  <a:pt x="4690058" y="680458"/>
                  <a:pt x="4679693" y="657927"/>
                  <a:pt x="4669161" y="635563"/>
                </a:cubicBezTo>
                <a:cubicBezTo>
                  <a:pt x="4700757" y="704158"/>
                  <a:pt x="4722238" y="775704"/>
                  <a:pt x="4736113" y="849730"/>
                </a:cubicBezTo>
                <a:cubicBezTo>
                  <a:pt x="4731683" y="825389"/>
                  <a:pt x="4727504" y="801159"/>
                  <a:pt x="4723074" y="776818"/>
                </a:cubicBezTo>
                <a:cubicBezTo>
                  <a:pt x="4768544" y="1030531"/>
                  <a:pt x="4727755" y="1288812"/>
                  <a:pt x="4716638" y="1543472"/>
                </a:cubicBezTo>
                <a:cubicBezTo>
                  <a:pt x="4703849" y="1837484"/>
                  <a:pt x="4762610" y="2147788"/>
                  <a:pt x="4928610" y="2395764"/>
                </a:cubicBezTo>
                <a:cubicBezTo>
                  <a:pt x="5018548" y="2530279"/>
                  <a:pt x="5147270" y="2658723"/>
                  <a:pt x="5299729" y="2719742"/>
                </a:cubicBezTo>
                <a:cubicBezTo>
                  <a:pt x="5406301" y="2762380"/>
                  <a:pt x="5499415" y="2781903"/>
                  <a:pt x="5614428" y="2784716"/>
                </a:cubicBezTo>
                <a:cubicBezTo>
                  <a:pt x="5693751" y="2786749"/>
                  <a:pt x="5777085" y="2772016"/>
                  <a:pt x="5852229" y="2747369"/>
                </a:cubicBezTo>
                <a:cubicBezTo>
                  <a:pt x="6159238" y="2646859"/>
                  <a:pt x="6360260" y="2375043"/>
                  <a:pt x="6504612" y="2100610"/>
                </a:cubicBezTo>
                <a:cubicBezTo>
                  <a:pt x="6574657" y="1967376"/>
                  <a:pt x="6631746" y="1828293"/>
                  <a:pt x="6698196" y="1693499"/>
                </a:cubicBezTo>
                <a:cubicBezTo>
                  <a:pt x="6780110" y="1527736"/>
                  <a:pt x="6873892" y="1368156"/>
                  <a:pt x="6978625" y="1215566"/>
                </a:cubicBezTo>
                <a:cubicBezTo>
                  <a:pt x="6961657" y="1240242"/>
                  <a:pt x="6944856" y="1264722"/>
                  <a:pt x="6927972" y="1289452"/>
                </a:cubicBezTo>
                <a:cubicBezTo>
                  <a:pt x="7018579" y="1158363"/>
                  <a:pt x="7113615" y="1026660"/>
                  <a:pt x="7236068" y="922919"/>
                </a:cubicBezTo>
                <a:cubicBezTo>
                  <a:pt x="7213165" y="942303"/>
                  <a:pt x="7190096" y="961853"/>
                  <a:pt x="7167277" y="981181"/>
                </a:cubicBezTo>
                <a:cubicBezTo>
                  <a:pt x="7212330" y="943640"/>
                  <a:pt x="7260558" y="910805"/>
                  <a:pt x="7313551" y="885405"/>
                </a:cubicBezTo>
                <a:cubicBezTo>
                  <a:pt x="7287222" y="897604"/>
                  <a:pt x="7260893" y="909997"/>
                  <a:pt x="7234480" y="922223"/>
                </a:cubicBezTo>
                <a:cubicBezTo>
                  <a:pt x="7270589" y="905569"/>
                  <a:pt x="7307868" y="893175"/>
                  <a:pt x="7346902" y="885935"/>
                </a:cubicBezTo>
                <a:cubicBezTo>
                  <a:pt x="7318650" y="891115"/>
                  <a:pt x="7290148" y="896155"/>
                  <a:pt x="7262063" y="901141"/>
                </a:cubicBezTo>
                <a:cubicBezTo>
                  <a:pt x="7293157" y="895961"/>
                  <a:pt x="7324250" y="894067"/>
                  <a:pt x="7355846" y="895877"/>
                </a:cubicBezTo>
                <a:cubicBezTo>
                  <a:pt x="7327176" y="893538"/>
                  <a:pt x="7298339" y="891421"/>
                  <a:pt x="7269669" y="889165"/>
                </a:cubicBezTo>
                <a:cubicBezTo>
                  <a:pt x="7303020" y="891811"/>
                  <a:pt x="7335284" y="898077"/>
                  <a:pt x="7367130" y="908660"/>
                </a:cubicBezTo>
                <a:cubicBezTo>
                  <a:pt x="7339630" y="899163"/>
                  <a:pt x="7311880" y="889472"/>
                  <a:pt x="7284547" y="879808"/>
                </a:cubicBezTo>
                <a:cubicBezTo>
                  <a:pt x="7317981" y="891839"/>
                  <a:pt x="7349159" y="907546"/>
                  <a:pt x="7378497" y="927236"/>
                </a:cubicBezTo>
                <a:cubicBezTo>
                  <a:pt x="7353672" y="910108"/>
                  <a:pt x="7328764" y="892981"/>
                  <a:pt x="7303688" y="876020"/>
                </a:cubicBezTo>
                <a:cubicBezTo>
                  <a:pt x="7340884" y="901698"/>
                  <a:pt x="7373399" y="932166"/>
                  <a:pt x="7402821" y="966338"/>
                </a:cubicBezTo>
                <a:cubicBezTo>
                  <a:pt x="7383345" y="943306"/>
                  <a:pt x="7363535" y="920107"/>
                  <a:pt x="7344144" y="896824"/>
                </a:cubicBezTo>
                <a:cubicBezTo>
                  <a:pt x="7384933" y="945478"/>
                  <a:pt x="7417197" y="999006"/>
                  <a:pt x="7444362" y="1056349"/>
                </a:cubicBezTo>
                <a:cubicBezTo>
                  <a:pt x="7431992" y="1029752"/>
                  <a:pt x="7419538" y="1003183"/>
                  <a:pt x="7406916" y="976391"/>
                </a:cubicBezTo>
                <a:cubicBezTo>
                  <a:pt x="7443359" y="1055847"/>
                  <a:pt x="7468769" y="1139564"/>
                  <a:pt x="7484818" y="1225453"/>
                </a:cubicBezTo>
                <a:cubicBezTo>
                  <a:pt x="7479636" y="1196796"/>
                  <a:pt x="7474620" y="1167915"/>
                  <a:pt x="7469187" y="1139146"/>
                </a:cubicBezTo>
                <a:cubicBezTo>
                  <a:pt x="7494932" y="1285359"/>
                  <a:pt x="7499111" y="1434189"/>
                  <a:pt x="7520927" y="1580791"/>
                </a:cubicBezTo>
                <a:cubicBezTo>
                  <a:pt x="7535554" y="1678433"/>
                  <a:pt x="7551686" y="1777996"/>
                  <a:pt x="7582947" y="1871990"/>
                </a:cubicBezTo>
                <a:cubicBezTo>
                  <a:pt x="7602255" y="1930531"/>
                  <a:pt x="7629086" y="1985868"/>
                  <a:pt x="7655750" y="2041346"/>
                </a:cubicBezTo>
                <a:cubicBezTo>
                  <a:pt x="7672133" y="2075378"/>
                  <a:pt x="7690438" y="2108464"/>
                  <a:pt x="7712170" y="2139461"/>
                </a:cubicBezTo>
                <a:cubicBezTo>
                  <a:pt x="7765748" y="2216160"/>
                  <a:pt x="7843650" y="2275480"/>
                  <a:pt x="7936764" y="2294557"/>
                </a:cubicBezTo>
                <a:cubicBezTo>
                  <a:pt x="8019513" y="2311768"/>
                  <a:pt x="8126920" y="2296423"/>
                  <a:pt x="8197299" y="2247017"/>
                </a:cubicBezTo>
                <a:cubicBezTo>
                  <a:pt x="8272693" y="2194019"/>
                  <a:pt x="8337305" y="2116290"/>
                  <a:pt x="8352434" y="2022408"/>
                </a:cubicBezTo>
                <a:cubicBezTo>
                  <a:pt x="8366727" y="1934235"/>
                  <a:pt x="8357700" y="1837122"/>
                  <a:pt x="8304874" y="1761843"/>
                </a:cubicBezTo>
                <a:cubicBezTo>
                  <a:pt x="8279380" y="1725583"/>
                  <a:pt x="8257230" y="1688041"/>
                  <a:pt x="8238507" y="1647909"/>
                </a:cubicBezTo>
                <a:cubicBezTo>
                  <a:pt x="8251379" y="1675230"/>
                  <a:pt x="8264000" y="1702718"/>
                  <a:pt x="8276789" y="1730067"/>
                </a:cubicBezTo>
                <a:cubicBezTo>
                  <a:pt x="8240262" y="1649525"/>
                  <a:pt x="8217945" y="1563970"/>
                  <a:pt x="8201897" y="1476911"/>
                </a:cubicBezTo>
                <a:cubicBezTo>
                  <a:pt x="8207162" y="1505902"/>
                  <a:pt x="8212345" y="1535340"/>
                  <a:pt x="8217527" y="1564359"/>
                </a:cubicBezTo>
                <a:cubicBezTo>
                  <a:pt x="8173812" y="1319391"/>
                  <a:pt x="8176403" y="1061556"/>
                  <a:pt x="8081032" y="828230"/>
                </a:cubicBezTo>
                <a:cubicBezTo>
                  <a:pt x="8018928" y="676336"/>
                  <a:pt x="7939438" y="537671"/>
                  <a:pt x="7819243" y="423626"/>
                </a:cubicBezTo>
                <a:cubicBezTo>
                  <a:pt x="7763659" y="370878"/>
                  <a:pt x="7697877" y="324285"/>
                  <a:pt x="7628417" y="291923"/>
                </a:cubicBezTo>
                <a:cubicBezTo>
                  <a:pt x="7527530" y="244662"/>
                  <a:pt x="7435085" y="227952"/>
                  <a:pt x="7325671" y="221658"/>
                </a:cubicBezTo>
                <a:cubicBezTo>
                  <a:pt x="7250946" y="217369"/>
                  <a:pt x="7173044" y="231628"/>
                  <a:pt x="7101830" y="252293"/>
                </a:cubicBezTo>
                <a:cubicBezTo>
                  <a:pt x="7030866" y="273097"/>
                  <a:pt x="6961574" y="306684"/>
                  <a:pt x="6898550" y="345535"/>
                </a:cubicBezTo>
                <a:cubicBezTo>
                  <a:pt x="6787549" y="413823"/>
                  <a:pt x="6688082" y="508011"/>
                  <a:pt x="6604330" y="607742"/>
                </a:cubicBezTo>
                <a:cubicBezTo>
                  <a:pt x="6506953" y="723792"/>
                  <a:pt x="6421278" y="851791"/>
                  <a:pt x="6339113" y="978703"/>
                </a:cubicBezTo>
                <a:cubicBezTo>
                  <a:pt x="6265475" y="1092581"/>
                  <a:pt x="6197687" y="1210303"/>
                  <a:pt x="6136586" y="1331311"/>
                </a:cubicBezTo>
                <a:cubicBezTo>
                  <a:pt x="6023077" y="1555336"/>
                  <a:pt x="5939241" y="1794400"/>
                  <a:pt x="5797397" y="2003497"/>
                </a:cubicBezTo>
                <a:cubicBezTo>
                  <a:pt x="5814030" y="1979184"/>
                  <a:pt x="5830580" y="1954899"/>
                  <a:pt x="5847381" y="1930753"/>
                </a:cubicBezTo>
                <a:cubicBezTo>
                  <a:pt x="5797397" y="2003497"/>
                  <a:pt x="5742481" y="2072148"/>
                  <a:pt x="5674944" y="2129379"/>
                </a:cubicBezTo>
                <a:cubicBezTo>
                  <a:pt x="5697261" y="2110636"/>
                  <a:pt x="5719244" y="2091837"/>
                  <a:pt x="5741562" y="2073067"/>
                </a:cubicBezTo>
                <a:cubicBezTo>
                  <a:pt x="5704617" y="2103646"/>
                  <a:pt x="5664830" y="2129880"/>
                  <a:pt x="5621617" y="2150851"/>
                </a:cubicBezTo>
                <a:cubicBezTo>
                  <a:pt x="5646943" y="2139071"/>
                  <a:pt x="5672186" y="2127263"/>
                  <a:pt x="5697512" y="2115454"/>
                </a:cubicBezTo>
                <a:cubicBezTo>
                  <a:pt x="5660985" y="2132164"/>
                  <a:pt x="5623539" y="2144335"/>
                  <a:pt x="5584087" y="2151993"/>
                </a:cubicBezTo>
                <a:cubicBezTo>
                  <a:pt x="5611001" y="2147036"/>
                  <a:pt x="5637832" y="2142302"/>
                  <a:pt x="5664830" y="2137400"/>
                </a:cubicBezTo>
                <a:cubicBezTo>
                  <a:pt x="5625712" y="2144251"/>
                  <a:pt x="5586845" y="2146228"/>
                  <a:pt x="5547309" y="2144112"/>
                </a:cubicBezTo>
                <a:cubicBezTo>
                  <a:pt x="5574475" y="2146089"/>
                  <a:pt x="5601723" y="2148261"/>
                  <a:pt x="5628722" y="2150489"/>
                </a:cubicBezTo>
                <a:cubicBezTo>
                  <a:pt x="5589771" y="2147398"/>
                  <a:pt x="5551823" y="2139934"/>
                  <a:pt x="5514711" y="2127513"/>
                </a:cubicBezTo>
                <a:cubicBezTo>
                  <a:pt x="5540539" y="2136564"/>
                  <a:pt x="5566534" y="2145727"/>
                  <a:pt x="5592529" y="2154528"/>
                </a:cubicBezTo>
                <a:cubicBezTo>
                  <a:pt x="5554080" y="2140881"/>
                  <a:pt x="5518305" y="2122779"/>
                  <a:pt x="5484286" y="2100360"/>
                </a:cubicBezTo>
                <a:cubicBezTo>
                  <a:pt x="5507690" y="2116429"/>
                  <a:pt x="5530759" y="2132359"/>
                  <a:pt x="5554247" y="2148261"/>
                </a:cubicBezTo>
                <a:cubicBezTo>
                  <a:pt x="5510866" y="2118351"/>
                  <a:pt x="5472500" y="2082953"/>
                  <a:pt x="5438147" y="2043016"/>
                </a:cubicBezTo>
                <a:cubicBezTo>
                  <a:pt x="5456285" y="2064433"/>
                  <a:pt x="5474256" y="2085655"/>
                  <a:pt x="5492477" y="2107099"/>
                </a:cubicBezTo>
                <a:cubicBezTo>
                  <a:pt x="5445335" y="2050898"/>
                  <a:pt x="5407471" y="1988458"/>
                  <a:pt x="5376210" y="1922259"/>
                </a:cubicBezTo>
                <a:cubicBezTo>
                  <a:pt x="5387578" y="1946433"/>
                  <a:pt x="5398778" y="1970885"/>
                  <a:pt x="5410062" y="1995059"/>
                </a:cubicBezTo>
                <a:cubicBezTo>
                  <a:pt x="5368938" y="1906134"/>
                  <a:pt x="5340603" y="1812558"/>
                  <a:pt x="5322966" y="1716253"/>
                </a:cubicBezTo>
                <a:cubicBezTo>
                  <a:pt x="5327647" y="1741931"/>
                  <a:pt x="5332077" y="1767413"/>
                  <a:pt x="5336758" y="1793119"/>
                </a:cubicBezTo>
                <a:cubicBezTo>
                  <a:pt x="5292291" y="1540659"/>
                  <a:pt x="5335170" y="1281738"/>
                  <a:pt x="5329988" y="1027329"/>
                </a:cubicBezTo>
                <a:cubicBezTo>
                  <a:pt x="5327062" y="879947"/>
                  <a:pt x="5309091" y="728638"/>
                  <a:pt x="5264791" y="587857"/>
                </a:cubicBezTo>
                <a:cubicBezTo>
                  <a:pt x="5212467" y="420841"/>
                  <a:pt x="5118851" y="244411"/>
                  <a:pt x="4976171" y="137913"/>
                </a:cubicBezTo>
                <a:cubicBezTo>
                  <a:pt x="4884812" y="69709"/>
                  <a:pt x="4782754" y="17796"/>
                  <a:pt x="4667657" y="5236"/>
                </a:cubicBezTo>
                <a:cubicBezTo>
                  <a:pt x="4554399" y="-7046"/>
                  <a:pt x="4457607" y="2340"/>
                  <a:pt x="4346188" y="24870"/>
                </a:cubicBezTo>
                <a:cubicBezTo>
                  <a:pt x="4190886" y="56369"/>
                  <a:pt x="4042105" y="120591"/>
                  <a:pt x="3901598" y="192248"/>
                </a:cubicBezTo>
                <a:cubicBezTo>
                  <a:pt x="3635545" y="328435"/>
                  <a:pt x="3401506" y="532853"/>
                  <a:pt x="3205833" y="756878"/>
                </a:cubicBezTo>
                <a:cubicBezTo>
                  <a:pt x="3088730" y="890753"/>
                  <a:pt x="2984917" y="1035684"/>
                  <a:pt x="2887122" y="1183818"/>
                </a:cubicBezTo>
                <a:cubicBezTo>
                  <a:pt x="2807632" y="1304185"/>
                  <a:pt x="2738006" y="1430624"/>
                  <a:pt x="2656761" y="1549850"/>
                </a:cubicBezTo>
                <a:cubicBezTo>
                  <a:pt x="2669717" y="1530800"/>
                  <a:pt x="2682756" y="1511918"/>
                  <a:pt x="2695712" y="1492869"/>
                </a:cubicBezTo>
                <a:cubicBezTo>
                  <a:pt x="2626670" y="1593379"/>
                  <a:pt x="2550858" y="1691077"/>
                  <a:pt x="2457911" y="1770672"/>
                </a:cubicBezTo>
                <a:cubicBezTo>
                  <a:pt x="2475046" y="1756106"/>
                  <a:pt x="2492348" y="1741736"/>
                  <a:pt x="2509316" y="1727170"/>
                </a:cubicBezTo>
                <a:cubicBezTo>
                  <a:pt x="2467022" y="1762512"/>
                  <a:pt x="2421468" y="1793565"/>
                  <a:pt x="2371568" y="1817488"/>
                </a:cubicBezTo>
                <a:cubicBezTo>
                  <a:pt x="2390792" y="1808409"/>
                  <a:pt x="2410435" y="1799357"/>
                  <a:pt x="2429659" y="1790362"/>
                </a:cubicBezTo>
                <a:cubicBezTo>
                  <a:pt x="2392464" y="1807462"/>
                  <a:pt x="2354015" y="1820273"/>
                  <a:pt x="2313894" y="1827541"/>
                </a:cubicBezTo>
                <a:cubicBezTo>
                  <a:pt x="2334456" y="1823670"/>
                  <a:pt x="2355185" y="1820189"/>
                  <a:pt x="2375831" y="1816346"/>
                </a:cubicBezTo>
                <a:cubicBezTo>
                  <a:pt x="2339304" y="1822306"/>
                  <a:pt x="2303028" y="1824144"/>
                  <a:pt x="2266083" y="1821526"/>
                </a:cubicBezTo>
                <a:cubicBezTo>
                  <a:pt x="2286812" y="1823141"/>
                  <a:pt x="2307541" y="1824673"/>
                  <a:pt x="2328271" y="1826288"/>
                </a:cubicBezTo>
                <a:cubicBezTo>
                  <a:pt x="2291911" y="1823030"/>
                  <a:pt x="2256387" y="1815649"/>
                  <a:pt x="2221866" y="1803674"/>
                </a:cubicBezTo>
                <a:cubicBezTo>
                  <a:pt x="2241676" y="1810553"/>
                  <a:pt x="2261235" y="1817460"/>
                  <a:pt x="2281045" y="1824339"/>
                </a:cubicBezTo>
                <a:cubicBezTo>
                  <a:pt x="2243933" y="1810831"/>
                  <a:pt x="2209245" y="1793091"/>
                  <a:pt x="2176396" y="1770922"/>
                </a:cubicBezTo>
                <a:cubicBezTo>
                  <a:pt x="2194116" y="1782982"/>
                  <a:pt x="2211585" y="1795263"/>
                  <a:pt x="2229305" y="1807322"/>
                </a:cubicBezTo>
                <a:cubicBezTo>
                  <a:pt x="2186175" y="1777217"/>
                  <a:pt x="2148061" y="1741374"/>
                  <a:pt x="2113958" y="1701298"/>
                </a:cubicBezTo>
                <a:cubicBezTo>
                  <a:pt x="2127582" y="1717478"/>
                  <a:pt x="2141290" y="1733520"/>
                  <a:pt x="2154831" y="1749757"/>
                </a:cubicBezTo>
                <a:cubicBezTo>
                  <a:pt x="2109444" y="1694836"/>
                  <a:pt x="2073001" y="1634318"/>
                  <a:pt x="2042743" y="1569790"/>
                </a:cubicBezTo>
                <a:cubicBezTo>
                  <a:pt x="2051352" y="1587948"/>
                  <a:pt x="2059794" y="1606274"/>
                  <a:pt x="2068404" y="1624432"/>
                </a:cubicBezTo>
                <a:cubicBezTo>
                  <a:pt x="2023100" y="1525537"/>
                  <a:pt x="1995434" y="1422046"/>
                  <a:pt x="1976209" y="1315270"/>
                </a:cubicBezTo>
                <a:cubicBezTo>
                  <a:pt x="1979636" y="1334458"/>
                  <a:pt x="1983063" y="1353591"/>
                  <a:pt x="1986406" y="1372807"/>
                </a:cubicBezTo>
                <a:cubicBezTo>
                  <a:pt x="1922965" y="1016802"/>
                  <a:pt x="1903406" y="615345"/>
                  <a:pt x="1617294" y="353555"/>
                </a:cubicBezTo>
                <a:cubicBezTo>
                  <a:pt x="1457646" y="207510"/>
                  <a:pt x="1228872" y="150390"/>
                  <a:pt x="1024172" y="231350"/>
                </a:cubicBezTo>
                <a:cubicBezTo>
                  <a:pt x="831173" y="307352"/>
                  <a:pt x="670188" y="454595"/>
                  <a:pt x="519567" y="593204"/>
                </a:cubicBezTo>
                <a:cubicBezTo>
                  <a:pt x="439576" y="666700"/>
                  <a:pt x="363179" y="744513"/>
                  <a:pt x="290878" y="825668"/>
                </a:cubicBezTo>
                <a:cubicBezTo>
                  <a:pt x="216236" y="909412"/>
                  <a:pt x="140842" y="992433"/>
                  <a:pt x="71048" y="1080383"/>
                </a:cubicBezTo>
                <a:cubicBezTo>
                  <a:pt x="23237" y="1140790"/>
                  <a:pt x="-1170" y="1204538"/>
                  <a:pt x="-250" y="1281042"/>
                </a:cubicBezTo>
                <a:cubicBezTo>
                  <a:pt x="418" y="1368881"/>
                  <a:pt x="51991" y="1446582"/>
                  <a:pt x="121868" y="1494679"/>
                </a:cubicBezTo>
                <a:cubicBezTo>
                  <a:pt x="184641" y="1537874"/>
                  <a:pt x="251676" y="1552328"/>
                  <a:pt x="326819" y="1538765"/>
                </a:cubicBezTo>
                <a:cubicBezTo>
                  <a:pt x="415754" y="1523754"/>
                  <a:pt x="480867" y="1472260"/>
                  <a:pt x="525502" y="1393222"/>
                </a:cubicBezTo>
                <a:lnTo>
                  <a:pt x="525668" y="1392971"/>
                </a:lnTo>
              </a:path>
            </a:pathLst>
          </a:custGeom>
          <a:solidFill>
            <a:srgbClr val="40AFFF">
              <a:alpha val="20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6559" y="4995045"/>
            <a:ext cx="399300" cy="399300"/>
          </a:xfrm>
          <a:custGeom>
            <a:avLst/>
            <a:gdLst/>
            <a:ahLst/>
            <a:cxnLst/>
            <a:rect l="l" t="t" r="r" b="b"/>
            <a:pathLst>
              <a:path w="399300" h="399300">
                <a:moveTo>
                  <a:pt x="275118" y="21802"/>
                </a:moveTo>
                <a:lnTo>
                  <a:pt x="286258" y="92238"/>
                </a:lnTo>
                <a:cubicBezTo>
                  <a:pt x="291844" y="127564"/>
                  <a:pt x="309685" y="159788"/>
                  <a:pt x="336654" y="183279"/>
                </a:cubicBezTo>
                <a:lnTo>
                  <a:pt x="390432" y="230113"/>
                </a:lnTo>
                <a:cubicBezTo>
                  <a:pt x="397998" y="236705"/>
                  <a:pt x="401069" y="247087"/>
                  <a:pt x="398294" y="256734"/>
                </a:cubicBezTo>
                <a:cubicBezTo>
                  <a:pt x="395523" y="266381"/>
                  <a:pt x="387413" y="273552"/>
                  <a:pt x="377498" y="275118"/>
                </a:cubicBezTo>
                <a:lnTo>
                  <a:pt x="307062" y="286258"/>
                </a:lnTo>
                <a:cubicBezTo>
                  <a:pt x="271736" y="291844"/>
                  <a:pt x="239512" y="309685"/>
                  <a:pt x="216021" y="336654"/>
                </a:cubicBezTo>
                <a:lnTo>
                  <a:pt x="169187" y="390432"/>
                </a:lnTo>
                <a:cubicBezTo>
                  <a:pt x="162595" y="397998"/>
                  <a:pt x="152213" y="401069"/>
                  <a:pt x="142566" y="398294"/>
                </a:cubicBezTo>
                <a:cubicBezTo>
                  <a:pt x="132919" y="395523"/>
                  <a:pt x="125748" y="387413"/>
                  <a:pt x="124182" y="377498"/>
                </a:cubicBezTo>
                <a:lnTo>
                  <a:pt x="113042" y="307062"/>
                </a:lnTo>
                <a:cubicBezTo>
                  <a:pt x="107456" y="271736"/>
                  <a:pt x="89615" y="239512"/>
                  <a:pt x="62646" y="216021"/>
                </a:cubicBezTo>
                <a:lnTo>
                  <a:pt x="8868" y="169187"/>
                </a:lnTo>
                <a:cubicBezTo>
                  <a:pt x="1302" y="162595"/>
                  <a:pt x="-1769" y="152213"/>
                  <a:pt x="1006" y="142566"/>
                </a:cubicBezTo>
                <a:cubicBezTo>
                  <a:pt x="3777" y="132919"/>
                  <a:pt x="11887" y="125748"/>
                  <a:pt x="21802" y="124182"/>
                </a:cubicBezTo>
                <a:lnTo>
                  <a:pt x="92238" y="113042"/>
                </a:lnTo>
                <a:cubicBezTo>
                  <a:pt x="127564" y="107456"/>
                  <a:pt x="159788" y="89615"/>
                  <a:pt x="183279" y="62646"/>
                </a:cubicBezTo>
                <a:lnTo>
                  <a:pt x="230113" y="8868"/>
                </a:lnTo>
                <a:cubicBezTo>
                  <a:pt x="236705" y="1302"/>
                  <a:pt x="247087" y="-1769"/>
                  <a:pt x="256734" y="1006"/>
                </a:cubicBezTo>
                <a:cubicBezTo>
                  <a:pt x="266381" y="3777"/>
                  <a:pt x="273552" y="11887"/>
                  <a:pt x="275118" y="21802"/>
                </a:cubicBezTo>
                <a:lnTo>
                  <a:pt x="275118" y="21802"/>
                </a:lnTo>
              </a:path>
            </a:pathLst>
          </a:custGeom>
          <a:solidFill>
            <a:srgbClr val="C6FDFF">
              <a:alpha val="15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31521" y="3841503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935"/>
              </a:spcBef>
              <a:buNone/>
            </a:pPr>
            <a:endParaRPr lang="en-US" sz="1309" dirty="0"/>
          </a:p>
        </p:txBody>
      </p:sp>
      <p:sp>
        <p:nvSpPr>
          <p:cNvPr id="15" name="Text 13"/>
          <p:cNvSpPr/>
          <p:nvPr/>
        </p:nvSpPr>
        <p:spPr>
          <a:xfrm>
            <a:off x="731521" y="4240702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100" dirty="0">
                <a:solidFill>
                  <a:srgbClr val="111111"/>
                </a:solidFill>
                <a:latin typeface="Lexend Regular" pitchFamily="34" charset="0"/>
                <a:ea typeface="Lexend Regular" pitchFamily="34" charset="-122"/>
                <a:cs typeface="Lexend Regular" pitchFamily="34" charset="-120"/>
              </a:rPr>
              <a:t>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69548" y="2719385"/>
            <a:ext cx="2327304" cy="3291840"/>
          </a:xfrm>
          <a:custGeom>
            <a:avLst/>
            <a:gdLst/>
            <a:ahLst/>
            <a:cxnLst/>
            <a:rect l="l" t="t" r="r" b="b"/>
            <a:pathLst>
              <a:path w="2560320" h="3291840">
                <a:moveTo>
                  <a:pt x="0" y="0"/>
                </a:moveTo>
                <a:lnTo>
                  <a:pt x="2560320" y="0"/>
                </a:lnTo>
                <a:lnTo>
                  <a:pt x="2560320" y="3291840"/>
                </a:lnTo>
                <a:lnTo>
                  <a:pt x="0" y="3291840"/>
                </a:lnTo>
                <a:lnTo>
                  <a:pt x="0" y="0"/>
                </a:lnTo>
              </a:path>
            </a:pathLst>
          </a:custGeom>
          <a:solidFill>
            <a:srgbClr val="FFFFFF"/>
          </a:solidFill>
          <a:ln/>
          <a:effectLst>
            <a:outerShdw blurRad="485775" dist="139700" dir="2700000" algn="bl" rotWithShape="0">
              <a:srgbClr val="000000">
                <a:alpha val="8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234439" y="41609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935"/>
              </a:spcBef>
              <a:buNone/>
            </a:pPr>
            <a:r>
              <a:rPr lang="en-US" sz="1309" dirty="0">
                <a:solidFill>
                  <a:srgbClr val="111111"/>
                </a:solidFill>
                <a:latin typeface="Lexend Deca Bold" pitchFamily="34" charset="0"/>
                <a:ea typeface="Lexend Deca Bold" pitchFamily="34" charset="-122"/>
              </a:rPr>
              <a:t>Dataset Constraints</a:t>
            </a:r>
            <a:endParaRPr lang="en-US" sz="1309" dirty="0"/>
          </a:p>
        </p:txBody>
      </p:sp>
      <p:sp>
        <p:nvSpPr>
          <p:cNvPr id="18" name="Text 16"/>
          <p:cNvSpPr/>
          <p:nvPr/>
        </p:nvSpPr>
        <p:spPr>
          <a:xfrm>
            <a:off x="1226787" y="4634907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100" dirty="0">
                <a:solidFill>
                  <a:srgbClr val="111111"/>
                </a:solidFill>
                <a:latin typeface="Lexend Regular" pitchFamily="34" charset="0"/>
                <a:ea typeface="Lexend Regular" pitchFamily="34" charset="-122"/>
              </a:rPr>
              <a:t>Limits the model’s generalizability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309539" y="3021211"/>
            <a:ext cx="239397" cy="125779"/>
          </a:xfrm>
          <a:custGeom>
            <a:avLst/>
            <a:gdLst/>
            <a:ahLst/>
            <a:cxnLst/>
            <a:rect l="l" t="t" r="r" b="b"/>
            <a:pathLst>
              <a:path w="239397" h="125779">
                <a:moveTo>
                  <a:pt x="38114" y="121241"/>
                </a:moveTo>
                <a:cubicBezTo>
                  <a:pt x="33757" y="121241"/>
                  <a:pt x="29403" y="120333"/>
                  <a:pt x="25046" y="118518"/>
                </a:cubicBezTo>
                <a:cubicBezTo>
                  <a:pt x="7984" y="111258"/>
                  <a:pt x="0" y="91657"/>
                  <a:pt x="7259" y="74595"/>
                </a:cubicBezTo>
                <a:cubicBezTo>
                  <a:pt x="26317" y="29220"/>
                  <a:pt x="70421" y="-1"/>
                  <a:pt x="119605" y="-1"/>
                </a:cubicBezTo>
                <a:cubicBezTo>
                  <a:pt x="168792" y="-1"/>
                  <a:pt x="212896" y="29220"/>
                  <a:pt x="232134" y="74595"/>
                </a:cubicBezTo>
                <a:cubicBezTo>
                  <a:pt x="239395" y="91655"/>
                  <a:pt x="231409" y="111439"/>
                  <a:pt x="214347" y="118518"/>
                </a:cubicBezTo>
                <a:cubicBezTo>
                  <a:pt x="197285" y="125778"/>
                  <a:pt x="177504" y="117793"/>
                  <a:pt x="170425" y="100732"/>
                </a:cubicBezTo>
                <a:cubicBezTo>
                  <a:pt x="161713" y="80403"/>
                  <a:pt x="141747" y="67154"/>
                  <a:pt x="119605" y="67154"/>
                </a:cubicBezTo>
                <a:cubicBezTo>
                  <a:pt x="97463" y="67154"/>
                  <a:pt x="77680" y="80403"/>
                  <a:pt x="68968" y="100732"/>
                </a:cubicBezTo>
                <a:cubicBezTo>
                  <a:pt x="63703" y="113437"/>
                  <a:pt x="51181" y="121241"/>
                  <a:pt x="38112" y="121241"/>
                </a:cubicBezTo>
                <a:lnTo>
                  <a:pt x="38114" y="121241"/>
                </a:lnTo>
              </a:path>
            </a:pathLst>
          </a:custGeom>
          <a:solidFill>
            <a:srgbClr val="40AF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471599" y="3841503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935"/>
              </a:spcBef>
              <a:buNone/>
            </a:pPr>
            <a:endParaRPr lang="en-US" sz="1309" dirty="0"/>
          </a:p>
        </p:txBody>
      </p:sp>
      <p:sp>
        <p:nvSpPr>
          <p:cNvPr id="22" name="Text 20"/>
          <p:cNvSpPr/>
          <p:nvPr/>
        </p:nvSpPr>
        <p:spPr>
          <a:xfrm>
            <a:off x="6471599" y="4240702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92739" y="2705317"/>
            <a:ext cx="2560320" cy="3291840"/>
          </a:xfrm>
          <a:custGeom>
            <a:avLst/>
            <a:gdLst/>
            <a:ahLst/>
            <a:cxnLst/>
            <a:rect l="l" t="t" r="r" b="b"/>
            <a:pathLst>
              <a:path w="2560320" h="3291840">
                <a:moveTo>
                  <a:pt x="0" y="0"/>
                </a:moveTo>
                <a:lnTo>
                  <a:pt x="2560320" y="0"/>
                </a:lnTo>
                <a:lnTo>
                  <a:pt x="2560320" y="3291840"/>
                </a:lnTo>
                <a:lnTo>
                  <a:pt x="0" y="3291840"/>
                </a:lnTo>
                <a:lnTo>
                  <a:pt x="0" y="0"/>
                </a:lnTo>
              </a:path>
            </a:pathLst>
          </a:custGeom>
          <a:solidFill>
            <a:srgbClr val="FFFFFF"/>
          </a:solidFill>
          <a:ln/>
          <a:effectLst>
            <a:outerShdw blurRad="485775" dist="139700" dir="2700000" algn="bl" rotWithShape="0">
              <a:srgbClr val="000000">
                <a:alpha val="8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108323" y="40238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935"/>
              </a:spcBef>
              <a:buNone/>
            </a:pPr>
            <a:r>
              <a:rPr lang="en-US" sz="1309" dirty="0">
                <a:solidFill>
                  <a:srgbClr val="111111"/>
                </a:solidFill>
                <a:latin typeface="Lexend Deca Bold" pitchFamily="34" charset="0"/>
                <a:ea typeface="Lexend Deca Bold" pitchFamily="34" charset="-122"/>
              </a:rPr>
              <a:t>Model Complexity</a:t>
            </a:r>
            <a:endParaRPr lang="en-US" sz="1309" dirty="0"/>
          </a:p>
        </p:txBody>
      </p:sp>
      <p:sp>
        <p:nvSpPr>
          <p:cNvPr id="25" name="Text 23"/>
          <p:cNvSpPr/>
          <p:nvPr/>
        </p:nvSpPr>
        <p:spPr>
          <a:xfrm>
            <a:off x="5785799" y="4494913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100" dirty="0">
                <a:solidFill>
                  <a:srgbClr val="111111"/>
                </a:solidFill>
                <a:latin typeface="Lexend Regular" pitchFamily="34" charset="0"/>
                <a:ea typeface="Lexend Regular" pitchFamily="34" charset="-122"/>
                <a:cs typeface="Lexend Regular" pitchFamily="34" charset="-120"/>
              </a:rPr>
              <a:t>Real-time processing demands are not fully addressed.</a:t>
            </a:r>
            <a:endParaRPr lang="en-US" sz="1100" dirty="0"/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100" dirty="0">
                <a:solidFill>
                  <a:srgbClr val="111111"/>
                </a:solidFill>
                <a:latin typeface="Lexend Regular" pitchFamily="34" charset="0"/>
                <a:ea typeface="Lexend Regular" pitchFamily="34" charset="-122"/>
                <a:cs typeface="Lexend Regular" pitchFamily="34" charset="-120"/>
              </a:rPr>
              <a:t>This gap could hinder the practical implementation of the techniques.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375899" y="3264142"/>
            <a:ext cx="297238" cy="365760"/>
          </a:xfrm>
          <a:custGeom>
            <a:avLst/>
            <a:gdLst/>
            <a:ahLst/>
            <a:cxnLst/>
            <a:rect l="l" t="t" r="r" b="b"/>
            <a:pathLst>
              <a:path w="297238" h="365760">
                <a:moveTo>
                  <a:pt x="91457" y="17147"/>
                </a:moveTo>
                <a:cubicBezTo>
                  <a:pt x="91457" y="7644"/>
                  <a:pt x="99102" y="0"/>
                  <a:pt x="108605" y="0"/>
                </a:cubicBezTo>
                <a:lnTo>
                  <a:pt x="188630" y="0"/>
                </a:lnTo>
                <a:cubicBezTo>
                  <a:pt x="198133" y="0"/>
                  <a:pt x="205778" y="7644"/>
                  <a:pt x="205778" y="17147"/>
                </a:cubicBezTo>
                <a:cubicBezTo>
                  <a:pt x="205778" y="26649"/>
                  <a:pt x="198133" y="34294"/>
                  <a:pt x="188630" y="34294"/>
                </a:cubicBezTo>
                <a:lnTo>
                  <a:pt x="165767" y="34294"/>
                </a:lnTo>
                <a:lnTo>
                  <a:pt x="165767" y="69589"/>
                </a:lnTo>
                <a:cubicBezTo>
                  <a:pt x="196778" y="73163"/>
                  <a:pt x="224929" y="86239"/>
                  <a:pt x="247079" y="105957"/>
                </a:cubicBezTo>
                <a:lnTo>
                  <a:pt x="267942" y="85021"/>
                </a:lnTo>
                <a:cubicBezTo>
                  <a:pt x="274660" y="78306"/>
                  <a:pt x="285518" y="78306"/>
                  <a:pt x="292164" y="85021"/>
                </a:cubicBezTo>
                <a:cubicBezTo>
                  <a:pt x="298810" y="91736"/>
                  <a:pt x="298882" y="102599"/>
                  <a:pt x="292164" y="109241"/>
                </a:cubicBezTo>
                <a:lnTo>
                  <a:pt x="270014" y="131392"/>
                </a:lnTo>
                <a:cubicBezTo>
                  <a:pt x="287162" y="155612"/>
                  <a:pt x="297238" y="185195"/>
                  <a:pt x="297238" y="217133"/>
                </a:cubicBezTo>
                <a:cubicBezTo>
                  <a:pt x="297238" y="299232"/>
                  <a:pt x="230716" y="365753"/>
                  <a:pt x="148619" y="365753"/>
                </a:cubicBezTo>
                <a:cubicBezTo>
                  <a:pt x="66522" y="365753"/>
                  <a:pt x="0" y="299301"/>
                  <a:pt x="0" y="217206"/>
                </a:cubicBezTo>
                <a:cubicBezTo>
                  <a:pt x="0" y="140898"/>
                  <a:pt x="57447" y="78090"/>
                  <a:pt x="131471" y="69589"/>
                </a:cubicBezTo>
                <a:lnTo>
                  <a:pt x="131471" y="34294"/>
                </a:lnTo>
                <a:lnTo>
                  <a:pt x="108608" y="34294"/>
                </a:lnTo>
                <a:cubicBezTo>
                  <a:pt x="99105" y="34294"/>
                  <a:pt x="91460" y="26649"/>
                  <a:pt x="91460" y="17147"/>
                </a:cubicBezTo>
                <a:lnTo>
                  <a:pt x="91457" y="17147"/>
                </a:lnTo>
                <a:moveTo>
                  <a:pt x="148619" y="331536"/>
                </a:moveTo>
                <a:cubicBezTo>
                  <a:pt x="211758" y="331536"/>
                  <a:pt x="262943" y="280351"/>
                  <a:pt x="262943" y="217214"/>
                </a:cubicBezTo>
                <a:cubicBezTo>
                  <a:pt x="262943" y="154076"/>
                  <a:pt x="211758" y="102892"/>
                  <a:pt x="148619" y="102892"/>
                </a:cubicBezTo>
                <a:cubicBezTo>
                  <a:pt x="85480" y="102892"/>
                  <a:pt x="34295" y="154076"/>
                  <a:pt x="34295" y="217214"/>
                </a:cubicBezTo>
                <a:cubicBezTo>
                  <a:pt x="34295" y="280351"/>
                  <a:pt x="85480" y="331536"/>
                  <a:pt x="148619" y="331536"/>
                </a:cubicBezTo>
                <a:lnTo>
                  <a:pt x="148619" y="331536"/>
                </a:lnTo>
                <a:moveTo>
                  <a:pt x="165767" y="154336"/>
                </a:moveTo>
                <a:lnTo>
                  <a:pt x="165767" y="228644"/>
                </a:lnTo>
                <a:cubicBezTo>
                  <a:pt x="165767" y="238146"/>
                  <a:pt x="158122" y="245791"/>
                  <a:pt x="148619" y="245791"/>
                </a:cubicBezTo>
                <a:cubicBezTo>
                  <a:pt x="139116" y="245791"/>
                  <a:pt x="131471" y="238146"/>
                  <a:pt x="131471" y="228644"/>
                </a:cubicBezTo>
                <a:lnTo>
                  <a:pt x="131471" y="154336"/>
                </a:lnTo>
                <a:cubicBezTo>
                  <a:pt x="131471" y="144834"/>
                  <a:pt x="139116" y="137189"/>
                  <a:pt x="148619" y="137189"/>
                </a:cubicBezTo>
                <a:cubicBezTo>
                  <a:pt x="158122" y="137189"/>
                  <a:pt x="165767" y="144834"/>
                  <a:pt x="165767" y="154336"/>
                </a:cubicBezTo>
              </a:path>
            </a:pathLst>
          </a:custGeom>
          <a:solidFill>
            <a:srgbClr val="003860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471599" y="3287002"/>
            <a:ext cx="365760" cy="320040"/>
          </a:xfrm>
          <a:custGeom>
            <a:avLst/>
            <a:gdLst/>
            <a:ahLst/>
            <a:cxnLst/>
            <a:rect l="l" t="t" r="r" b="b"/>
            <a:pathLst>
              <a:path w="365760" h="320040">
                <a:moveTo>
                  <a:pt x="35435" y="164305"/>
                </a:moveTo>
                <a:cubicBezTo>
                  <a:pt x="44579" y="91010"/>
                  <a:pt x="107087" y="34289"/>
                  <a:pt x="182884" y="34289"/>
                </a:cubicBezTo>
                <a:cubicBezTo>
                  <a:pt x="258680" y="34289"/>
                  <a:pt x="321188" y="91010"/>
                  <a:pt x="330329" y="164305"/>
                </a:cubicBezTo>
                <a:cubicBezTo>
                  <a:pt x="323613" y="161518"/>
                  <a:pt x="316328" y="160020"/>
                  <a:pt x="308614" y="160020"/>
                </a:cubicBezTo>
                <a:cubicBezTo>
                  <a:pt x="289682" y="160020"/>
                  <a:pt x="274324" y="175379"/>
                  <a:pt x="274324" y="194309"/>
                </a:cubicBezTo>
                <a:lnTo>
                  <a:pt x="274324" y="285748"/>
                </a:lnTo>
                <a:cubicBezTo>
                  <a:pt x="274324" y="304678"/>
                  <a:pt x="289682" y="320037"/>
                  <a:pt x="308614" y="320037"/>
                </a:cubicBezTo>
                <a:cubicBezTo>
                  <a:pt x="340190" y="320037"/>
                  <a:pt x="365764" y="294462"/>
                  <a:pt x="365764" y="262887"/>
                </a:cubicBezTo>
                <a:lnTo>
                  <a:pt x="365764" y="240027"/>
                </a:lnTo>
                <a:lnTo>
                  <a:pt x="365764" y="217166"/>
                </a:lnTo>
                <a:lnTo>
                  <a:pt x="365764" y="182877"/>
                </a:lnTo>
                <a:cubicBezTo>
                  <a:pt x="365764" y="81866"/>
                  <a:pt x="283896" y="-3"/>
                  <a:pt x="182884" y="-3"/>
                </a:cubicBezTo>
                <a:cubicBezTo>
                  <a:pt x="81872" y="-3"/>
                  <a:pt x="4" y="81863"/>
                  <a:pt x="4" y="182877"/>
                </a:cubicBezTo>
                <a:lnTo>
                  <a:pt x="4" y="217166"/>
                </a:lnTo>
                <a:lnTo>
                  <a:pt x="4" y="240027"/>
                </a:lnTo>
                <a:lnTo>
                  <a:pt x="4" y="262887"/>
                </a:lnTo>
                <a:cubicBezTo>
                  <a:pt x="4" y="294462"/>
                  <a:pt x="25578" y="320037"/>
                  <a:pt x="57154" y="320037"/>
                </a:cubicBezTo>
                <a:cubicBezTo>
                  <a:pt x="76085" y="320037"/>
                  <a:pt x="91444" y="304678"/>
                  <a:pt x="91444" y="285748"/>
                </a:cubicBezTo>
                <a:lnTo>
                  <a:pt x="91444" y="194309"/>
                </a:lnTo>
                <a:cubicBezTo>
                  <a:pt x="91444" y="175379"/>
                  <a:pt x="76085" y="160020"/>
                  <a:pt x="57154" y="160020"/>
                </a:cubicBezTo>
                <a:cubicBezTo>
                  <a:pt x="49440" y="160020"/>
                  <a:pt x="42150" y="161521"/>
                  <a:pt x="35438" y="164305"/>
                </a:cubicBezTo>
                <a:lnTo>
                  <a:pt x="35435" y="164305"/>
                </a:lnTo>
                <a:moveTo>
                  <a:pt x="34290" y="217170"/>
                </a:moveTo>
                <a:cubicBezTo>
                  <a:pt x="34290" y="204525"/>
                  <a:pt x="44506" y="194309"/>
                  <a:pt x="57150" y="194309"/>
                </a:cubicBezTo>
                <a:lnTo>
                  <a:pt x="57150" y="285748"/>
                </a:lnTo>
                <a:cubicBezTo>
                  <a:pt x="44506" y="285748"/>
                  <a:pt x="34290" y="275532"/>
                  <a:pt x="34290" y="262887"/>
                </a:cubicBezTo>
                <a:lnTo>
                  <a:pt x="34290" y="240027"/>
                </a:lnTo>
                <a:lnTo>
                  <a:pt x="34290" y="217170"/>
                </a:lnTo>
                <a:moveTo>
                  <a:pt x="331470" y="217170"/>
                </a:moveTo>
                <a:lnTo>
                  <a:pt x="331470" y="240030"/>
                </a:lnTo>
                <a:lnTo>
                  <a:pt x="331470" y="262890"/>
                </a:lnTo>
                <a:cubicBezTo>
                  <a:pt x="331470" y="275535"/>
                  <a:pt x="321254" y="285751"/>
                  <a:pt x="308610" y="285751"/>
                </a:cubicBezTo>
                <a:lnTo>
                  <a:pt x="308610" y="194312"/>
                </a:lnTo>
                <a:cubicBezTo>
                  <a:pt x="321254" y="194312"/>
                  <a:pt x="331470" y="204528"/>
                  <a:pt x="331470" y="217173"/>
                </a:cubicBezTo>
                <a:lnTo>
                  <a:pt x="331470" y="217170"/>
                </a:lnTo>
              </a:path>
            </a:pathLst>
          </a:custGeom>
          <a:solidFill>
            <a:srgbClr val="003860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682660" y="3556961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143660" y="40932"/>
                </a:moveTo>
                <a:cubicBezTo>
                  <a:pt x="138660" y="44648"/>
                  <a:pt x="137160" y="48577"/>
                  <a:pt x="137160" y="51433"/>
                </a:cubicBezTo>
                <a:cubicBezTo>
                  <a:pt x="137160" y="54432"/>
                  <a:pt x="138875" y="58650"/>
                  <a:pt x="144589" y="62578"/>
                </a:cubicBezTo>
                <a:cubicBezTo>
                  <a:pt x="150159" y="66363"/>
                  <a:pt x="154303" y="73009"/>
                  <a:pt x="154303" y="80866"/>
                </a:cubicBezTo>
                <a:cubicBezTo>
                  <a:pt x="154303" y="93009"/>
                  <a:pt x="144446" y="102797"/>
                  <a:pt x="132372" y="102797"/>
                </a:cubicBezTo>
                <a:lnTo>
                  <a:pt x="40003" y="102870"/>
                </a:lnTo>
                <a:cubicBezTo>
                  <a:pt x="36861" y="102870"/>
                  <a:pt x="34290" y="105441"/>
                  <a:pt x="34290" y="108587"/>
                </a:cubicBezTo>
                <a:lnTo>
                  <a:pt x="34290" y="146092"/>
                </a:lnTo>
                <a:cubicBezTo>
                  <a:pt x="39575" y="144022"/>
                  <a:pt x="45361" y="142877"/>
                  <a:pt x="51437" y="142877"/>
                </a:cubicBezTo>
                <a:cubicBezTo>
                  <a:pt x="82226" y="142877"/>
                  <a:pt x="102874" y="171022"/>
                  <a:pt x="102874" y="200027"/>
                </a:cubicBezTo>
                <a:cubicBezTo>
                  <a:pt x="102874" y="229031"/>
                  <a:pt x="82226" y="257177"/>
                  <a:pt x="51440" y="257177"/>
                </a:cubicBezTo>
                <a:cubicBezTo>
                  <a:pt x="45369" y="257177"/>
                  <a:pt x="39582" y="256032"/>
                  <a:pt x="34297" y="253962"/>
                </a:cubicBezTo>
                <a:lnTo>
                  <a:pt x="34297" y="325757"/>
                </a:lnTo>
                <a:cubicBezTo>
                  <a:pt x="34297" y="328899"/>
                  <a:pt x="36868" y="331474"/>
                  <a:pt x="40014" y="331474"/>
                </a:cubicBezTo>
                <a:lnTo>
                  <a:pt x="111809" y="331474"/>
                </a:lnTo>
                <a:cubicBezTo>
                  <a:pt x="109739" y="326188"/>
                  <a:pt x="108594" y="320402"/>
                  <a:pt x="108594" y="314330"/>
                </a:cubicBezTo>
                <a:cubicBezTo>
                  <a:pt x="108594" y="283541"/>
                  <a:pt x="136739" y="262897"/>
                  <a:pt x="165744" y="262897"/>
                </a:cubicBezTo>
                <a:cubicBezTo>
                  <a:pt x="194749" y="262897"/>
                  <a:pt x="222894" y="283544"/>
                  <a:pt x="222894" y="314334"/>
                </a:cubicBezTo>
                <a:cubicBezTo>
                  <a:pt x="222894" y="320406"/>
                  <a:pt x="221749" y="326192"/>
                  <a:pt x="219679" y="331481"/>
                </a:cubicBezTo>
                <a:lnTo>
                  <a:pt x="257184" y="331481"/>
                </a:lnTo>
                <a:cubicBezTo>
                  <a:pt x="260326" y="331481"/>
                  <a:pt x="262901" y="328909"/>
                  <a:pt x="262901" y="325768"/>
                </a:cubicBezTo>
                <a:lnTo>
                  <a:pt x="262901" y="233399"/>
                </a:lnTo>
                <a:cubicBezTo>
                  <a:pt x="262901" y="221255"/>
                  <a:pt x="272758" y="211468"/>
                  <a:pt x="284832" y="211468"/>
                </a:cubicBezTo>
                <a:cubicBezTo>
                  <a:pt x="292761" y="211468"/>
                  <a:pt x="299334" y="215612"/>
                  <a:pt x="303120" y="221182"/>
                </a:cubicBezTo>
                <a:cubicBezTo>
                  <a:pt x="307048" y="226899"/>
                  <a:pt x="311265" y="228611"/>
                  <a:pt x="314264" y="228611"/>
                </a:cubicBezTo>
                <a:cubicBezTo>
                  <a:pt x="317121" y="228611"/>
                  <a:pt x="321049" y="227111"/>
                  <a:pt x="324765" y="222111"/>
                </a:cubicBezTo>
                <a:cubicBezTo>
                  <a:pt x="328481" y="217111"/>
                  <a:pt x="331408" y="209324"/>
                  <a:pt x="331408" y="200037"/>
                </a:cubicBezTo>
                <a:cubicBezTo>
                  <a:pt x="331408" y="190751"/>
                  <a:pt x="328551" y="183037"/>
                  <a:pt x="324765" y="177964"/>
                </a:cubicBezTo>
                <a:cubicBezTo>
                  <a:pt x="320980" y="172891"/>
                  <a:pt x="317121" y="171464"/>
                  <a:pt x="314264" y="171464"/>
                </a:cubicBezTo>
                <a:cubicBezTo>
                  <a:pt x="311265" y="171464"/>
                  <a:pt x="307048" y="173180"/>
                  <a:pt x="303120" y="178893"/>
                </a:cubicBezTo>
                <a:cubicBezTo>
                  <a:pt x="299334" y="184463"/>
                  <a:pt x="292688" y="188607"/>
                  <a:pt x="284832" y="188607"/>
                </a:cubicBezTo>
                <a:cubicBezTo>
                  <a:pt x="272688" y="188607"/>
                  <a:pt x="262901" y="178750"/>
                  <a:pt x="262901" y="166676"/>
                </a:cubicBezTo>
                <a:lnTo>
                  <a:pt x="262901" y="108597"/>
                </a:lnTo>
                <a:cubicBezTo>
                  <a:pt x="262901" y="105455"/>
                  <a:pt x="260329" y="102884"/>
                  <a:pt x="257188" y="102884"/>
                </a:cubicBezTo>
                <a:lnTo>
                  <a:pt x="199109" y="102884"/>
                </a:lnTo>
                <a:cubicBezTo>
                  <a:pt x="186965" y="102884"/>
                  <a:pt x="177178" y="93027"/>
                  <a:pt x="177178" y="80953"/>
                </a:cubicBezTo>
                <a:cubicBezTo>
                  <a:pt x="177178" y="73024"/>
                  <a:pt x="181322" y="66451"/>
                  <a:pt x="186892" y="62665"/>
                </a:cubicBezTo>
                <a:cubicBezTo>
                  <a:pt x="192609" y="58737"/>
                  <a:pt x="194321" y="54520"/>
                  <a:pt x="194321" y="51521"/>
                </a:cubicBezTo>
                <a:cubicBezTo>
                  <a:pt x="194321" y="48664"/>
                  <a:pt x="192821" y="44736"/>
                  <a:pt x="187821" y="41020"/>
                </a:cubicBezTo>
                <a:cubicBezTo>
                  <a:pt x="182821" y="37304"/>
                  <a:pt x="175034" y="34304"/>
                  <a:pt x="165747" y="34304"/>
                </a:cubicBezTo>
                <a:cubicBezTo>
                  <a:pt x="156461" y="34304"/>
                  <a:pt x="148747" y="37161"/>
                  <a:pt x="143674" y="40946"/>
                </a:cubicBezTo>
                <a:lnTo>
                  <a:pt x="143660" y="40932"/>
                </a:lnTo>
                <a:moveTo>
                  <a:pt x="123086" y="13500"/>
                </a:moveTo>
                <a:cubicBezTo>
                  <a:pt x="134658" y="4857"/>
                  <a:pt x="149731" y="0"/>
                  <a:pt x="165733" y="0"/>
                </a:cubicBezTo>
                <a:cubicBezTo>
                  <a:pt x="181735" y="0"/>
                  <a:pt x="196808" y="4857"/>
                  <a:pt x="208381" y="13500"/>
                </a:cubicBezTo>
                <a:cubicBezTo>
                  <a:pt x="219953" y="22143"/>
                  <a:pt x="228596" y="35362"/>
                  <a:pt x="228596" y="51433"/>
                </a:cubicBezTo>
                <a:cubicBezTo>
                  <a:pt x="228596" y="57578"/>
                  <a:pt x="227309" y="63364"/>
                  <a:pt x="225096" y="68580"/>
                </a:cubicBezTo>
                <a:lnTo>
                  <a:pt x="257173" y="68580"/>
                </a:lnTo>
                <a:cubicBezTo>
                  <a:pt x="279247" y="68580"/>
                  <a:pt x="297180" y="86509"/>
                  <a:pt x="297180" y="108587"/>
                </a:cubicBezTo>
                <a:lnTo>
                  <a:pt x="297180" y="140664"/>
                </a:lnTo>
                <a:cubicBezTo>
                  <a:pt x="302396" y="138451"/>
                  <a:pt x="308182" y="137164"/>
                  <a:pt x="314327" y="137164"/>
                </a:cubicBezTo>
                <a:cubicBezTo>
                  <a:pt x="330402" y="137164"/>
                  <a:pt x="343617" y="145880"/>
                  <a:pt x="352260" y="157379"/>
                </a:cubicBezTo>
                <a:cubicBezTo>
                  <a:pt x="360903" y="168882"/>
                  <a:pt x="365760" y="184025"/>
                  <a:pt x="365760" y="200027"/>
                </a:cubicBezTo>
                <a:cubicBezTo>
                  <a:pt x="365760" y="216029"/>
                  <a:pt x="360903" y="231102"/>
                  <a:pt x="352260" y="242674"/>
                </a:cubicBezTo>
                <a:cubicBezTo>
                  <a:pt x="343617" y="254247"/>
                  <a:pt x="330398" y="262890"/>
                  <a:pt x="314327" y="262890"/>
                </a:cubicBezTo>
                <a:cubicBezTo>
                  <a:pt x="308182" y="262890"/>
                  <a:pt x="302396" y="261602"/>
                  <a:pt x="297184" y="259390"/>
                </a:cubicBezTo>
                <a:lnTo>
                  <a:pt x="297184" y="325757"/>
                </a:lnTo>
                <a:cubicBezTo>
                  <a:pt x="297184" y="347830"/>
                  <a:pt x="279254" y="365764"/>
                  <a:pt x="257180" y="365764"/>
                </a:cubicBezTo>
                <a:lnTo>
                  <a:pt x="201387" y="365764"/>
                </a:lnTo>
                <a:cubicBezTo>
                  <a:pt x="188030" y="365764"/>
                  <a:pt x="177170" y="354904"/>
                  <a:pt x="177170" y="341547"/>
                </a:cubicBezTo>
                <a:cubicBezTo>
                  <a:pt x="177170" y="334330"/>
                  <a:pt x="180385" y="328332"/>
                  <a:pt x="184244" y="324257"/>
                </a:cubicBezTo>
                <a:cubicBezTo>
                  <a:pt x="187243" y="321185"/>
                  <a:pt x="188600" y="317684"/>
                  <a:pt x="188600" y="314327"/>
                </a:cubicBezTo>
                <a:cubicBezTo>
                  <a:pt x="188600" y="307253"/>
                  <a:pt x="180956" y="297184"/>
                  <a:pt x="165740" y="297184"/>
                </a:cubicBezTo>
                <a:cubicBezTo>
                  <a:pt x="150525" y="297184"/>
                  <a:pt x="142880" y="307257"/>
                  <a:pt x="142880" y="314330"/>
                </a:cubicBezTo>
                <a:cubicBezTo>
                  <a:pt x="142880" y="317688"/>
                  <a:pt x="144237" y="321115"/>
                  <a:pt x="147237" y="324261"/>
                </a:cubicBezTo>
                <a:cubicBezTo>
                  <a:pt x="151165" y="328332"/>
                  <a:pt x="154310" y="334334"/>
                  <a:pt x="154310" y="341550"/>
                </a:cubicBezTo>
                <a:cubicBezTo>
                  <a:pt x="154310" y="354908"/>
                  <a:pt x="143451" y="365767"/>
                  <a:pt x="130093" y="365767"/>
                </a:cubicBezTo>
                <a:lnTo>
                  <a:pt x="40010" y="365767"/>
                </a:lnTo>
                <a:cubicBezTo>
                  <a:pt x="17937" y="365767"/>
                  <a:pt x="7" y="347838"/>
                  <a:pt x="7" y="325764"/>
                </a:cubicBezTo>
                <a:lnTo>
                  <a:pt x="7" y="235681"/>
                </a:lnTo>
                <a:cubicBezTo>
                  <a:pt x="7" y="222323"/>
                  <a:pt x="10867" y="211464"/>
                  <a:pt x="24224" y="211464"/>
                </a:cubicBezTo>
                <a:cubicBezTo>
                  <a:pt x="31441" y="211464"/>
                  <a:pt x="37439" y="214679"/>
                  <a:pt x="41514" y="218538"/>
                </a:cubicBezTo>
                <a:cubicBezTo>
                  <a:pt x="44586" y="221537"/>
                  <a:pt x="48086" y="222894"/>
                  <a:pt x="51444" y="222894"/>
                </a:cubicBezTo>
                <a:cubicBezTo>
                  <a:pt x="58518" y="222894"/>
                  <a:pt x="68591" y="215250"/>
                  <a:pt x="68591" y="200034"/>
                </a:cubicBezTo>
                <a:cubicBezTo>
                  <a:pt x="68591" y="184818"/>
                  <a:pt x="58518" y="177174"/>
                  <a:pt x="51448" y="177174"/>
                </a:cubicBezTo>
                <a:cubicBezTo>
                  <a:pt x="48090" y="177174"/>
                  <a:pt x="44663" y="178531"/>
                  <a:pt x="41517" y="181530"/>
                </a:cubicBezTo>
                <a:cubicBezTo>
                  <a:pt x="37446" y="185389"/>
                  <a:pt x="31444" y="188604"/>
                  <a:pt x="24228" y="188604"/>
                </a:cubicBezTo>
                <a:cubicBezTo>
                  <a:pt x="10870" y="188604"/>
                  <a:pt x="11" y="177745"/>
                  <a:pt x="11" y="164387"/>
                </a:cubicBezTo>
                <a:lnTo>
                  <a:pt x="11" y="108594"/>
                </a:lnTo>
                <a:cubicBezTo>
                  <a:pt x="11" y="86520"/>
                  <a:pt x="17940" y="68591"/>
                  <a:pt x="40018" y="68591"/>
                </a:cubicBezTo>
                <a:lnTo>
                  <a:pt x="106385" y="68591"/>
                </a:lnTo>
                <a:cubicBezTo>
                  <a:pt x="104172" y="63375"/>
                  <a:pt x="102884" y="57589"/>
                  <a:pt x="102884" y="51448"/>
                </a:cubicBezTo>
                <a:cubicBezTo>
                  <a:pt x="102884" y="35372"/>
                  <a:pt x="111601" y="22158"/>
                  <a:pt x="123100" y="13515"/>
                </a:cubicBezTo>
                <a:lnTo>
                  <a:pt x="123086" y="13500"/>
                </a:lnTo>
              </a:path>
            </a:pathLst>
          </a:custGeom>
          <a:solidFill>
            <a:srgbClr val="003860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703788" y="3285994"/>
            <a:ext cx="365760" cy="312381"/>
          </a:xfrm>
          <a:custGeom>
            <a:avLst/>
            <a:gdLst/>
            <a:ahLst/>
            <a:cxnLst/>
            <a:rect l="l" t="t" r="r" b="b"/>
            <a:pathLst>
              <a:path w="365760" h="312381">
                <a:moveTo>
                  <a:pt x="161307" y="303881"/>
                </a:moveTo>
                <a:lnTo>
                  <a:pt x="159523" y="302238"/>
                </a:lnTo>
                <a:lnTo>
                  <a:pt x="34363" y="186010"/>
                </a:lnTo>
                <a:cubicBezTo>
                  <a:pt x="12432" y="165649"/>
                  <a:pt x="0" y="137076"/>
                  <a:pt x="0" y="107143"/>
                </a:cubicBezTo>
                <a:lnTo>
                  <a:pt x="0" y="104785"/>
                </a:lnTo>
                <a:cubicBezTo>
                  <a:pt x="0" y="54492"/>
                  <a:pt x="35720" y="11346"/>
                  <a:pt x="85153" y="1915"/>
                </a:cubicBezTo>
                <a:cubicBezTo>
                  <a:pt x="113298" y="-3514"/>
                  <a:pt x="142087" y="2986"/>
                  <a:pt x="165020" y="19130"/>
                </a:cubicBezTo>
                <a:cubicBezTo>
                  <a:pt x="171450" y="23703"/>
                  <a:pt x="177448" y="28989"/>
                  <a:pt x="182880" y="35062"/>
                </a:cubicBezTo>
                <a:cubicBezTo>
                  <a:pt x="185879" y="31632"/>
                  <a:pt x="189094" y="28489"/>
                  <a:pt x="192525" y="25559"/>
                </a:cubicBezTo>
                <a:cubicBezTo>
                  <a:pt x="195169" y="23272"/>
                  <a:pt x="197883" y="21129"/>
                  <a:pt x="200740" y="19130"/>
                </a:cubicBezTo>
                <a:lnTo>
                  <a:pt x="200740" y="19130"/>
                </a:lnTo>
                <a:cubicBezTo>
                  <a:pt x="223673" y="2986"/>
                  <a:pt x="252462" y="-3514"/>
                  <a:pt x="280607" y="1843"/>
                </a:cubicBezTo>
                <a:cubicBezTo>
                  <a:pt x="330043" y="11274"/>
                  <a:pt x="365760" y="54492"/>
                  <a:pt x="365760" y="104785"/>
                </a:cubicBezTo>
                <a:lnTo>
                  <a:pt x="365760" y="107143"/>
                </a:lnTo>
                <a:cubicBezTo>
                  <a:pt x="365760" y="137076"/>
                  <a:pt x="353331" y="165649"/>
                  <a:pt x="331397" y="186010"/>
                </a:cubicBezTo>
                <a:lnTo>
                  <a:pt x="206237" y="302238"/>
                </a:lnTo>
                <a:lnTo>
                  <a:pt x="204452" y="303881"/>
                </a:lnTo>
                <a:cubicBezTo>
                  <a:pt x="198593" y="309310"/>
                  <a:pt x="190879" y="312381"/>
                  <a:pt x="182880" y="312381"/>
                </a:cubicBezTo>
                <a:cubicBezTo>
                  <a:pt x="174881" y="312381"/>
                  <a:pt x="167163" y="309382"/>
                  <a:pt x="161307" y="303881"/>
                </a:cubicBezTo>
                <a:lnTo>
                  <a:pt x="161307" y="303881"/>
                </a:lnTo>
                <a:moveTo>
                  <a:pt x="170806" y="72994"/>
                </a:moveTo>
                <a:cubicBezTo>
                  <a:pt x="170521" y="72778"/>
                  <a:pt x="170305" y="72494"/>
                  <a:pt x="170093" y="72207"/>
                </a:cubicBezTo>
                <a:lnTo>
                  <a:pt x="157376" y="57918"/>
                </a:lnTo>
                <a:lnTo>
                  <a:pt x="157302" y="57847"/>
                </a:lnTo>
                <a:lnTo>
                  <a:pt x="157302" y="57847"/>
                </a:lnTo>
                <a:cubicBezTo>
                  <a:pt x="140799" y="39344"/>
                  <a:pt x="115869" y="30913"/>
                  <a:pt x="91579" y="35558"/>
                </a:cubicBezTo>
                <a:cubicBezTo>
                  <a:pt x="58287" y="41915"/>
                  <a:pt x="34286" y="70920"/>
                  <a:pt x="34286" y="104782"/>
                </a:cubicBezTo>
                <a:lnTo>
                  <a:pt x="34286" y="107140"/>
                </a:lnTo>
                <a:cubicBezTo>
                  <a:pt x="34286" y="127501"/>
                  <a:pt x="42787" y="147003"/>
                  <a:pt x="57717" y="160860"/>
                </a:cubicBezTo>
                <a:lnTo>
                  <a:pt x="182876" y="277088"/>
                </a:lnTo>
                <a:lnTo>
                  <a:pt x="308036" y="160860"/>
                </a:lnTo>
                <a:cubicBezTo>
                  <a:pt x="322966" y="147000"/>
                  <a:pt x="331466" y="127498"/>
                  <a:pt x="331466" y="107140"/>
                </a:cubicBezTo>
                <a:lnTo>
                  <a:pt x="331466" y="104782"/>
                </a:lnTo>
                <a:cubicBezTo>
                  <a:pt x="331466" y="70992"/>
                  <a:pt x="307461" y="41918"/>
                  <a:pt x="274243" y="35558"/>
                </a:cubicBezTo>
                <a:cubicBezTo>
                  <a:pt x="249953" y="30916"/>
                  <a:pt x="224950" y="39416"/>
                  <a:pt x="208520" y="57847"/>
                </a:cubicBezTo>
                <a:cubicBezTo>
                  <a:pt x="208520" y="57847"/>
                  <a:pt x="208520" y="57847"/>
                  <a:pt x="208447" y="57918"/>
                </a:cubicBezTo>
                <a:cubicBezTo>
                  <a:pt x="208373" y="57990"/>
                  <a:pt x="208447" y="57918"/>
                  <a:pt x="208373" y="57990"/>
                </a:cubicBezTo>
                <a:lnTo>
                  <a:pt x="195656" y="72279"/>
                </a:lnTo>
                <a:cubicBezTo>
                  <a:pt x="195440" y="72563"/>
                  <a:pt x="195155" y="72778"/>
                  <a:pt x="194943" y="73066"/>
                </a:cubicBezTo>
                <a:cubicBezTo>
                  <a:pt x="191728" y="76280"/>
                  <a:pt x="187371" y="78067"/>
                  <a:pt x="182869" y="78067"/>
                </a:cubicBezTo>
                <a:cubicBezTo>
                  <a:pt x="178370" y="78067"/>
                  <a:pt x="174010" y="76280"/>
                  <a:pt x="170795" y="73066"/>
                </a:cubicBezTo>
                <a:lnTo>
                  <a:pt x="170806" y="72994"/>
                </a:lnTo>
              </a:path>
            </a:pathLst>
          </a:custGeom>
          <a:solidFill>
            <a:srgbClr val="003860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-740928" y="-1531565"/>
            <a:ext cx="2743200" cy="2743200"/>
          </a:xfrm>
          <a:custGeom>
            <a:avLst/>
            <a:gdLst/>
            <a:ahLst/>
            <a:cxnLst/>
            <a:rect l="l" t="t" r="r" b="b"/>
            <a:pathLst>
              <a:path w="2743200" h="2743200">
                <a:moveTo>
                  <a:pt x="0" y="1371600"/>
                </a:moveTo>
                <a:cubicBezTo>
                  <a:pt x="0" y="614093"/>
                  <a:pt x="614093" y="0"/>
                  <a:pt x="1371600" y="0"/>
                </a:cubicBezTo>
                <a:cubicBezTo>
                  <a:pt x="2129107" y="0"/>
                  <a:pt x="2743200" y="614093"/>
                  <a:pt x="2743200" y="1371600"/>
                </a:cubicBezTo>
                <a:cubicBezTo>
                  <a:pt x="2743200" y="2129107"/>
                  <a:pt x="2129107" y="2743200"/>
                  <a:pt x="1371600" y="2743200"/>
                </a:cubicBezTo>
                <a:cubicBezTo>
                  <a:pt x="614093" y="2743200"/>
                  <a:pt x="0" y="2129107"/>
                  <a:pt x="0" y="1371600"/>
                </a:cubicBezTo>
              </a:path>
            </a:pathLst>
          </a:custGeom>
          <a:gradFill>
            <a:gsLst>
              <a:gs pos="0">
                <a:srgbClr val="FFFFFF">
                  <a:alpha val="100000"/>
                </a:srgbClr>
              </a:gs>
              <a:gs pos="100000">
                <a:srgbClr val="BFE5FF">
                  <a:alpha val="100000"/>
                </a:srgbClr>
              </a:gs>
            </a:gsLst>
            <a:lin ang="5400000"/>
          </a:gra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02919" y="17233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-23669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83604" y="6508085"/>
            <a:ext cx="5760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508085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88888"/>
                </a:solidFill>
                <a:latin typeface="Lexend Regular" pitchFamily="34" charset="0"/>
                <a:ea typeface="Lexend Regular" pitchFamily="34" charset="-122"/>
              </a:rPr>
              <a:t>13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882168" y="1153618"/>
            <a:ext cx="341222" cy="341222"/>
          </a:xfrm>
          <a:custGeom>
            <a:avLst/>
            <a:gdLst/>
            <a:ahLst/>
            <a:cxnLst/>
            <a:rect l="l" t="t" r="r" b="b"/>
            <a:pathLst>
              <a:path w="341222" h="341222">
                <a:moveTo>
                  <a:pt x="235102" y="18631"/>
                </a:moveTo>
                <a:lnTo>
                  <a:pt x="244622" y="78822"/>
                </a:lnTo>
                <a:cubicBezTo>
                  <a:pt x="249396" y="109010"/>
                  <a:pt x="264642" y="136547"/>
                  <a:pt x="287688" y="156621"/>
                </a:cubicBezTo>
                <a:lnTo>
                  <a:pt x="333644" y="196643"/>
                </a:lnTo>
                <a:cubicBezTo>
                  <a:pt x="340110" y="202277"/>
                  <a:pt x="342734" y="211148"/>
                  <a:pt x="340362" y="219392"/>
                </a:cubicBezTo>
                <a:cubicBezTo>
                  <a:pt x="337994" y="227636"/>
                  <a:pt x="331064" y="233765"/>
                  <a:pt x="322591" y="235102"/>
                </a:cubicBezTo>
                <a:lnTo>
                  <a:pt x="262400" y="244622"/>
                </a:lnTo>
                <a:cubicBezTo>
                  <a:pt x="232212" y="249396"/>
                  <a:pt x="204675" y="264642"/>
                  <a:pt x="184601" y="287688"/>
                </a:cubicBezTo>
                <a:lnTo>
                  <a:pt x="144579" y="333644"/>
                </a:lnTo>
                <a:cubicBezTo>
                  <a:pt x="138946" y="340110"/>
                  <a:pt x="130074" y="342734"/>
                  <a:pt x="121830" y="340362"/>
                </a:cubicBezTo>
                <a:cubicBezTo>
                  <a:pt x="113586" y="337994"/>
                  <a:pt x="107458" y="331064"/>
                  <a:pt x="106120" y="322592"/>
                </a:cubicBezTo>
                <a:lnTo>
                  <a:pt x="96600" y="262400"/>
                </a:lnTo>
                <a:cubicBezTo>
                  <a:pt x="91826" y="232212"/>
                  <a:pt x="76580" y="204675"/>
                  <a:pt x="53534" y="184601"/>
                </a:cubicBezTo>
                <a:lnTo>
                  <a:pt x="7578" y="144579"/>
                </a:lnTo>
                <a:cubicBezTo>
                  <a:pt x="1112" y="138946"/>
                  <a:pt x="-1512" y="130074"/>
                  <a:pt x="860" y="121830"/>
                </a:cubicBezTo>
                <a:cubicBezTo>
                  <a:pt x="3228" y="113586"/>
                  <a:pt x="10158" y="107458"/>
                  <a:pt x="18631" y="106120"/>
                </a:cubicBezTo>
                <a:lnTo>
                  <a:pt x="78822" y="96600"/>
                </a:lnTo>
                <a:cubicBezTo>
                  <a:pt x="109010" y="91826"/>
                  <a:pt x="136547" y="76580"/>
                  <a:pt x="156621" y="53534"/>
                </a:cubicBezTo>
                <a:lnTo>
                  <a:pt x="196643" y="7578"/>
                </a:lnTo>
                <a:cubicBezTo>
                  <a:pt x="202276" y="1112"/>
                  <a:pt x="211148" y="-1512"/>
                  <a:pt x="219392" y="860"/>
                </a:cubicBezTo>
                <a:cubicBezTo>
                  <a:pt x="227636" y="3228"/>
                  <a:pt x="233764" y="10158"/>
                  <a:pt x="235102" y="18631"/>
                </a:cubicBezTo>
                <a:lnTo>
                  <a:pt x="235102" y="18631"/>
                </a:lnTo>
              </a:path>
            </a:pathLst>
          </a:custGeom>
          <a:solidFill>
            <a:srgbClr val="005490">
              <a:alpha val="39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338299" y="660598"/>
            <a:ext cx="365158" cy="191854"/>
          </a:xfrm>
          <a:custGeom>
            <a:avLst/>
            <a:gdLst/>
            <a:ahLst/>
            <a:cxnLst/>
            <a:rect l="l" t="t" r="r" b="b"/>
            <a:pathLst>
              <a:path w="365158" h="191854">
                <a:moveTo>
                  <a:pt x="58137" y="184932"/>
                </a:moveTo>
                <a:cubicBezTo>
                  <a:pt x="51491" y="184932"/>
                  <a:pt x="44849" y="183547"/>
                  <a:pt x="38203" y="180778"/>
                </a:cubicBezTo>
                <a:cubicBezTo>
                  <a:pt x="12178" y="169705"/>
                  <a:pt x="0" y="139806"/>
                  <a:pt x="11072" y="113781"/>
                </a:cubicBezTo>
                <a:cubicBezTo>
                  <a:pt x="40142" y="44570"/>
                  <a:pt x="107415" y="-2"/>
                  <a:pt x="182437" y="-2"/>
                </a:cubicBezTo>
                <a:cubicBezTo>
                  <a:pt x="257462" y="-2"/>
                  <a:pt x="324735" y="44570"/>
                  <a:pt x="354079" y="113781"/>
                </a:cubicBezTo>
                <a:cubicBezTo>
                  <a:pt x="365154" y="139804"/>
                  <a:pt x="352973" y="169981"/>
                  <a:pt x="326948" y="180778"/>
                </a:cubicBezTo>
                <a:cubicBezTo>
                  <a:pt x="300923" y="191852"/>
                  <a:pt x="270750" y="179671"/>
                  <a:pt x="259952" y="153648"/>
                </a:cubicBezTo>
                <a:cubicBezTo>
                  <a:pt x="246664" y="122641"/>
                  <a:pt x="216210" y="102431"/>
                  <a:pt x="182437" y="102431"/>
                </a:cubicBezTo>
                <a:cubicBezTo>
                  <a:pt x="148663" y="102431"/>
                  <a:pt x="118487" y="122641"/>
                  <a:pt x="105198" y="153648"/>
                </a:cubicBezTo>
                <a:cubicBezTo>
                  <a:pt x="97169" y="173028"/>
                  <a:pt x="78067" y="184932"/>
                  <a:pt x="58133" y="184932"/>
                </a:cubicBezTo>
                <a:lnTo>
                  <a:pt x="58137" y="184932"/>
                </a:lnTo>
              </a:path>
            </a:pathLst>
          </a:custGeom>
          <a:solidFill>
            <a:srgbClr val="40AF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082566" y="5359291"/>
            <a:ext cx="2992629" cy="2997418"/>
          </a:xfrm>
          <a:custGeom>
            <a:avLst/>
            <a:gdLst/>
            <a:ahLst/>
            <a:cxnLst/>
            <a:rect l="l" t="t" r="r" b="b"/>
            <a:pathLst>
              <a:path w="2992629" h="2997418">
                <a:moveTo>
                  <a:pt x="1881406" y="825009"/>
                </a:moveTo>
                <a:lnTo>
                  <a:pt x="1881406" y="830495"/>
                </a:lnTo>
                <a:lnTo>
                  <a:pt x="1886134" y="827767"/>
                </a:lnTo>
                <a:cubicBezTo>
                  <a:pt x="2015446" y="753341"/>
                  <a:pt x="2139490" y="697889"/>
                  <a:pt x="2230556" y="673640"/>
                </a:cubicBezTo>
                <a:lnTo>
                  <a:pt x="2229748" y="670582"/>
                </a:lnTo>
                <a:lnTo>
                  <a:pt x="2230556" y="673640"/>
                </a:lnTo>
                <a:cubicBezTo>
                  <a:pt x="2552952" y="587674"/>
                  <a:pt x="2884745" y="779598"/>
                  <a:pt x="2971651" y="1102270"/>
                </a:cubicBezTo>
                <a:lnTo>
                  <a:pt x="2974703" y="1101431"/>
                </a:lnTo>
                <a:lnTo>
                  <a:pt x="2971651" y="1102270"/>
                </a:lnTo>
                <a:cubicBezTo>
                  <a:pt x="3058527" y="1424942"/>
                  <a:pt x="2867627" y="1756217"/>
                  <a:pt x="2545231" y="1842153"/>
                </a:cubicBezTo>
                <a:cubicBezTo>
                  <a:pt x="2452460" y="1866882"/>
                  <a:pt x="2313781" y="1880640"/>
                  <a:pt x="2161007" y="1879980"/>
                </a:cubicBezTo>
                <a:lnTo>
                  <a:pt x="2155471" y="1879950"/>
                </a:lnTo>
                <a:lnTo>
                  <a:pt x="2158254" y="1884746"/>
                </a:lnTo>
                <a:cubicBezTo>
                  <a:pt x="2235195" y="2016932"/>
                  <a:pt x="2292653" y="2144173"/>
                  <a:pt x="2317642" y="2237033"/>
                </a:cubicBezTo>
                <a:cubicBezTo>
                  <a:pt x="2404547" y="2559705"/>
                  <a:pt x="2213618" y="2890980"/>
                  <a:pt x="1891222" y="2976915"/>
                </a:cubicBezTo>
                <a:cubicBezTo>
                  <a:pt x="1568826" y="3062881"/>
                  <a:pt x="1237033" y="2870957"/>
                  <a:pt x="1150157" y="2548285"/>
                </a:cubicBezTo>
                <a:cubicBezTo>
                  <a:pt x="1125618" y="2457163"/>
                  <a:pt x="1111522" y="2321830"/>
                  <a:pt x="1111193" y="2172408"/>
                </a:cubicBezTo>
                <a:lnTo>
                  <a:pt x="1111193" y="2166923"/>
                </a:lnTo>
                <a:lnTo>
                  <a:pt x="1106465" y="2169651"/>
                </a:lnTo>
                <a:cubicBezTo>
                  <a:pt x="977153" y="2244107"/>
                  <a:pt x="853109" y="2299529"/>
                  <a:pt x="762043" y="2323808"/>
                </a:cubicBezTo>
                <a:cubicBezTo>
                  <a:pt x="439647" y="2409774"/>
                  <a:pt x="107854" y="2217849"/>
                  <a:pt x="20978" y="1895177"/>
                </a:cubicBezTo>
                <a:cubicBezTo>
                  <a:pt x="-65928" y="1572505"/>
                  <a:pt x="125002" y="1241231"/>
                  <a:pt x="447398" y="1155295"/>
                </a:cubicBezTo>
                <a:cubicBezTo>
                  <a:pt x="540170" y="1130566"/>
                  <a:pt x="678878" y="1116808"/>
                  <a:pt x="831622" y="1117467"/>
                </a:cubicBezTo>
                <a:lnTo>
                  <a:pt x="837158" y="1117497"/>
                </a:lnTo>
                <a:lnTo>
                  <a:pt x="834375" y="1112701"/>
                </a:lnTo>
                <a:cubicBezTo>
                  <a:pt x="757405" y="980515"/>
                  <a:pt x="699976" y="853275"/>
                  <a:pt x="674988" y="760415"/>
                </a:cubicBezTo>
                <a:cubicBezTo>
                  <a:pt x="588082" y="437743"/>
                  <a:pt x="779011" y="106468"/>
                  <a:pt x="1101407" y="20532"/>
                </a:cubicBezTo>
                <a:lnTo>
                  <a:pt x="1100599" y="17475"/>
                </a:lnTo>
                <a:lnTo>
                  <a:pt x="1101407" y="20532"/>
                </a:lnTo>
                <a:cubicBezTo>
                  <a:pt x="1423803" y="-65434"/>
                  <a:pt x="1755596" y="126491"/>
                  <a:pt x="1842472" y="449163"/>
                </a:cubicBezTo>
                <a:cubicBezTo>
                  <a:pt x="1867011" y="540284"/>
                  <a:pt x="1881107" y="675618"/>
                  <a:pt x="1881436" y="825039"/>
                </a:cubicBezTo>
                <a:lnTo>
                  <a:pt x="1881406" y="825009"/>
                </a:lnTo>
              </a:path>
            </a:pathLst>
          </a:custGeom>
          <a:gradFill>
            <a:gsLst>
              <a:gs pos="0">
                <a:srgbClr val="40AFFF">
                  <a:alpha val="25000"/>
                </a:srgbClr>
              </a:gs>
              <a:gs pos="100000">
                <a:srgbClr val="55FAFE">
                  <a:alpha val="40000"/>
                </a:srgbClr>
              </a:gs>
            </a:gsLst>
            <a:lin ang="5400000"/>
          </a:gra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02920" y="1796007"/>
            <a:ext cx="7933798" cy="789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000" dirty="0">
                <a:solidFill>
                  <a:srgbClr val="003860"/>
                </a:solidFill>
                <a:latin typeface="Lexend Deca Regular" pitchFamily="34" charset="0"/>
                <a:ea typeface="Lexend Deca Regular" pitchFamily="34" charset="-122"/>
                <a:cs typeface="Lexend Deca Regular" pitchFamily="34" charset="-120"/>
              </a:rPr>
              <a:t>Literature Review 4 - Future Scope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114233" y="-1153460"/>
            <a:ext cx="7269840" cy="5342813"/>
          </a:xfrm>
          <a:custGeom>
            <a:avLst/>
            <a:gdLst/>
            <a:ahLst/>
            <a:cxnLst/>
            <a:rect l="l" t="t" r="r" b="b"/>
            <a:pathLst>
              <a:path w="7269840" h="5342813">
                <a:moveTo>
                  <a:pt x="6840047" y="4576546"/>
                </a:moveTo>
                <a:cubicBezTo>
                  <a:pt x="6764441" y="4620999"/>
                  <a:pt x="6686218" y="4660161"/>
                  <a:pt x="6608648" y="4701087"/>
                </a:cubicBezTo>
                <a:cubicBezTo>
                  <a:pt x="6629368" y="4691043"/>
                  <a:pt x="6650159" y="4681266"/>
                  <a:pt x="6670878" y="4671221"/>
                </a:cubicBezTo>
                <a:cubicBezTo>
                  <a:pt x="6566411" y="4714445"/>
                  <a:pt x="6461725" y="4755157"/>
                  <a:pt x="6353986" y="4789084"/>
                </a:cubicBezTo>
                <a:cubicBezTo>
                  <a:pt x="6248064" y="4822476"/>
                  <a:pt x="6140761" y="4846519"/>
                  <a:pt x="6033095" y="4872912"/>
                </a:cubicBezTo>
                <a:cubicBezTo>
                  <a:pt x="6053960" y="4869226"/>
                  <a:pt x="6074388" y="4865432"/>
                  <a:pt x="6095252" y="4861746"/>
                </a:cubicBezTo>
                <a:cubicBezTo>
                  <a:pt x="6022772" y="4873714"/>
                  <a:pt x="5951237" y="4884293"/>
                  <a:pt x="5877593" y="4878789"/>
                </a:cubicBezTo>
                <a:cubicBezTo>
                  <a:pt x="5897367" y="4880499"/>
                  <a:pt x="5917141" y="4882209"/>
                  <a:pt x="5937206" y="4884079"/>
                </a:cubicBezTo>
                <a:cubicBezTo>
                  <a:pt x="5903256" y="4880820"/>
                  <a:pt x="5870323" y="4874462"/>
                  <a:pt x="5837755" y="4863242"/>
                </a:cubicBezTo>
                <a:cubicBezTo>
                  <a:pt x="5856075" y="4869867"/>
                  <a:pt x="5874322" y="4876492"/>
                  <a:pt x="5892642" y="4883117"/>
                </a:cubicBezTo>
                <a:cubicBezTo>
                  <a:pt x="5866325" y="4873233"/>
                  <a:pt x="5841680" y="4860838"/>
                  <a:pt x="5818562" y="4845237"/>
                </a:cubicBezTo>
                <a:cubicBezTo>
                  <a:pt x="5834629" y="4856189"/>
                  <a:pt x="5850404" y="4866982"/>
                  <a:pt x="5866471" y="4877935"/>
                </a:cubicBezTo>
                <a:cubicBezTo>
                  <a:pt x="5844297" y="4861960"/>
                  <a:pt x="5824524" y="4843848"/>
                  <a:pt x="5806494" y="4823224"/>
                </a:cubicBezTo>
                <a:cubicBezTo>
                  <a:pt x="5818999" y="4837864"/>
                  <a:pt x="5831866" y="4852663"/>
                  <a:pt x="5844370" y="4867249"/>
                </a:cubicBezTo>
                <a:cubicBezTo>
                  <a:pt x="5822924" y="4841336"/>
                  <a:pt x="5804968" y="4813393"/>
                  <a:pt x="5790137" y="4783046"/>
                </a:cubicBezTo>
                <a:cubicBezTo>
                  <a:pt x="5798716" y="4800891"/>
                  <a:pt x="5807294" y="4819003"/>
                  <a:pt x="5815873" y="4836848"/>
                </a:cubicBezTo>
                <a:cubicBezTo>
                  <a:pt x="5795880" y="4793999"/>
                  <a:pt x="5782431" y="4749600"/>
                  <a:pt x="5773853" y="4703332"/>
                </a:cubicBezTo>
                <a:cubicBezTo>
                  <a:pt x="5777270" y="4722566"/>
                  <a:pt x="5780759" y="4742067"/>
                  <a:pt x="5784176" y="4761248"/>
                </a:cubicBezTo>
                <a:cubicBezTo>
                  <a:pt x="5776107" y="4713750"/>
                  <a:pt x="5773853" y="4667107"/>
                  <a:pt x="5777560" y="4619075"/>
                </a:cubicBezTo>
                <a:cubicBezTo>
                  <a:pt x="5775888" y="4637989"/>
                  <a:pt x="5774362" y="4656582"/>
                  <a:pt x="5772617" y="4675549"/>
                </a:cubicBezTo>
                <a:cubicBezTo>
                  <a:pt x="5781341" y="4576653"/>
                  <a:pt x="5806858" y="4481231"/>
                  <a:pt x="5840008" y="4388052"/>
                </a:cubicBezTo>
                <a:cubicBezTo>
                  <a:pt x="5833538" y="4406004"/>
                  <a:pt x="5827286" y="4423635"/>
                  <a:pt x="5820816" y="4441641"/>
                </a:cubicBezTo>
                <a:cubicBezTo>
                  <a:pt x="5889298" y="4251543"/>
                  <a:pt x="5984606" y="4071490"/>
                  <a:pt x="6040947" y="3876692"/>
                </a:cubicBezTo>
                <a:cubicBezTo>
                  <a:pt x="6098669" y="3676710"/>
                  <a:pt x="6112118" y="3441466"/>
                  <a:pt x="6038548" y="3243782"/>
                </a:cubicBezTo>
                <a:cubicBezTo>
                  <a:pt x="5956398" y="3022910"/>
                  <a:pt x="5774798" y="2853970"/>
                  <a:pt x="5542745" y="2803000"/>
                </a:cubicBezTo>
                <a:cubicBezTo>
                  <a:pt x="5357436" y="2762234"/>
                  <a:pt x="5159042" y="2797604"/>
                  <a:pt x="4982967" y="2861397"/>
                </a:cubicBezTo>
                <a:cubicBezTo>
                  <a:pt x="4784718" y="2933204"/>
                  <a:pt x="4603263" y="3043320"/>
                  <a:pt x="4413666" y="3134361"/>
                </a:cubicBezTo>
                <a:cubicBezTo>
                  <a:pt x="4434676" y="3124263"/>
                  <a:pt x="4455903" y="3114326"/>
                  <a:pt x="4476913" y="3104174"/>
                </a:cubicBezTo>
                <a:cubicBezTo>
                  <a:pt x="4233374" y="3220434"/>
                  <a:pt x="3977621" y="3312704"/>
                  <a:pt x="3711617" y="3361270"/>
                </a:cubicBezTo>
                <a:cubicBezTo>
                  <a:pt x="3735317" y="3356996"/>
                  <a:pt x="3759235" y="3352615"/>
                  <a:pt x="3782934" y="3348287"/>
                </a:cubicBezTo>
                <a:cubicBezTo>
                  <a:pt x="3611439" y="3378848"/>
                  <a:pt x="3437035" y="3390015"/>
                  <a:pt x="3263431" y="3375055"/>
                </a:cubicBezTo>
                <a:cubicBezTo>
                  <a:pt x="3287204" y="3377139"/>
                  <a:pt x="3311049" y="3379222"/>
                  <a:pt x="3334530" y="3381359"/>
                </a:cubicBezTo>
                <a:cubicBezTo>
                  <a:pt x="3208690" y="3369605"/>
                  <a:pt x="3083067" y="3345509"/>
                  <a:pt x="2963696" y="3302713"/>
                </a:cubicBezTo>
                <a:cubicBezTo>
                  <a:pt x="2986087" y="3310834"/>
                  <a:pt x="3008478" y="3318902"/>
                  <a:pt x="3030869" y="3327023"/>
                </a:cubicBezTo>
                <a:cubicBezTo>
                  <a:pt x="2981798" y="3308857"/>
                  <a:pt x="2934835" y="3286685"/>
                  <a:pt x="2891216" y="3257620"/>
                </a:cubicBezTo>
                <a:cubicBezTo>
                  <a:pt x="2910990" y="3271297"/>
                  <a:pt x="2930836" y="3284654"/>
                  <a:pt x="2950610" y="3298332"/>
                </a:cubicBezTo>
                <a:cubicBezTo>
                  <a:pt x="2921458" y="3277923"/>
                  <a:pt x="2895214" y="3255216"/>
                  <a:pt x="2872023" y="3228448"/>
                </a:cubicBezTo>
                <a:cubicBezTo>
                  <a:pt x="2888017" y="3246934"/>
                  <a:pt x="2904011" y="3265474"/>
                  <a:pt x="2919713" y="3283800"/>
                </a:cubicBezTo>
                <a:cubicBezTo>
                  <a:pt x="2901902" y="3262268"/>
                  <a:pt x="2886999" y="3239508"/>
                  <a:pt x="2874495" y="3214557"/>
                </a:cubicBezTo>
                <a:cubicBezTo>
                  <a:pt x="2885545" y="3237477"/>
                  <a:pt x="2896159" y="3260184"/>
                  <a:pt x="2907209" y="3283105"/>
                </a:cubicBezTo>
                <a:cubicBezTo>
                  <a:pt x="2889980" y="3246881"/>
                  <a:pt x="2878639" y="3209321"/>
                  <a:pt x="2871224" y="3169944"/>
                </a:cubicBezTo>
                <a:cubicBezTo>
                  <a:pt x="2875658" y="3195002"/>
                  <a:pt x="2880165" y="3220006"/>
                  <a:pt x="2884818" y="3244957"/>
                </a:cubicBezTo>
                <a:cubicBezTo>
                  <a:pt x="2876167" y="3192277"/>
                  <a:pt x="2875440" y="3139918"/>
                  <a:pt x="2879438" y="3086810"/>
                </a:cubicBezTo>
                <a:cubicBezTo>
                  <a:pt x="2877330" y="3111441"/>
                  <a:pt x="2875004" y="3136124"/>
                  <a:pt x="2872968" y="3160755"/>
                </a:cubicBezTo>
                <a:cubicBezTo>
                  <a:pt x="2879875" y="3085528"/>
                  <a:pt x="2897104" y="3012866"/>
                  <a:pt x="2922040" y="2941806"/>
                </a:cubicBezTo>
                <a:cubicBezTo>
                  <a:pt x="2913679" y="2965101"/>
                  <a:pt x="2905246" y="2988182"/>
                  <a:pt x="2896886" y="3011476"/>
                </a:cubicBezTo>
                <a:cubicBezTo>
                  <a:pt x="2984342" y="2769020"/>
                  <a:pt x="3148859" y="2565779"/>
                  <a:pt x="3285822" y="2350731"/>
                </a:cubicBezTo>
                <a:cubicBezTo>
                  <a:pt x="3443869" y="2102504"/>
                  <a:pt x="3548191" y="1804428"/>
                  <a:pt x="3528417" y="1506620"/>
                </a:cubicBezTo>
                <a:cubicBezTo>
                  <a:pt x="3517803" y="1345160"/>
                  <a:pt x="3470549" y="1169595"/>
                  <a:pt x="3368989" y="1040513"/>
                </a:cubicBezTo>
                <a:cubicBezTo>
                  <a:pt x="3298036" y="950326"/>
                  <a:pt x="3227155" y="886853"/>
                  <a:pt x="3128939" y="826907"/>
                </a:cubicBezTo>
                <a:cubicBezTo>
                  <a:pt x="3061257" y="785500"/>
                  <a:pt x="2981725" y="756596"/>
                  <a:pt x="2904301" y="740353"/>
                </a:cubicBezTo>
                <a:cubicBezTo>
                  <a:pt x="2588136" y="673889"/>
                  <a:pt x="2278150" y="808795"/>
                  <a:pt x="2015927" y="974262"/>
                </a:cubicBezTo>
                <a:cubicBezTo>
                  <a:pt x="1888632" y="1054618"/>
                  <a:pt x="1769625" y="1146514"/>
                  <a:pt x="1644729" y="1230022"/>
                </a:cubicBezTo>
                <a:cubicBezTo>
                  <a:pt x="1490899" y="1332604"/>
                  <a:pt x="1329872" y="1423913"/>
                  <a:pt x="1162884" y="1503681"/>
                </a:cubicBezTo>
                <a:cubicBezTo>
                  <a:pt x="1189928" y="1490805"/>
                  <a:pt x="1216681" y="1477982"/>
                  <a:pt x="1243724" y="1465053"/>
                </a:cubicBezTo>
                <a:cubicBezTo>
                  <a:pt x="1099709" y="1533280"/>
                  <a:pt x="951550" y="1599798"/>
                  <a:pt x="793649" y="1628436"/>
                </a:cubicBezTo>
                <a:cubicBezTo>
                  <a:pt x="823164" y="1623093"/>
                  <a:pt x="852898" y="1617697"/>
                  <a:pt x="882341" y="1612354"/>
                </a:cubicBezTo>
                <a:cubicBezTo>
                  <a:pt x="824545" y="1622345"/>
                  <a:pt x="766387" y="1626673"/>
                  <a:pt x="707792" y="1622185"/>
                </a:cubicBezTo>
                <a:cubicBezTo>
                  <a:pt x="736726" y="1624803"/>
                  <a:pt x="765660" y="1627207"/>
                  <a:pt x="794666" y="1629825"/>
                </a:cubicBezTo>
                <a:cubicBezTo>
                  <a:pt x="755046" y="1626192"/>
                  <a:pt x="716588" y="1618284"/>
                  <a:pt x="679149" y="1605034"/>
                </a:cubicBezTo>
                <a:cubicBezTo>
                  <a:pt x="706192" y="1614651"/>
                  <a:pt x="733382" y="1624536"/>
                  <a:pt x="760207" y="1634259"/>
                </a:cubicBezTo>
                <a:cubicBezTo>
                  <a:pt x="730692" y="1623200"/>
                  <a:pt x="702848" y="1609309"/>
                  <a:pt x="676386" y="1591944"/>
                </a:cubicBezTo>
                <a:cubicBezTo>
                  <a:pt x="700013" y="1608293"/>
                  <a:pt x="723931" y="1624536"/>
                  <a:pt x="747630" y="1640831"/>
                </a:cubicBezTo>
                <a:cubicBezTo>
                  <a:pt x="720078" y="1621864"/>
                  <a:pt x="695288" y="1600333"/>
                  <a:pt x="672969" y="1575221"/>
                </a:cubicBezTo>
                <a:cubicBezTo>
                  <a:pt x="692016" y="1597180"/>
                  <a:pt x="711209" y="1619460"/>
                  <a:pt x="730038" y="1641472"/>
                </a:cubicBezTo>
                <a:cubicBezTo>
                  <a:pt x="707065" y="1614331"/>
                  <a:pt x="687945" y="1585159"/>
                  <a:pt x="672388" y="1553423"/>
                </a:cubicBezTo>
                <a:cubicBezTo>
                  <a:pt x="685328" y="1580671"/>
                  <a:pt x="698341" y="1607973"/>
                  <a:pt x="711572" y="1635168"/>
                </a:cubicBezTo>
                <a:cubicBezTo>
                  <a:pt x="692234" y="1594349"/>
                  <a:pt x="679294" y="1551713"/>
                  <a:pt x="670861" y="1507368"/>
                </a:cubicBezTo>
                <a:cubicBezTo>
                  <a:pt x="676241" y="1537074"/>
                  <a:pt x="681766" y="1567047"/>
                  <a:pt x="686927" y="1596913"/>
                </a:cubicBezTo>
                <a:cubicBezTo>
                  <a:pt x="675950" y="1534402"/>
                  <a:pt x="674714" y="1471891"/>
                  <a:pt x="679876" y="1408633"/>
                </a:cubicBezTo>
                <a:cubicBezTo>
                  <a:pt x="677331" y="1437858"/>
                  <a:pt x="674787" y="1467083"/>
                  <a:pt x="672315" y="1496575"/>
                </a:cubicBezTo>
                <a:cubicBezTo>
                  <a:pt x="680457" y="1409541"/>
                  <a:pt x="700304" y="1324323"/>
                  <a:pt x="729383" y="1241937"/>
                </a:cubicBezTo>
                <a:cubicBezTo>
                  <a:pt x="719569" y="1269346"/>
                  <a:pt x="709464" y="1296861"/>
                  <a:pt x="699722" y="1324483"/>
                </a:cubicBezTo>
                <a:cubicBezTo>
                  <a:pt x="750538" y="1184982"/>
                  <a:pt x="821347" y="1054030"/>
                  <a:pt x="875725" y="916132"/>
                </a:cubicBezTo>
                <a:cubicBezTo>
                  <a:pt x="911856" y="824236"/>
                  <a:pt x="947697" y="729989"/>
                  <a:pt x="967616" y="632963"/>
                </a:cubicBezTo>
                <a:cubicBezTo>
                  <a:pt x="980193" y="572643"/>
                  <a:pt x="984627" y="511307"/>
                  <a:pt x="989280" y="449918"/>
                </a:cubicBezTo>
                <a:cubicBezTo>
                  <a:pt x="992115" y="412251"/>
                  <a:pt x="992770" y="374424"/>
                  <a:pt x="989498" y="336757"/>
                </a:cubicBezTo>
                <a:cubicBezTo>
                  <a:pt x="981429" y="243525"/>
                  <a:pt x="943626" y="153232"/>
                  <a:pt x="872526" y="90133"/>
                </a:cubicBezTo>
                <a:cubicBezTo>
                  <a:pt x="809497" y="33873"/>
                  <a:pt x="708737" y="-6572"/>
                  <a:pt x="623098" y="1015"/>
                </a:cubicBezTo>
                <a:cubicBezTo>
                  <a:pt x="531280" y="9190"/>
                  <a:pt x="436481" y="44238"/>
                  <a:pt x="376433" y="117969"/>
                </a:cubicBezTo>
                <a:cubicBezTo>
                  <a:pt x="319946" y="187159"/>
                  <a:pt x="279235" y="275796"/>
                  <a:pt x="287304" y="367372"/>
                </a:cubicBezTo>
                <a:cubicBezTo>
                  <a:pt x="291230" y="411503"/>
                  <a:pt x="291666" y="455101"/>
                  <a:pt x="287813" y="499232"/>
                </a:cubicBezTo>
                <a:cubicBezTo>
                  <a:pt x="290358" y="469152"/>
                  <a:pt x="293120" y="439019"/>
                  <a:pt x="295737" y="408939"/>
                </a:cubicBezTo>
                <a:cubicBezTo>
                  <a:pt x="287086" y="496935"/>
                  <a:pt x="263677" y="582206"/>
                  <a:pt x="234016" y="665607"/>
                </a:cubicBezTo>
                <a:cubicBezTo>
                  <a:pt x="243976" y="637878"/>
                  <a:pt x="254154" y="609775"/>
                  <a:pt x="264186" y="582046"/>
                </a:cubicBezTo>
                <a:cubicBezTo>
                  <a:pt x="179565" y="816061"/>
                  <a:pt x="48417" y="1038055"/>
                  <a:pt x="14322" y="1287831"/>
                </a:cubicBezTo>
                <a:cubicBezTo>
                  <a:pt x="-7851" y="1450413"/>
                  <a:pt x="-8360" y="1610217"/>
                  <a:pt x="38749" y="1769112"/>
                </a:cubicBezTo>
                <a:cubicBezTo>
                  <a:pt x="60485" y="1842576"/>
                  <a:pt x="94217" y="1915826"/>
                  <a:pt x="138127" y="1978550"/>
                </a:cubicBezTo>
                <a:cubicBezTo>
                  <a:pt x="201884" y="2069912"/>
                  <a:pt x="273564" y="2130607"/>
                  <a:pt x="365164" y="2190767"/>
                </a:cubicBezTo>
                <a:cubicBezTo>
                  <a:pt x="427758" y="2231853"/>
                  <a:pt x="502346" y="2258460"/>
                  <a:pt x="574318" y="2276145"/>
                </a:cubicBezTo>
                <a:cubicBezTo>
                  <a:pt x="646216" y="2293616"/>
                  <a:pt x="722986" y="2299172"/>
                  <a:pt x="796993" y="2297035"/>
                </a:cubicBezTo>
                <a:cubicBezTo>
                  <a:pt x="927268" y="2293402"/>
                  <a:pt x="1060525" y="2261559"/>
                  <a:pt x="1182876" y="2217053"/>
                </a:cubicBezTo>
                <a:cubicBezTo>
                  <a:pt x="1325220" y="2165228"/>
                  <a:pt x="1463419" y="2097214"/>
                  <a:pt x="1598057" y="2028399"/>
                </a:cubicBezTo>
                <a:cubicBezTo>
                  <a:pt x="1718736" y="1966582"/>
                  <a:pt x="1836362" y="1898568"/>
                  <a:pt x="1949772" y="1824303"/>
                </a:cubicBezTo>
                <a:cubicBezTo>
                  <a:pt x="2160088" y="1687046"/>
                  <a:pt x="2352230" y="1521953"/>
                  <a:pt x="2579631" y="1411785"/>
                </a:cubicBezTo>
                <a:cubicBezTo>
                  <a:pt x="2553096" y="1424554"/>
                  <a:pt x="2526561" y="1437270"/>
                  <a:pt x="2499953" y="1449772"/>
                </a:cubicBezTo>
                <a:cubicBezTo>
                  <a:pt x="2579631" y="1411785"/>
                  <a:pt x="2661489" y="1379781"/>
                  <a:pt x="2748582" y="1363966"/>
                </a:cubicBezTo>
                <a:cubicBezTo>
                  <a:pt x="2719866" y="1369042"/>
                  <a:pt x="2691441" y="1374331"/>
                  <a:pt x="2662725" y="1379407"/>
                </a:cubicBezTo>
                <a:cubicBezTo>
                  <a:pt x="2709979" y="1371393"/>
                  <a:pt x="2757596" y="1368561"/>
                  <a:pt x="2805504" y="1372034"/>
                </a:cubicBezTo>
                <a:cubicBezTo>
                  <a:pt x="2777661" y="1369576"/>
                  <a:pt x="2749890" y="1367172"/>
                  <a:pt x="2722047" y="1364714"/>
                </a:cubicBezTo>
                <a:cubicBezTo>
                  <a:pt x="2762031" y="1368508"/>
                  <a:pt x="2800561" y="1376682"/>
                  <a:pt x="2838509" y="1389772"/>
                </a:cubicBezTo>
                <a:cubicBezTo>
                  <a:pt x="2812702" y="1380583"/>
                  <a:pt x="2787112" y="1371286"/>
                  <a:pt x="2761304" y="1362043"/>
                </a:cubicBezTo>
                <a:cubicBezTo>
                  <a:pt x="2798598" y="1375667"/>
                  <a:pt x="2833275" y="1393405"/>
                  <a:pt x="2866426" y="1414990"/>
                </a:cubicBezTo>
                <a:cubicBezTo>
                  <a:pt x="2843889" y="1399710"/>
                  <a:pt x="2821353" y="1384162"/>
                  <a:pt x="2799107" y="1368775"/>
                </a:cubicBezTo>
                <a:cubicBezTo>
                  <a:pt x="2831312" y="1390948"/>
                  <a:pt x="2860464" y="1416379"/>
                  <a:pt x="2886345" y="1445658"/>
                </a:cubicBezTo>
                <a:cubicBezTo>
                  <a:pt x="2868534" y="1424928"/>
                  <a:pt x="2850577" y="1403984"/>
                  <a:pt x="2832475" y="1383361"/>
                </a:cubicBezTo>
                <a:cubicBezTo>
                  <a:pt x="2858938" y="1414403"/>
                  <a:pt x="2880893" y="1447955"/>
                  <a:pt x="2899140" y="1484393"/>
                </a:cubicBezTo>
                <a:cubicBezTo>
                  <a:pt x="2886927" y="1458801"/>
                  <a:pt x="2874859" y="1433423"/>
                  <a:pt x="2862500" y="1407938"/>
                </a:cubicBezTo>
                <a:cubicBezTo>
                  <a:pt x="2885109" y="1455542"/>
                  <a:pt x="2900667" y="1505391"/>
                  <a:pt x="2910408" y="1557109"/>
                </a:cubicBezTo>
                <a:cubicBezTo>
                  <a:pt x="2905392" y="1529487"/>
                  <a:pt x="2900448" y="1502132"/>
                  <a:pt x="2895432" y="1474456"/>
                </a:cubicBezTo>
                <a:cubicBezTo>
                  <a:pt x="2908155" y="1546691"/>
                  <a:pt x="2909754" y="1619727"/>
                  <a:pt x="2903720" y="1692656"/>
                </a:cubicBezTo>
                <a:cubicBezTo>
                  <a:pt x="2905973" y="1666049"/>
                  <a:pt x="2908518" y="1639282"/>
                  <a:pt x="2910772" y="1612674"/>
                </a:cubicBezTo>
                <a:cubicBezTo>
                  <a:pt x="2901902" y="1710234"/>
                  <a:pt x="2879657" y="1805443"/>
                  <a:pt x="2846797" y="1897660"/>
                </a:cubicBezTo>
                <a:cubicBezTo>
                  <a:pt x="2855594" y="1873083"/>
                  <a:pt x="2864463" y="1848773"/>
                  <a:pt x="2873259" y="1824196"/>
                </a:cubicBezTo>
                <a:cubicBezTo>
                  <a:pt x="2785512" y="2065050"/>
                  <a:pt x="2618960" y="2267864"/>
                  <a:pt x="2496245" y="2490819"/>
                </a:cubicBezTo>
                <a:cubicBezTo>
                  <a:pt x="2425074" y="2619901"/>
                  <a:pt x="2365025" y="2759937"/>
                  <a:pt x="2332965" y="2903979"/>
                </a:cubicBezTo>
                <a:cubicBezTo>
                  <a:pt x="2294798" y="3074789"/>
                  <a:pt x="2287601" y="3274343"/>
                  <a:pt x="2357973" y="3437940"/>
                </a:cubicBezTo>
                <a:cubicBezTo>
                  <a:pt x="2402973" y="3542659"/>
                  <a:pt x="2465421" y="3638669"/>
                  <a:pt x="2558839" y="3707110"/>
                </a:cubicBezTo>
                <a:cubicBezTo>
                  <a:pt x="2650802" y="3774377"/>
                  <a:pt x="2739276" y="3814608"/>
                  <a:pt x="2847088" y="3850832"/>
                </a:cubicBezTo>
                <a:cubicBezTo>
                  <a:pt x="2997356" y="3901215"/>
                  <a:pt x="3158310" y="3919968"/>
                  <a:pt x="3315847" y="3928196"/>
                </a:cubicBezTo>
                <a:cubicBezTo>
                  <a:pt x="3614347" y="3943263"/>
                  <a:pt x="3919244" y="3883263"/>
                  <a:pt x="4200732" y="3787092"/>
                </a:cubicBezTo>
                <a:cubicBezTo>
                  <a:pt x="4369102" y="3729711"/>
                  <a:pt x="4531437" y="3656087"/>
                  <a:pt x="4690211" y="3576692"/>
                </a:cubicBezTo>
                <a:cubicBezTo>
                  <a:pt x="4819250" y="3512205"/>
                  <a:pt x="4942765" y="3437512"/>
                  <a:pt x="5072750" y="3374894"/>
                </a:cubicBezTo>
                <a:cubicBezTo>
                  <a:pt x="5052031" y="3384939"/>
                  <a:pt x="5031239" y="3394716"/>
                  <a:pt x="5010520" y="3404761"/>
                </a:cubicBezTo>
                <a:cubicBezTo>
                  <a:pt x="5120585" y="3352241"/>
                  <a:pt x="5235085" y="3305545"/>
                  <a:pt x="5355401" y="3283105"/>
                </a:cubicBezTo>
                <a:cubicBezTo>
                  <a:pt x="5333301" y="3287165"/>
                  <a:pt x="5311128" y="3290959"/>
                  <a:pt x="5289100" y="3295073"/>
                </a:cubicBezTo>
                <a:cubicBezTo>
                  <a:pt x="5343406" y="3285616"/>
                  <a:pt x="5398366" y="3281502"/>
                  <a:pt x="5453544" y="3285723"/>
                </a:cubicBezTo>
                <a:cubicBezTo>
                  <a:pt x="5432316" y="3283959"/>
                  <a:pt x="5410797" y="3281983"/>
                  <a:pt x="5389642" y="3280166"/>
                </a:cubicBezTo>
                <a:cubicBezTo>
                  <a:pt x="5430426" y="3283960"/>
                  <a:pt x="5470119" y="3292081"/>
                  <a:pt x="5508504" y="3305865"/>
                </a:cubicBezTo>
                <a:cubicBezTo>
                  <a:pt x="5488730" y="3298919"/>
                  <a:pt x="5469101" y="3291600"/>
                  <a:pt x="5449255" y="3284601"/>
                </a:cubicBezTo>
                <a:cubicBezTo>
                  <a:pt x="5483859" y="3297691"/>
                  <a:pt x="5516210" y="3314253"/>
                  <a:pt x="5546889" y="3334983"/>
                </a:cubicBezTo>
                <a:cubicBezTo>
                  <a:pt x="5529732" y="3323229"/>
                  <a:pt x="5512575" y="3311528"/>
                  <a:pt x="5495418" y="3299774"/>
                </a:cubicBezTo>
                <a:cubicBezTo>
                  <a:pt x="5525297" y="3320772"/>
                  <a:pt x="5552341" y="3344921"/>
                  <a:pt x="5576259" y="3372543"/>
                </a:cubicBezTo>
                <a:cubicBezTo>
                  <a:pt x="5562519" y="3356675"/>
                  <a:pt x="5549069" y="3340914"/>
                  <a:pt x="5535329" y="3325046"/>
                </a:cubicBezTo>
                <a:cubicBezTo>
                  <a:pt x="5560701" y="3355286"/>
                  <a:pt x="5581856" y="3387984"/>
                  <a:pt x="5599231" y="3423621"/>
                </a:cubicBezTo>
                <a:cubicBezTo>
                  <a:pt x="5589926" y="3404333"/>
                  <a:pt x="5580911" y="3384939"/>
                  <a:pt x="5571606" y="3365651"/>
                </a:cubicBezTo>
                <a:cubicBezTo>
                  <a:pt x="5593924" y="3413309"/>
                  <a:pt x="5608973" y="3463371"/>
                  <a:pt x="5618496" y="3515143"/>
                </a:cubicBezTo>
                <a:cubicBezTo>
                  <a:pt x="5614789" y="3494306"/>
                  <a:pt x="5610936" y="3473576"/>
                  <a:pt x="5607301" y="3452739"/>
                </a:cubicBezTo>
                <a:cubicBezTo>
                  <a:pt x="5619151" y="3522997"/>
                  <a:pt x="5620459" y="3593629"/>
                  <a:pt x="5614425" y="3664635"/>
                </a:cubicBezTo>
                <a:cubicBezTo>
                  <a:pt x="5616025" y="3644599"/>
                  <a:pt x="5617915" y="3624510"/>
                  <a:pt x="5619514" y="3604475"/>
                </a:cubicBezTo>
                <a:cubicBezTo>
                  <a:pt x="5609336" y="3712773"/>
                  <a:pt x="5581493" y="3816210"/>
                  <a:pt x="5544780" y="3918312"/>
                </a:cubicBezTo>
                <a:cubicBezTo>
                  <a:pt x="5551396" y="3899986"/>
                  <a:pt x="5558011" y="3881713"/>
                  <a:pt x="5564700" y="3863387"/>
                </a:cubicBezTo>
                <a:cubicBezTo>
                  <a:pt x="5441621" y="4203404"/>
                  <a:pt x="5257840" y="4560892"/>
                  <a:pt x="5374739" y="4930668"/>
                </a:cubicBezTo>
                <a:cubicBezTo>
                  <a:pt x="5439949" y="5136954"/>
                  <a:pt x="5609555" y="5300818"/>
                  <a:pt x="5827286" y="5333035"/>
                </a:cubicBezTo>
                <a:cubicBezTo>
                  <a:pt x="6032441" y="5363703"/>
                  <a:pt x="6245448" y="5316686"/>
                  <a:pt x="6445223" y="5271967"/>
                </a:cubicBezTo>
                <a:cubicBezTo>
                  <a:pt x="6551217" y="5248298"/>
                  <a:pt x="6656339" y="5219126"/>
                  <a:pt x="6759498" y="5184986"/>
                </a:cubicBezTo>
                <a:cubicBezTo>
                  <a:pt x="6866001" y="5149776"/>
                  <a:pt x="6972795" y="5115582"/>
                  <a:pt x="7077263" y="5074336"/>
                </a:cubicBezTo>
                <a:cubicBezTo>
                  <a:pt x="7148871" y="5045912"/>
                  <a:pt x="7201868" y="5002903"/>
                  <a:pt x="7239380" y="4936224"/>
                </a:cubicBezTo>
                <a:cubicBezTo>
                  <a:pt x="7282708" y="4859822"/>
                  <a:pt x="7276893" y="4766750"/>
                  <a:pt x="7240471" y="4690188"/>
                </a:cubicBezTo>
                <a:cubicBezTo>
                  <a:pt x="7207684" y="4621372"/>
                  <a:pt x="7156867" y="4575371"/>
                  <a:pt x="7085042" y="4549565"/>
                </a:cubicBezTo>
                <a:cubicBezTo>
                  <a:pt x="7000493" y="4518096"/>
                  <a:pt x="6918344" y="4530117"/>
                  <a:pt x="6840193" y="4576279"/>
                </a:cubicBezTo>
                <a:lnTo>
                  <a:pt x="6840047" y="4576546"/>
                </a:lnTo>
              </a:path>
            </a:pathLst>
          </a:custGeom>
          <a:solidFill>
            <a:srgbClr val="40AFFF">
              <a:alpha val="20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120640" y="3088851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833"/>
              </a:spcBef>
              <a:buNone/>
            </a:pPr>
            <a:r>
              <a:rPr lang="en-US" sz="1400" dirty="0">
                <a:solidFill>
                  <a:srgbClr val="111111"/>
                </a:solidFill>
                <a:latin typeface="Lexend Deca Bold" pitchFamily="34" charset="0"/>
                <a:ea typeface="Lexend Deca Bold" pitchFamily="34" charset="-122"/>
              </a:rPr>
              <a:t>Exploration of Lightweight models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79118" y="3619615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941"/>
              </a:spcBef>
              <a:buNone/>
            </a:pPr>
            <a:r>
              <a:rPr lang="en-US" sz="2000" dirty="0">
                <a:solidFill>
                  <a:srgbClr val="111111"/>
                </a:solidFill>
                <a:latin typeface="Lexend Regular" pitchFamily="34" charset="0"/>
                <a:ea typeface="Lexend Regular" pitchFamily="34" charset="-122"/>
              </a:rPr>
              <a:t>Deployment of FER systems on Mobile, making them more accessible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25947" y="3185705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833"/>
              </a:spcBef>
              <a:buNone/>
            </a:pPr>
            <a:r>
              <a:rPr lang="en-US" sz="1400" dirty="0">
                <a:solidFill>
                  <a:srgbClr val="111111"/>
                </a:solidFill>
                <a:latin typeface="Lexend Deca Bold" pitchFamily="34" charset="0"/>
                <a:ea typeface="Lexend Deca Bold" pitchFamily="34" charset="-122"/>
              </a:rPr>
              <a:t>Incorporation of Temporal Dynamics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469" y="3694342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941"/>
              </a:spcBef>
              <a:buNone/>
            </a:pPr>
            <a:r>
              <a:rPr lang="en-US" sz="2000" dirty="0">
                <a:solidFill>
                  <a:srgbClr val="111111"/>
                </a:solidFill>
                <a:latin typeface="Lexend Regular" pitchFamily="34" charset="0"/>
                <a:ea typeface="Lexend Regular" pitchFamily="34" charset="-122"/>
              </a:rPr>
              <a:t>Improve modal’s ability to capture dynamic facial expression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209542" y="3063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833"/>
              </a:spcBef>
              <a:buNone/>
            </a:pPr>
            <a:endParaRPr lang="en-US" sz="1333" dirty="0"/>
          </a:p>
        </p:txBody>
      </p:sp>
      <p:sp>
        <p:nvSpPr>
          <p:cNvPr id="18" name="Text 16"/>
          <p:cNvSpPr/>
          <p:nvPr/>
        </p:nvSpPr>
        <p:spPr>
          <a:xfrm>
            <a:off x="4752342" y="3524837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941"/>
              </a:spcBef>
              <a:buNone/>
            </a:pPr>
            <a:endParaRPr lang="en-US" sz="1129" dirty="0"/>
          </a:p>
        </p:txBody>
      </p:sp>
      <p:sp>
        <p:nvSpPr>
          <p:cNvPr id="19" name="Text 17"/>
          <p:cNvSpPr/>
          <p:nvPr/>
        </p:nvSpPr>
        <p:spPr>
          <a:xfrm>
            <a:off x="4752342" y="3076147"/>
            <a:ext cx="274320" cy="240030"/>
          </a:xfrm>
          <a:custGeom>
            <a:avLst/>
            <a:gdLst/>
            <a:ahLst/>
            <a:cxnLst/>
            <a:rect l="l" t="t" r="r" b="b"/>
            <a:pathLst>
              <a:path w="274320" h="240030">
                <a:moveTo>
                  <a:pt x="0" y="22342"/>
                </a:moveTo>
                <a:cubicBezTo>
                  <a:pt x="0" y="10019"/>
                  <a:pt x="10018" y="0"/>
                  <a:pt x="22343" y="0"/>
                </a:cubicBezTo>
                <a:lnTo>
                  <a:pt x="251979" y="0"/>
                </a:lnTo>
                <a:cubicBezTo>
                  <a:pt x="264302" y="0"/>
                  <a:pt x="274323" y="10019"/>
                  <a:pt x="274323" y="22342"/>
                </a:cubicBezTo>
                <a:cubicBezTo>
                  <a:pt x="274323" y="27486"/>
                  <a:pt x="272553" y="32469"/>
                  <a:pt x="269286" y="36434"/>
                </a:cubicBezTo>
                <a:lnTo>
                  <a:pt x="180025" y="146001"/>
                </a:lnTo>
                <a:lnTo>
                  <a:pt x="180025" y="222724"/>
                </a:lnTo>
                <a:cubicBezTo>
                  <a:pt x="180025" y="232260"/>
                  <a:pt x="172256" y="240030"/>
                  <a:pt x="162718" y="240030"/>
                </a:cubicBezTo>
                <a:cubicBezTo>
                  <a:pt x="158807" y="240030"/>
                  <a:pt x="155005" y="238691"/>
                  <a:pt x="151949" y="236281"/>
                </a:cubicBezTo>
                <a:lnTo>
                  <a:pt x="102390" y="196954"/>
                </a:lnTo>
                <a:cubicBezTo>
                  <a:pt x="97246" y="192883"/>
                  <a:pt x="94300" y="186722"/>
                  <a:pt x="94300" y="180183"/>
                </a:cubicBezTo>
                <a:lnTo>
                  <a:pt x="94300" y="146053"/>
                </a:lnTo>
                <a:lnTo>
                  <a:pt x="5039" y="36432"/>
                </a:lnTo>
                <a:cubicBezTo>
                  <a:pt x="1772" y="32467"/>
                  <a:pt x="3" y="27483"/>
                  <a:pt x="3" y="22340"/>
                </a:cubicBezTo>
                <a:lnTo>
                  <a:pt x="0" y="22342"/>
                </a:lnTo>
                <a:moveTo>
                  <a:pt x="29467" y="25717"/>
                </a:moveTo>
                <a:lnTo>
                  <a:pt x="117121" y="133301"/>
                </a:lnTo>
                <a:cubicBezTo>
                  <a:pt x="118997" y="135605"/>
                  <a:pt x="120015" y="138445"/>
                  <a:pt x="120015" y="141445"/>
                </a:cubicBezTo>
                <a:lnTo>
                  <a:pt x="120015" y="178093"/>
                </a:lnTo>
                <a:lnTo>
                  <a:pt x="154305" y="205310"/>
                </a:lnTo>
                <a:lnTo>
                  <a:pt x="154305" y="141445"/>
                </a:lnTo>
                <a:cubicBezTo>
                  <a:pt x="154305" y="138497"/>
                  <a:pt x="155323" y="135605"/>
                  <a:pt x="157199" y="133301"/>
                </a:cubicBezTo>
                <a:lnTo>
                  <a:pt x="244853" y="25717"/>
                </a:lnTo>
                <a:lnTo>
                  <a:pt x="29467" y="25717"/>
                </a:lnTo>
              </a:path>
            </a:pathLst>
          </a:custGeom>
          <a:solidFill>
            <a:srgbClr val="003860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960120" y="3063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833"/>
              </a:spcBef>
              <a:buNone/>
            </a:pPr>
            <a:endParaRPr lang="en-US" sz="1333" dirty="0"/>
          </a:p>
        </p:txBody>
      </p:sp>
      <p:sp>
        <p:nvSpPr>
          <p:cNvPr id="21" name="Text 19"/>
          <p:cNvSpPr/>
          <p:nvPr/>
        </p:nvSpPr>
        <p:spPr>
          <a:xfrm>
            <a:off x="502920" y="3524837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941"/>
              </a:spcBef>
              <a:buNone/>
            </a:pPr>
            <a:endParaRPr lang="en-US" sz="1129" dirty="0"/>
          </a:p>
        </p:txBody>
      </p:sp>
      <p:sp>
        <p:nvSpPr>
          <p:cNvPr id="23" name="Text 21"/>
          <p:cNvSpPr/>
          <p:nvPr/>
        </p:nvSpPr>
        <p:spPr>
          <a:xfrm>
            <a:off x="-740928" y="-1531565"/>
            <a:ext cx="2743200" cy="2743200"/>
          </a:xfrm>
          <a:custGeom>
            <a:avLst/>
            <a:gdLst/>
            <a:ahLst/>
            <a:cxnLst/>
            <a:rect l="l" t="t" r="r" b="b"/>
            <a:pathLst>
              <a:path w="2743200" h="2743200">
                <a:moveTo>
                  <a:pt x="0" y="1371600"/>
                </a:moveTo>
                <a:cubicBezTo>
                  <a:pt x="0" y="614093"/>
                  <a:pt x="614093" y="0"/>
                  <a:pt x="1371600" y="0"/>
                </a:cubicBezTo>
                <a:cubicBezTo>
                  <a:pt x="2129107" y="0"/>
                  <a:pt x="2743200" y="614093"/>
                  <a:pt x="2743200" y="1371600"/>
                </a:cubicBezTo>
                <a:cubicBezTo>
                  <a:pt x="2743200" y="2129107"/>
                  <a:pt x="2129107" y="2743200"/>
                  <a:pt x="1371600" y="2743200"/>
                </a:cubicBezTo>
                <a:cubicBezTo>
                  <a:pt x="614093" y="2743200"/>
                  <a:pt x="0" y="2129107"/>
                  <a:pt x="0" y="1371600"/>
                </a:cubicBezTo>
              </a:path>
            </a:pathLst>
          </a:custGeom>
          <a:gradFill>
            <a:gsLst>
              <a:gs pos="0">
                <a:srgbClr val="FFFFFF">
                  <a:alpha val="100000"/>
                </a:srgbClr>
              </a:gs>
              <a:gs pos="100000">
                <a:srgbClr val="BFE5FF">
                  <a:alpha val="100000"/>
                </a:srgbClr>
              </a:gs>
            </a:gsLst>
            <a:lin ang="5400000"/>
          </a:gra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02919" y="17233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83604" y="6508085"/>
            <a:ext cx="5760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88888"/>
                </a:solidFill>
                <a:latin typeface="Lexend Regular" pitchFamily="34" charset="0"/>
                <a:ea typeface="Lexend Regular" pitchFamily="34" charset="-122"/>
                <a:cs typeface="Lexend Regular" pitchFamily="34" charset="-120"/>
              </a:rPr>
              <a:t>Multimodal Real-Time Emotion and Deception Detection System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508085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88888"/>
                </a:solidFill>
                <a:latin typeface="Lexend Regular" pitchFamily="34" charset="0"/>
                <a:ea typeface="Lexend Regular" pitchFamily="34" charset="-122"/>
                <a:cs typeface="Lexend Regular" pitchFamily="34" charset="-120"/>
              </a:rPr>
              <a:t>15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0" y="9145"/>
            <a:ext cx="4872300" cy="6858000"/>
          </a:xfrm>
          <a:prstGeom prst="rect">
            <a:avLst/>
          </a:prstGeom>
          <a:blipFill>
            <a:blip r:embed="rId3"/>
            <a:srcRect/>
            <a:stretch>
              <a:fillRect l="-43837" r="-43837"/>
            </a:stretch>
          </a:blip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6" name="Text 4"/>
          <p:cNvSpPr/>
          <p:nvPr/>
        </p:nvSpPr>
        <p:spPr>
          <a:xfrm>
            <a:off x="4872300" y="0"/>
            <a:ext cx="7319699" cy="6858000"/>
          </a:xfrm>
          <a:prstGeom prst="rect">
            <a:avLst/>
          </a:prstGeom>
          <a:solidFill>
            <a:srgbClr val="003860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2920" y="1796006"/>
            <a:ext cx="3907409" cy="40777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000" dirty="0">
                <a:solidFill>
                  <a:schemeClr val="bg2"/>
                </a:solidFill>
                <a:latin typeface="Lexend Deca Regular" pitchFamily="34" charset="0"/>
                <a:ea typeface="Lexend Deca Regular" pitchFamily="34" charset="-122"/>
                <a:cs typeface="Lexend Deca Regular" pitchFamily="34" charset="-120"/>
              </a:rPr>
              <a:t>Literature Review 5 – Exploring Contactless Techniques in MER</a:t>
            </a:r>
          </a:p>
          <a:p>
            <a:pPr marL="0" indent="0" algn="l">
              <a:lnSpc>
                <a:spcPct val="90000"/>
              </a:lnSpc>
              <a:buNone/>
            </a:pPr>
            <a:endParaRPr lang="en-US" sz="3200" dirty="0">
              <a:solidFill>
                <a:schemeClr val="bg2"/>
              </a:solidFill>
              <a:latin typeface="Lexend Deca Regular" pitchFamily="34" charset="0"/>
              <a:ea typeface="Lexend Deca Regular" pitchFamily="34" charset="-122"/>
              <a:cs typeface="Lexend Deca Regular" pitchFamily="34" charset="-120"/>
            </a:endParaRPr>
          </a:p>
          <a:p>
            <a:pPr marL="0" indent="0" algn="l">
              <a:lnSpc>
                <a:spcPct val="90000"/>
              </a:lnSpc>
              <a:buNone/>
            </a:pPr>
            <a:r>
              <a:rPr lang="en-US" sz="3200" dirty="0">
                <a:solidFill>
                  <a:schemeClr val="bg2"/>
                </a:solidFill>
                <a:latin typeface="Lexend Deca Regular" pitchFamily="34" charset="0"/>
                <a:ea typeface="Lexend Deca Regular" pitchFamily="34" charset="-122"/>
                <a:cs typeface="Lexend Deca Regular" pitchFamily="34" charset="-120"/>
              </a:rPr>
              <a:t>Springer April, 2024 </a:t>
            </a:r>
            <a:endParaRPr lang="en-US" sz="3200" dirty="0">
              <a:solidFill>
                <a:schemeClr val="bg2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6558246" y="-2006542"/>
            <a:ext cx="7269840" cy="5342813"/>
          </a:xfrm>
          <a:custGeom>
            <a:avLst/>
            <a:gdLst/>
            <a:ahLst/>
            <a:cxnLst/>
            <a:rect l="l" t="t" r="r" b="b"/>
            <a:pathLst>
              <a:path w="7269840" h="5342813">
                <a:moveTo>
                  <a:pt x="6840047" y="4576546"/>
                </a:moveTo>
                <a:cubicBezTo>
                  <a:pt x="6764441" y="4620999"/>
                  <a:pt x="6686218" y="4660161"/>
                  <a:pt x="6608648" y="4701087"/>
                </a:cubicBezTo>
                <a:cubicBezTo>
                  <a:pt x="6629368" y="4691043"/>
                  <a:pt x="6650159" y="4681266"/>
                  <a:pt x="6670878" y="4671221"/>
                </a:cubicBezTo>
                <a:cubicBezTo>
                  <a:pt x="6566411" y="4714445"/>
                  <a:pt x="6461725" y="4755157"/>
                  <a:pt x="6353986" y="4789084"/>
                </a:cubicBezTo>
                <a:cubicBezTo>
                  <a:pt x="6248064" y="4822476"/>
                  <a:pt x="6140761" y="4846519"/>
                  <a:pt x="6033095" y="4872912"/>
                </a:cubicBezTo>
                <a:cubicBezTo>
                  <a:pt x="6053960" y="4869226"/>
                  <a:pt x="6074388" y="4865432"/>
                  <a:pt x="6095252" y="4861746"/>
                </a:cubicBezTo>
                <a:cubicBezTo>
                  <a:pt x="6022772" y="4873714"/>
                  <a:pt x="5951237" y="4884293"/>
                  <a:pt x="5877593" y="4878789"/>
                </a:cubicBezTo>
                <a:cubicBezTo>
                  <a:pt x="5897367" y="4880499"/>
                  <a:pt x="5917141" y="4882209"/>
                  <a:pt x="5937206" y="4884079"/>
                </a:cubicBezTo>
                <a:cubicBezTo>
                  <a:pt x="5903256" y="4880820"/>
                  <a:pt x="5870323" y="4874462"/>
                  <a:pt x="5837755" y="4863242"/>
                </a:cubicBezTo>
                <a:cubicBezTo>
                  <a:pt x="5856075" y="4869867"/>
                  <a:pt x="5874322" y="4876492"/>
                  <a:pt x="5892642" y="4883117"/>
                </a:cubicBezTo>
                <a:cubicBezTo>
                  <a:pt x="5866325" y="4873233"/>
                  <a:pt x="5841680" y="4860838"/>
                  <a:pt x="5818562" y="4845237"/>
                </a:cubicBezTo>
                <a:cubicBezTo>
                  <a:pt x="5834629" y="4856189"/>
                  <a:pt x="5850404" y="4866982"/>
                  <a:pt x="5866471" y="4877935"/>
                </a:cubicBezTo>
                <a:cubicBezTo>
                  <a:pt x="5844297" y="4861960"/>
                  <a:pt x="5824524" y="4843848"/>
                  <a:pt x="5806494" y="4823224"/>
                </a:cubicBezTo>
                <a:cubicBezTo>
                  <a:pt x="5818999" y="4837864"/>
                  <a:pt x="5831866" y="4852663"/>
                  <a:pt x="5844370" y="4867249"/>
                </a:cubicBezTo>
                <a:cubicBezTo>
                  <a:pt x="5822924" y="4841336"/>
                  <a:pt x="5804968" y="4813393"/>
                  <a:pt x="5790137" y="4783046"/>
                </a:cubicBezTo>
                <a:cubicBezTo>
                  <a:pt x="5798716" y="4800891"/>
                  <a:pt x="5807294" y="4819003"/>
                  <a:pt x="5815873" y="4836848"/>
                </a:cubicBezTo>
                <a:cubicBezTo>
                  <a:pt x="5795880" y="4793999"/>
                  <a:pt x="5782431" y="4749600"/>
                  <a:pt x="5773853" y="4703332"/>
                </a:cubicBezTo>
                <a:cubicBezTo>
                  <a:pt x="5777270" y="4722566"/>
                  <a:pt x="5780759" y="4742067"/>
                  <a:pt x="5784176" y="4761248"/>
                </a:cubicBezTo>
                <a:cubicBezTo>
                  <a:pt x="5776107" y="4713750"/>
                  <a:pt x="5773853" y="4667107"/>
                  <a:pt x="5777560" y="4619075"/>
                </a:cubicBezTo>
                <a:cubicBezTo>
                  <a:pt x="5775888" y="4637989"/>
                  <a:pt x="5774362" y="4656582"/>
                  <a:pt x="5772617" y="4675549"/>
                </a:cubicBezTo>
                <a:cubicBezTo>
                  <a:pt x="5781341" y="4576653"/>
                  <a:pt x="5806858" y="4481231"/>
                  <a:pt x="5840008" y="4388052"/>
                </a:cubicBezTo>
                <a:cubicBezTo>
                  <a:pt x="5833538" y="4406004"/>
                  <a:pt x="5827286" y="4423635"/>
                  <a:pt x="5820816" y="4441641"/>
                </a:cubicBezTo>
                <a:cubicBezTo>
                  <a:pt x="5889298" y="4251543"/>
                  <a:pt x="5984606" y="4071490"/>
                  <a:pt x="6040947" y="3876692"/>
                </a:cubicBezTo>
                <a:cubicBezTo>
                  <a:pt x="6098669" y="3676710"/>
                  <a:pt x="6112118" y="3441466"/>
                  <a:pt x="6038548" y="3243782"/>
                </a:cubicBezTo>
                <a:cubicBezTo>
                  <a:pt x="5956398" y="3022910"/>
                  <a:pt x="5774798" y="2853970"/>
                  <a:pt x="5542745" y="2803000"/>
                </a:cubicBezTo>
                <a:cubicBezTo>
                  <a:pt x="5357436" y="2762234"/>
                  <a:pt x="5159042" y="2797604"/>
                  <a:pt x="4982967" y="2861397"/>
                </a:cubicBezTo>
                <a:cubicBezTo>
                  <a:pt x="4784718" y="2933204"/>
                  <a:pt x="4603263" y="3043320"/>
                  <a:pt x="4413666" y="3134361"/>
                </a:cubicBezTo>
                <a:cubicBezTo>
                  <a:pt x="4434676" y="3124263"/>
                  <a:pt x="4455903" y="3114326"/>
                  <a:pt x="4476913" y="3104174"/>
                </a:cubicBezTo>
                <a:cubicBezTo>
                  <a:pt x="4233374" y="3220434"/>
                  <a:pt x="3977621" y="3312704"/>
                  <a:pt x="3711617" y="3361270"/>
                </a:cubicBezTo>
                <a:cubicBezTo>
                  <a:pt x="3735317" y="3356996"/>
                  <a:pt x="3759235" y="3352615"/>
                  <a:pt x="3782934" y="3348287"/>
                </a:cubicBezTo>
                <a:cubicBezTo>
                  <a:pt x="3611439" y="3378848"/>
                  <a:pt x="3437035" y="3390015"/>
                  <a:pt x="3263431" y="3375055"/>
                </a:cubicBezTo>
                <a:cubicBezTo>
                  <a:pt x="3287204" y="3377139"/>
                  <a:pt x="3311049" y="3379222"/>
                  <a:pt x="3334530" y="3381359"/>
                </a:cubicBezTo>
                <a:cubicBezTo>
                  <a:pt x="3208690" y="3369605"/>
                  <a:pt x="3083067" y="3345509"/>
                  <a:pt x="2963696" y="3302713"/>
                </a:cubicBezTo>
                <a:cubicBezTo>
                  <a:pt x="2986087" y="3310834"/>
                  <a:pt x="3008478" y="3318902"/>
                  <a:pt x="3030869" y="3327023"/>
                </a:cubicBezTo>
                <a:cubicBezTo>
                  <a:pt x="2981798" y="3308857"/>
                  <a:pt x="2934835" y="3286685"/>
                  <a:pt x="2891216" y="3257620"/>
                </a:cubicBezTo>
                <a:cubicBezTo>
                  <a:pt x="2910990" y="3271297"/>
                  <a:pt x="2930836" y="3284654"/>
                  <a:pt x="2950610" y="3298332"/>
                </a:cubicBezTo>
                <a:cubicBezTo>
                  <a:pt x="2921458" y="3277923"/>
                  <a:pt x="2895214" y="3255216"/>
                  <a:pt x="2872023" y="3228448"/>
                </a:cubicBezTo>
                <a:cubicBezTo>
                  <a:pt x="2888017" y="3246934"/>
                  <a:pt x="2904011" y="3265474"/>
                  <a:pt x="2919713" y="3283800"/>
                </a:cubicBezTo>
                <a:cubicBezTo>
                  <a:pt x="2901902" y="3262268"/>
                  <a:pt x="2886999" y="3239508"/>
                  <a:pt x="2874495" y="3214557"/>
                </a:cubicBezTo>
                <a:cubicBezTo>
                  <a:pt x="2885545" y="3237477"/>
                  <a:pt x="2896159" y="3260184"/>
                  <a:pt x="2907209" y="3283105"/>
                </a:cubicBezTo>
                <a:cubicBezTo>
                  <a:pt x="2889980" y="3246881"/>
                  <a:pt x="2878639" y="3209321"/>
                  <a:pt x="2871224" y="3169944"/>
                </a:cubicBezTo>
                <a:cubicBezTo>
                  <a:pt x="2875658" y="3195002"/>
                  <a:pt x="2880165" y="3220006"/>
                  <a:pt x="2884818" y="3244957"/>
                </a:cubicBezTo>
                <a:cubicBezTo>
                  <a:pt x="2876167" y="3192277"/>
                  <a:pt x="2875440" y="3139918"/>
                  <a:pt x="2879438" y="3086810"/>
                </a:cubicBezTo>
                <a:cubicBezTo>
                  <a:pt x="2877330" y="3111441"/>
                  <a:pt x="2875004" y="3136124"/>
                  <a:pt x="2872968" y="3160755"/>
                </a:cubicBezTo>
                <a:cubicBezTo>
                  <a:pt x="2879875" y="3085528"/>
                  <a:pt x="2897104" y="3012866"/>
                  <a:pt x="2922040" y="2941806"/>
                </a:cubicBezTo>
                <a:cubicBezTo>
                  <a:pt x="2913679" y="2965101"/>
                  <a:pt x="2905246" y="2988182"/>
                  <a:pt x="2896886" y="3011476"/>
                </a:cubicBezTo>
                <a:cubicBezTo>
                  <a:pt x="2984342" y="2769020"/>
                  <a:pt x="3148859" y="2565779"/>
                  <a:pt x="3285822" y="2350731"/>
                </a:cubicBezTo>
                <a:cubicBezTo>
                  <a:pt x="3443869" y="2102504"/>
                  <a:pt x="3548191" y="1804428"/>
                  <a:pt x="3528417" y="1506620"/>
                </a:cubicBezTo>
                <a:cubicBezTo>
                  <a:pt x="3517803" y="1345160"/>
                  <a:pt x="3470549" y="1169595"/>
                  <a:pt x="3368989" y="1040513"/>
                </a:cubicBezTo>
                <a:cubicBezTo>
                  <a:pt x="3298036" y="950326"/>
                  <a:pt x="3227155" y="886853"/>
                  <a:pt x="3128939" y="826907"/>
                </a:cubicBezTo>
                <a:cubicBezTo>
                  <a:pt x="3061257" y="785500"/>
                  <a:pt x="2981725" y="756596"/>
                  <a:pt x="2904301" y="740353"/>
                </a:cubicBezTo>
                <a:cubicBezTo>
                  <a:pt x="2588136" y="673889"/>
                  <a:pt x="2278150" y="808795"/>
                  <a:pt x="2015927" y="974262"/>
                </a:cubicBezTo>
                <a:cubicBezTo>
                  <a:pt x="1888632" y="1054618"/>
                  <a:pt x="1769625" y="1146514"/>
                  <a:pt x="1644729" y="1230022"/>
                </a:cubicBezTo>
                <a:cubicBezTo>
                  <a:pt x="1490899" y="1332604"/>
                  <a:pt x="1329872" y="1423913"/>
                  <a:pt x="1162884" y="1503681"/>
                </a:cubicBezTo>
                <a:cubicBezTo>
                  <a:pt x="1189928" y="1490805"/>
                  <a:pt x="1216681" y="1477982"/>
                  <a:pt x="1243724" y="1465053"/>
                </a:cubicBezTo>
                <a:cubicBezTo>
                  <a:pt x="1099709" y="1533280"/>
                  <a:pt x="951550" y="1599798"/>
                  <a:pt x="793649" y="1628436"/>
                </a:cubicBezTo>
                <a:cubicBezTo>
                  <a:pt x="823164" y="1623093"/>
                  <a:pt x="852898" y="1617697"/>
                  <a:pt x="882341" y="1612354"/>
                </a:cubicBezTo>
                <a:cubicBezTo>
                  <a:pt x="824545" y="1622345"/>
                  <a:pt x="766387" y="1626673"/>
                  <a:pt x="707792" y="1622185"/>
                </a:cubicBezTo>
                <a:cubicBezTo>
                  <a:pt x="736726" y="1624803"/>
                  <a:pt x="765660" y="1627207"/>
                  <a:pt x="794666" y="1629825"/>
                </a:cubicBezTo>
                <a:cubicBezTo>
                  <a:pt x="755046" y="1626192"/>
                  <a:pt x="716588" y="1618284"/>
                  <a:pt x="679149" y="1605034"/>
                </a:cubicBezTo>
                <a:cubicBezTo>
                  <a:pt x="706192" y="1614651"/>
                  <a:pt x="733382" y="1624536"/>
                  <a:pt x="760207" y="1634259"/>
                </a:cubicBezTo>
                <a:cubicBezTo>
                  <a:pt x="730692" y="1623200"/>
                  <a:pt x="702848" y="1609309"/>
                  <a:pt x="676386" y="1591944"/>
                </a:cubicBezTo>
                <a:cubicBezTo>
                  <a:pt x="700013" y="1608293"/>
                  <a:pt x="723931" y="1624536"/>
                  <a:pt x="747630" y="1640831"/>
                </a:cubicBezTo>
                <a:cubicBezTo>
                  <a:pt x="720078" y="1621864"/>
                  <a:pt x="695288" y="1600333"/>
                  <a:pt x="672969" y="1575221"/>
                </a:cubicBezTo>
                <a:cubicBezTo>
                  <a:pt x="692016" y="1597180"/>
                  <a:pt x="711209" y="1619460"/>
                  <a:pt x="730038" y="1641472"/>
                </a:cubicBezTo>
                <a:cubicBezTo>
                  <a:pt x="707065" y="1614331"/>
                  <a:pt x="687945" y="1585159"/>
                  <a:pt x="672388" y="1553423"/>
                </a:cubicBezTo>
                <a:cubicBezTo>
                  <a:pt x="685328" y="1580671"/>
                  <a:pt x="698341" y="1607973"/>
                  <a:pt x="711572" y="1635168"/>
                </a:cubicBezTo>
                <a:cubicBezTo>
                  <a:pt x="692234" y="1594349"/>
                  <a:pt x="679294" y="1551713"/>
                  <a:pt x="670861" y="1507368"/>
                </a:cubicBezTo>
                <a:cubicBezTo>
                  <a:pt x="676241" y="1537074"/>
                  <a:pt x="681766" y="1567047"/>
                  <a:pt x="686927" y="1596913"/>
                </a:cubicBezTo>
                <a:cubicBezTo>
                  <a:pt x="675950" y="1534402"/>
                  <a:pt x="674714" y="1471891"/>
                  <a:pt x="679876" y="1408633"/>
                </a:cubicBezTo>
                <a:cubicBezTo>
                  <a:pt x="677331" y="1437858"/>
                  <a:pt x="674787" y="1467083"/>
                  <a:pt x="672315" y="1496575"/>
                </a:cubicBezTo>
                <a:cubicBezTo>
                  <a:pt x="680457" y="1409541"/>
                  <a:pt x="700304" y="1324323"/>
                  <a:pt x="729383" y="1241937"/>
                </a:cubicBezTo>
                <a:cubicBezTo>
                  <a:pt x="719569" y="1269346"/>
                  <a:pt x="709464" y="1296861"/>
                  <a:pt x="699722" y="1324483"/>
                </a:cubicBezTo>
                <a:cubicBezTo>
                  <a:pt x="750538" y="1184982"/>
                  <a:pt x="821347" y="1054030"/>
                  <a:pt x="875725" y="916132"/>
                </a:cubicBezTo>
                <a:cubicBezTo>
                  <a:pt x="911856" y="824236"/>
                  <a:pt x="947697" y="729989"/>
                  <a:pt x="967616" y="632963"/>
                </a:cubicBezTo>
                <a:cubicBezTo>
                  <a:pt x="980193" y="572643"/>
                  <a:pt x="984627" y="511307"/>
                  <a:pt x="989280" y="449918"/>
                </a:cubicBezTo>
                <a:cubicBezTo>
                  <a:pt x="992115" y="412251"/>
                  <a:pt x="992770" y="374424"/>
                  <a:pt x="989498" y="336757"/>
                </a:cubicBezTo>
                <a:cubicBezTo>
                  <a:pt x="981429" y="243525"/>
                  <a:pt x="943626" y="153232"/>
                  <a:pt x="872526" y="90133"/>
                </a:cubicBezTo>
                <a:cubicBezTo>
                  <a:pt x="809497" y="33873"/>
                  <a:pt x="708737" y="-6572"/>
                  <a:pt x="623098" y="1015"/>
                </a:cubicBezTo>
                <a:cubicBezTo>
                  <a:pt x="531280" y="9190"/>
                  <a:pt x="436481" y="44238"/>
                  <a:pt x="376433" y="117969"/>
                </a:cubicBezTo>
                <a:cubicBezTo>
                  <a:pt x="319946" y="187159"/>
                  <a:pt x="279235" y="275796"/>
                  <a:pt x="287304" y="367372"/>
                </a:cubicBezTo>
                <a:cubicBezTo>
                  <a:pt x="291230" y="411503"/>
                  <a:pt x="291666" y="455101"/>
                  <a:pt x="287813" y="499232"/>
                </a:cubicBezTo>
                <a:cubicBezTo>
                  <a:pt x="290358" y="469152"/>
                  <a:pt x="293120" y="439019"/>
                  <a:pt x="295737" y="408939"/>
                </a:cubicBezTo>
                <a:cubicBezTo>
                  <a:pt x="287086" y="496935"/>
                  <a:pt x="263677" y="582206"/>
                  <a:pt x="234016" y="665607"/>
                </a:cubicBezTo>
                <a:cubicBezTo>
                  <a:pt x="243976" y="637878"/>
                  <a:pt x="254154" y="609775"/>
                  <a:pt x="264186" y="582046"/>
                </a:cubicBezTo>
                <a:cubicBezTo>
                  <a:pt x="179565" y="816061"/>
                  <a:pt x="48417" y="1038055"/>
                  <a:pt x="14322" y="1287831"/>
                </a:cubicBezTo>
                <a:cubicBezTo>
                  <a:pt x="-7851" y="1450413"/>
                  <a:pt x="-8360" y="1610217"/>
                  <a:pt x="38749" y="1769112"/>
                </a:cubicBezTo>
                <a:cubicBezTo>
                  <a:pt x="60485" y="1842576"/>
                  <a:pt x="94217" y="1915826"/>
                  <a:pt x="138127" y="1978550"/>
                </a:cubicBezTo>
                <a:cubicBezTo>
                  <a:pt x="201884" y="2069912"/>
                  <a:pt x="273564" y="2130607"/>
                  <a:pt x="365164" y="2190767"/>
                </a:cubicBezTo>
                <a:cubicBezTo>
                  <a:pt x="427758" y="2231853"/>
                  <a:pt x="502346" y="2258460"/>
                  <a:pt x="574318" y="2276145"/>
                </a:cubicBezTo>
                <a:cubicBezTo>
                  <a:pt x="646216" y="2293616"/>
                  <a:pt x="722986" y="2299172"/>
                  <a:pt x="796993" y="2297035"/>
                </a:cubicBezTo>
                <a:cubicBezTo>
                  <a:pt x="927268" y="2293402"/>
                  <a:pt x="1060525" y="2261559"/>
                  <a:pt x="1182876" y="2217053"/>
                </a:cubicBezTo>
                <a:cubicBezTo>
                  <a:pt x="1325220" y="2165228"/>
                  <a:pt x="1463419" y="2097214"/>
                  <a:pt x="1598057" y="2028399"/>
                </a:cubicBezTo>
                <a:cubicBezTo>
                  <a:pt x="1718736" y="1966582"/>
                  <a:pt x="1836362" y="1898568"/>
                  <a:pt x="1949772" y="1824303"/>
                </a:cubicBezTo>
                <a:cubicBezTo>
                  <a:pt x="2160088" y="1687046"/>
                  <a:pt x="2352230" y="1521953"/>
                  <a:pt x="2579631" y="1411785"/>
                </a:cubicBezTo>
                <a:cubicBezTo>
                  <a:pt x="2553096" y="1424554"/>
                  <a:pt x="2526561" y="1437270"/>
                  <a:pt x="2499953" y="1449772"/>
                </a:cubicBezTo>
                <a:cubicBezTo>
                  <a:pt x="2579631" y="1411785"/>
                  <a:pt x="2661489" y="1379781"/>
                  <a:pt x="2748582" y="1363966"/>
                </a:cubicBezTo>
                <a:cubicBezTo>
                  <a:pt x="2719866" y="1369042"/>
                  <a:pt x="2691441" y="1374331"/>
                  <a:pt x="2662725" y="1379407"/>
                </a:cubicBezTo>
                <a:cubicBezTo>
                  <a:pt x="2709979" y="1371393"/>
                  <a:pt x="2757596" y="1368561"/>
                  <a:pt x="2805504" y="1372034"/>
                </a:cubicBezTo>
                <a:cubicBezTo>
                  <a:pt x="2777661" y="1369576"/>
                  <a:pt x="2749890" y="1367172"/>
                  <a:pt x="2722047" y="1364714"/>
                </a:cubicBezTo>
                <a:cubicBezTo>
                  <a:pt x="2762031" y="1368508"/>
                  <a:pt x="2800561" y="1376682"/>
                  <a:pt x="2838509" y="1389772"/>
                </a:cubicBezTo>
                <a:cubicBezTo>
                  <a:pt x="2812702" y="1380583"/>
                  <a:pt x="2787112" y="1371286"/>
                  <a:pt x="2761304" y="1362043"/>
                </a:cubicBezTo>
                <a:cubicBezTo>
                  <a:pt x="2798598" y="1375667"/>
                  <a:pt x="2833275" y="1393405"/>
                  <a:pt x="2866426" y="1414990"/>
                </a:cubicBezTo>
                <a:cubicBezTo>
                  <a:pt x="2843889" y="1399710"/>
                  <a:pt x="2821353" y="1384162"/>
                  <a:pt x="2799107" y="1368775"/>
                </a:cubicBezTo>
                <a:cubicBezTo>
                  <a:pt x="2831312" y="1390948"/>
                  <a:pt x="2860464" y="1416379"/>
                  <a:pt x="2886345" y="1445658"/>
                </a:cubicBezTo>
                <a:cubicBezTo>
                  <a:pt x="2868534" y="1424928"/>
                  <a:pt x="2850577" y="1403984"/>
                  <a:pt x="2832475" y="1383361"/>
                </a:cubicBezTo>
                <a:cubicBezTo>
                  <a:pt x="2858938" y="1414403"/>
                  <a:pt x="2880893" y="1447955"/>
                  <a:pt x="2899140" y="1484393"/>
                </a:cubicBezTo>
                <a:cubicBezTo>
                  <a:pt x="2886927" y="1458801"/>
                  <a:pt x="2874859" y="1433423"/>
                  <a:pt x="2862500" y="1407938"/>
                </a:cubicBezTo>
                <a:cubicBezTo>
                  <a:pt x="2885109" y="1455542"/>
                  <a:pt x="2900667" y="1505391"/>
                  <a:pt x="2910408" y="1557109"/>
                </a:cubicBezTo>
                <a:cubicBezTo>
                  <a:pt x="2905392" y="1529487"/>
                  <a:pt x="2900448" y="1502132"/>
                  <a:pt x="2895432" y="1474456"/>
                </a:cubicBezTo>
                <a:cubicBezTo>
                  <a:pt x="2908155" y="1546691"/>
                  <a:pt x="2909754" y="1619727"/>
                  <a:pt x="2903720" y="1692656"/>
                </a:cubicBezTo>
                <a:cubicBezTo>
                  <a:pt x="2905973" y="1666049"/>
                  <a:pt x="2908518" y="1639282"/>
                  <a:pt x="2910772" y="1612674"/>
                </a:cubicBezTo>
                <a:cubicBezTo>
                  <a:pt x="2901902" y="1710234"/>
                  <a:pt x="2879657" y="1805443"/>
                  <a:pt x="2846797" y="1897660"/>
                </a:cubicBezTo>
                <a:cubicBezTo>
                  <a:pt x="2855594" y="1873083"/>
                  <a:pt x="2864463" y="1848773"/>
                  <a:pt x="2873259" y="1824196"/>
                </a:cubicBezTo>
                <a:cubicBezTo>
                  <a:pt x="2785512" y="2065050"/>
                  <a:pt x="2618960" y="2267864"/>
                  <a:pt x="2496245" y="2490819"/>
                </a:cubicBezTo>
                <a:cubicBezTo>
                  <a:pt x="2425074" y="2619901"/>
                  <a:pt x="2365025" y="2759937"/>
                  <a:pt x="2332965" y="2903979"/>
                </a:cubicBezTo>
                <a:cubicBezTo>
                  <a:pt x="2294798" y="3074789"/>
                  <a:pt x="2287601" y="3274343"/>
                  <a:pt x="2357973" y="3437940"/>
                </a:cubicBezTo>
                <a:cubicBezTo>
                  <a:pt x="2402973" y="3542659"/>
                  <a:pt x="2465421" y="3638669"/>
                  <a:pt x="2558839" y="3707110"/>
                </a:cubicBezTo>
                <a:cubicBezTo>
                  <a:pt x="2650802" y="3774377"/>
                  <a:pt x="2739276" y="3814608"/>
                  <a:pt x="2847088" y="3850832"/>
                </a:cubicBezTo>
                <a:cubicBezTo>
                  <a:pt x="2997356" y="3901215"/>
                  <a:pt x="3158310" y="3919968"/>
                  <a:pt x="3315847" y="3928196"/>
                </a:cubicBezTo>
                <a:cubicBezTo>
                  <a:pt x="3614347" y="3943263"/>
                  <a:pt x="3919244" y="3883263"/>
                  <a:pt x="4200732" y="3787092"/>
                </a:cubicBezTo>
                <a:cubicBezTo>
                  <a:pt x="4369102" y="3729711"/>
                  <a:pt x="4531437" y="3656087"/>
                  <a:pt x="4690211" y="3576692"/>
                </a:cubicBezTo>
                <a:cubicBezTo>
                  <a:pt x="4819250" y="3512205"/>
                  <a:pt x="4942765" y="3437512"/>
                  <a:pt x="5072750" y="3374894"/>
                </a:cubicBezTo>
                <a:cubicBezTo>
                  <a:pt x="5052031" y="3384939"/>
                  <a:pt x="5031239" y="3394716"/>
                  <a:pt x="5010520" y="3404761"/>
                </a:cubicBezTo>
                <a:cubicBezTo>
                  <a:pt x="5120585" y="3352241"/>
                  <a:pt x="5235085" y="3305545"/>
                  <a:pt x="5355401" y="3283105"/>
                </a:cubicBezTo>
                <a:cubicBezTo>
                  <a:pt x="5333301" y="3287165"/>
                  <a:pt x="5311128" y="3290959"/>
                  <a:pt x="5289100" y="3295073"/>
                </a:cubicBezTo>
                <a:cubicBezTo>
                  <a:pt x="5343406" y="3285616"/>
                  <a:pt x="5398366" y="3281502"/>
                  <a:pt x="5453544" y="3285723"/>
                </a:cubicBezTo>
                <a:cubicBezTo>
                  <a:pt x="5432316" y="3283959"/>
                  <a:pt x="5410797" y="3281983"/>
                  <a:pt x="5389642" y="3280166"/>
                </a:cubicBezTo>
                <a:cubicBezTo>
                  <a:pt x="5430426" y="3283960"/>
                  <a:pt x="5470119" y="3292081"/>
                  <a:pt x="5508504" y="3305865"/>
                </a:cubicBezTo>
                <a:cubicBezTo>
                  <a:pt x="5488730" y="3298919"/>
                  <a:pt x="5469101" y="3291600"/>
                  <a:pt x="5449255" y="3284601"/>
                </a:cubicBezTo>
                <a:cubicBezTo>
                  <a:pt x="5483859" y="3297691"/>
                  <a:pt x="5516210" y="3314253"/>
                  <a:pt x="5546889" y="3334983"/>
                </a:cubicBezTo>
                <a:cubicBezTo>
                  <a:pt x="5529732" y="3323229"/>
                  <a:pt x="5512575" y="3311528"/>
                  <a:pt x="5495418" y="3299774"/>
                </a:cubicBezTo>
                <a:cubicBezTo>
                  <a:pt x="5525297" y="3320772"/>
                  <a:pt x="5552341" y="3344921"/>
                  <a:pt x="5576259" y="3372543"/>
                </a:cubicBezTo>
                <a:cubicBezTo>
                  <a:pt x="5562519" y="3356675"/>
                  <a:pt x="5549069" y="3340914"/>
                  <a:pt x="5535329" y="3325046"/>
                </a:cubicBezTo>
                <a:cubicBezTo>
                  <a:pt x="5560701" y="3355286"/>
                  <a:pt x="5581856" y="3387984"/>
                  <a:pt x="5599231" y="3423621"/>
                </a:cubicBezTo>
                <a:cubicBezTo>
                  <a:pt x="5589926" y="3404333"/>
                  <a:pt x="5580911" y="3384939"/>
                  <a:pt x="5571606" y="3365651"/>
                </a:cubicBezTo>
                <a:cubicBezTo>
                  <a:pt x="5593924" y="3413309"/>
                  <a:pt x="5608973" y="3463371"/>
                  <a:pt x="5618496" y="3515143"/>
                </a:cubicBezTo>
                <a:cubicBezTo>
                  <a:pt x="5614789" y="3494306"/>
                  <a:pt x="5610936" y="3473576"/>
                  <a:pt x="5607301" y="3452739"/>
                </a:cubicBezTo>
                <a:cubicBezTo>
                  <a:pt x="5619151" y="3522997"/>
                  <a:pt x="5620459" y="3593629"/>
                  <a:pt x="5614425" y="3664635"/>
                </a:cubicBezTo>
                <a:cubicBezTo>
                  <a:pt x="5616025" y="3644599"/>
                  <a:pt x="5617915" y="3624510"/>
                  <a:pt x="5619514" y="3604475"/>
                </a:cubicBezTo>
                <a:cubicBezTo>
                  <a:pt x="5609336" y="3712773"/>
                  <a:pt x="5581493" y="3816210"/>
                  <a:pt x="5544780" y="3918312"/>
                </a:cubicBezTo>
                <a:cubicBezTo>
                  <a:pt x="5551396" y="3899986"/>
                  <a:pt x="5558011" y="3881713"/>
                  <a:pt x="5564700" y="3863387"/>
                </a:cubicBezTo>
                <a:cubicBezTo>
                  <a:pt x="5441621" y="4203404"/>
                  <a:pt x="5257840" y="4560892"/>
                  <a:pt x="5374739" y="4930668"/>
                </a:cubicBezTo>
                <a:cubicBezTo>
                  <a:pt x="5439949" y="5136954"/>
                  <a:pt x="5609555" y="5300818"/>
                  <a:pt x="5827286" y="5333035"/>
                </a:cubicBezTo>
                <a:cubicBezTo>
                  <a:pt x="6032441" y="5363703"/>
                  <a:pt x="6245448" y="5316686"/>
                  <a:pt x="6445223" y="5271967"/>
                </a:cubicBezTo>
                <a:cubicBezTo>
                  <a:pt x="6551217" y="5248298"/>
                  <a:pt x="6656339" y="5219126"/>
                  <a:pt x="6759498" y="5184986"/>
                </a:cubicBezTo>
                <a:cubicBezTo>
                  <a:pt x="6866001" y="5149776"/>
                  <a:pt x="6972795" y="5115582"/>
                  <a:pt x="7077263" y="5074336"/>
                </a:cubicBezTo>
                <a:cubicBezTo>
                  <a:pt x="7148871" y="5045912"/>
                  <a:pt x="7201868" y="5002903"/>
                  <a:pt x="7239380" y="4936224"/>
                </a:cubicBezTo>
                <a:cubicBezTo>
                  <a:pt x="7282708" y="4859822"/>
                  <a:pt x="7276893" y="4766750"/>
                  <a:pt x="7240471" y="4690188"/>
                </a:cubicBezTo>
                <a:cubicBezTo>
                  <a:pt x="7207684" y="4621372"/>
                  <a:pt x="7156867" y="4575371"/>
                  <a:pt x="7085042" y="4549565"/>
                </a:cubicBezTo>
                <a:cubicBezTo>
                  <a:pt x="7000493" y="4518096"/>
                  <a:pt x="6918344" y="4530117"/>
                  <a:pt x="6840193" y="4576279"/>
                </a:cubicBezTo>
                <a:lnTo>
                  <a:pt x="6840047" y="4576546"/>
                </a:lnTo>
              </a:path>
            </a:pathLst>
          </a:custGeom>
          <a:solidFill>
            <a:srgbClr val="BFE5FF">
              <a:alpha val="27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350619" y="831212"/>
            <a:ext cx="640080" cy="640080"/>
          </a:xfrm>
          <a:custGeom>
            <a:avLst/>
            <a:gdLst/>
            <a:ahLst/>
            <a:cxnLst/>
            <a:rect l="l" t="t" r="r" b="b"/>
            <a:pathLst>
              <a:path w="640080" h="640080">
                <a:moveTo>
                  <a:pt x="0" y="320040"/>
                </a:moveTo>
                <a:cubicBezTo>
                  <a:pt x="0" y="143288"/>
                  <a:pt x="143288" y="0"/>
                  <a:pt x="320040" y="0"/>
                </a:cubicBezTo>
                <a:cubicBezTo>
                  <a:pt x="496792" y="0"/>
                  <a:pt x="640080" y="143288"/>
                  <a:pt x="640080" y="320040"/>
                </a:cubicBezTo>
                <a:cubicBezTo>
                  <a:pt x="640080" y="496792"/>
                  <a:pt x="496792" y="640080"/>
                  <a:pt x="320040" y="640080"/>
                </a:cubicBezTo>
                <a:cubicBezTo>
                  <a:pt x="143288" y="640080"/>
                  <a:pt x="0" y="496792"/>
                  <a:pt x="0" y="320040"/>
                </a:cubicBezTo>
              </a:path>
            </a:pathLst>
          </a:custGeom>
          <a:solidFill>
            <a:srgbClr val="40AF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350619" y="1941153"/>
            <a:ext cx="640080" cy="640080"/>
          </a:xfrm>
          <a:custGeom>
            <a:avLst/>
            <a:gdLst/>
            <a:ahLst/>
            <a:cxnLst/>
            <a:rect l="l" t="t" r="r" b="b"/>
            <a:pathLst>
              <a:path w="640080" h="640080">
                <a:moveTo>
                  <a:pt x="0" y="320040"/>
                </a:moveTo>
                <a:cubicBezTo>
                  <a:pt x="0" y="143288"/>
                  <a:pt x="143288" y="0"/>
                  <a:pt x="320040" y="0"/>
                </a:cubicBezTo>
                <a:cubicBezTo>
                  <a:pt x="496792" y="0"/>
                  <a:pt x="640080" y="143288"/>
                  <a:pt x="640080" y="320040"/>
                </a:cubicBezTo>
                <a:cubicBezTo>
                  <a:pt x="640080" y="496792"/>
                  <a:pt x="496792" y="640080"/>
                  <a:pt x="320040" y="640080"/>
                </a:cubicBezTo>
                <a:cubicBezTo>
                  <a:pt x="143288" y="640080"/>
                  <a:pt x="0" y="496792"/>
                  <a:pt x="0" y="320040"/>
                </a:cubicBezTo>
              </a:path>
            </a:pathLst>
          </a:custGeom>
          <a:solidFill>
            <a:srgbClr val="40AF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334271" y="3205476"/>
            <a:ext cx="640080" cy="640080"/>
          </a:xfrm>
          <a:custGeom>
            <a:avLst/>
            <a:gdLst/>
            <a:ahLst/>
            <a:cxnLst/>
            <a:rect l="l" t="t" r="r" b="b"/>
            <a:pathLst>
              <a:path w="640080" h="640080">
                <a:moveTo>
                  <a:pt x="0" y="320040"/>
                </a:moveTo>
                <a:cubicBezTo>
                  <a:pt x="0" y="143288"/>
                  <a:pt x="143288" y="0"/>
                  <a:pt x="320040" y="0"/>
                </a:cubicBezTo>
                <a:cubicBezTo>
                  <a:pt x="496792" y="0"/>
                  <a:pt x="640080" y="143288"/>
                  <a:pt x="640080" y="320040"/>
                </a:cubicBezTo>
                <a:cubicBezTo>
                  <a:pt x="640080" y="496792"/>
                  <a:pt x="496792" y="640080"/>
                  <a:pt x="320040" y="640080"/>
                </a:cubicBezTo>
                <a:cubicBezTo>
                  <a:pt x="143288" y="640080"/>
                  <a:pt x="0" y="496792"/>
                  <a:pt x="0" y="320040"/>
                </a:cubicBezTo>
              </a:path>
            </a:pathLst>
          </a:custGeom>
          <a:solidFill>
            <a:srgbClr val="40AF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234132" y="461968"/>
            <a:ext cx="382770" cy="382770"/>
          </a:xfrm>
          <a:custGeom>
            <a:avLst/>
            <a:gdLst/>
            <a:ahLst/>
            <a:cxnLst/>
            <a:rect l="l" t="t" r="r" b="b"/>
            <a:pathLst>
              <a:path w="382770" h="382770">
                <a:moveTo>
                  <a:pt x="263729" y="20899"/>
                </a:moveTo>
                <a:lnTo>
                  <a:pt x="274408" y="88420"/>
                </a:lnTo>
                <a:cubicBezTo>
                  <a:pt x="279763" y="122284"/>
                  <a:pt x="296865" y="153173"/>
                  <a:pt x="322718" y="175692"/>
                </a:cubicBezTo>
                <a:lnTo>
                  <a:pt x="374269" y="220587"/>
                </a:lnTo>
                <a:cubicBezTo>
                  <a:pt x="381523" y="226906"/>
                  <a:pt x="384466" y="236858"/>
                  <a:pt x="381806" y="246106"/>
                </a:cubicBezTo>
                <a:cubicBezTo>
                  <a:pt x="379149" y="255354"/>
                  <a:pt x="371375" y="262228"/>
                  <a:pt x="361871" y="263729"/>
                </a:cubicBezTo>
                <a:lnTo>
                  <a:pt x="294351" y="274408"/>
                </a:lnTo>
                <a:cubicBezTo>
                  <a:pt x="260487" y="279763"/>
                  <a:pt x="229597" y="296865"/>
                  <a:pt x="207079" y="322718"/>
                </a:cubicBezTo>
                <a:lnTo>
                  <a:pt x="162184" y="374269"/>
                </a:lnTo>
                <a:cubicBezTo>
                  <a:pt x="155864" y="381523"/>
                  <a:pt x="145912" y="384466"/>
                  <a:pt x="136664" y="381806"/>
                </a:cubicBezTo>
                <a:cubicBezTo>
                  <a:pt x="127417" y="379149"/>
                  <a:pt x="120542" y="371375"/>
                  <a:pt x="119042" y="361871"/>
                </a:cubicBezTo>
                <a:lnTo>
                  <a:pt x="108362" y="294351"/>
                </a:lnTo>
                <a:cubicBezTo>
                  <a:pt x="103007" y="260487"/>
                  <a:pt x="85905" y="229597"/>
                  <a:pt x="60053" y="207079"/>
                </a:cubicBezTo>
                <a:lnTo>
                  <a:pt x="8501" y="162184"/>
                </a:lnTo>
                <a:cubicBezTo>
                  <a:pt x="1248" y="155864"/>
                  <a:pt x="-1696" y="145912"/>
                  <a:pt x="965" y="136664"/>
                </a:cubicBezTo>
                <a:cubicBezTo>
                  <a:pt x="3621" y="127417"/>
                  <a:pt x="11395" y="120542"/>
                  <a:pt x="20899" y="119042"/>
                </a:cubicBezTo>
                <a:lnTo>
                  <a:pt x="88420" y="108362"/>
                </a:lnTo>
                <a:cubicBezTo>
                  <a:pt x="122284" y="103007"/>
                  <a:pt x="153173" y="85905"/>
                  <a:pt x="175692" y="60053"/>
                </a:cubicBezTo>
                <a:lnTo>
                  <a:pt x="220587" y="8501"/>
                </a:lnTo>
                <a:cubicBezTo>
                  <a:pt x="226906" y="1248"/>
                  <a:pt x="236858" y="-1696"/>
                  <a:pt x="246106" y="965"/>
                </a:cubicBezTo>
                <a:cubicBezTo>
                  <a:pt x="255354" y="3621"/>
                  <a:pt x="262228" y="11395"/>
                  <a:pt x="263729" y="20899"/>
                </a:cubicBezTo>
                <a:lnTo>
                  <a:pt x="263729" y="20899"/>
                </a:lnTo>
              </a:path>
            </a:pathLst>
          </a:custGeom>
          <a:solidFill>
            <a:srgbClr val="BFE5FF">
              <a:alpha val="20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350619" y="4222407"/>
            <a:ext cx="640080" cy="640080"/>
          </a:xfrm>
          <a:custGeom>
            <a:avLst/>
            <a:gdLst/>
            <a:ahLst/>
            <a:cxnLst/>
            <a:rect l="l" t="t" r="r" b="b"/>
            <a:pathLst>
              <a:path w="640080" h="640080">
                <a:moveTo>
                  <a:pt x="0" y="320040"/>
                </a:moveTo>
                <a:cubicBezTo>
                  <a:pt x="0" y="143288"/>
                  <a:pt x="143288" y="0"/>
                  <a:pt x="320040" y="0"/>
                </a:cubicBezTo>
                <a:cubicBezTo>
                  <a:pt x="496792" y="0"/>
                  <a:pt x="640080" y="143288"/>
                  <a:pt x="640080" y="320040"/>
                </a:cubicBezTo>
                <a:cubicBezTo>
                  <a:pt x="640080" y="496792"/>
                  <a:pt x="496792" y="640080"/>
                  <a:pt x="320040" y="640080"/>
                </a:cubicBezTo>
                <a:cubicBezTo>
                  <a:pt x="143288" y="640080"/>
                  <a:pt x="0" y="496792"/>
                  <a:pt x="0" y="320040"/>
                </a:cubicBezTo>
              </a:path>
            </a:pathLst>
          </a:custGeom>
          <a:solidFill>
            <a:srgbClr val="40AF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296566" y="53937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96566" y="5764605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652"/>
              </a:spcBef>
              <a:buNone/>
            </a:pPr>
            <a:endParaRPr lang="en-US" sz="913" dirty="0"/>
          </a:p>
        </p:txBody>
      </p:sp>
      <p:sp>
        <p:nvSpPr>
          <p:cNvPr id="18" name="Text 16"/>
          <p:cNvSpPr/>
          <p:nvPr/>
        </p:nvSpPr>
        <p:spPr>
          <a:xfrm>
            <a:off x="6296566" y="4222407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600" dirty="0">
                <a:solidFill>
                  <a:srgbClr val="FFFFFF"/>
                </a:solidFill>
                <a:latin typeface="Lexend Deca Bold" pitchFamily="34" charset="0"/>
                <a:ea typeface="Lexend Deca Bold" pitchFamily="34" charset="-122"/>
                <a:cs typeface="Lexend Deca Bold" pitchFamily="34" charset="-120"/>
              </a:rPr>
              <a:t>Result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96566" y="4593291"/>
            <a:ext cx="5303520" cy="6333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652"/>
              </a:spcBef>
              <a:buNone/>
            </a:pPr>
            <a:r>
              <a:rPr lang="en-US" sz="913" dirty="0">
                <a:solidFill>
                  <a:srgbClr val="FFFFFF"/>
                </a:solidFill>
                <a:latin typeface="Lexend Regular" pitchFamily="34" charset="0"/>
                <a:ea typeface="Lexend Regular" pitchFamily="34" charset="-122"/>
              </a:rPr>
              <a:t>Effective</a:t>
            </a:r>
          </a:p>
          <a:p>
            <a:pPr marL="0" indent="0" algn="l">
              <a:lnSpc>
                <a:spcPct val="90000"/>
              </a:lnSpc>
              <a:spcBef>
                <a:spcPts val="652"/>
              </a:spcBef>
              <a:buNone/>
            </a:pPr>
            <a:r>
              <a:rPr lang="en-US" sz="913" dirty="0">
                <a:solidFill>
                  <a:srgbClr val="FFFFFF"/>
                </a:solidFill>
                <a:latin typeface="Lexend Regular" pitchFamily="34" charset="0"/>
                <a:ea typeface="Lexend Regular" pitchFamily="34" charset="-122"/>
              </a:rPr>
              <a:t>Facial+ voice generally performs best</a:t>
            </a:r>
          </a:p>
          <a:p>
            <a:pPr marL="0" indent="0" algn="l">
              <a:lnSpc>
                <a:spcPct val="90000"/>
              </a:lnSpc>
              <a:spcBef>
                <a:spcPts val="652"/>
              </a:spcBef>
              <a:buNone/>
            </a:pPr>
            <a:r>
              <a:rPr lang="en-US" sz="913" dirty="0">
                <a:solidFill>
                  <a:srgbClr val="FFFFFF"/>
                </a:solidFill>
                <a:latin typeface="Lexend Regular" pitchFamily="34" charset="0"/>
                <a:ea typeface="Lexend Regular" pitchFamily="34" charset="-122"/>
              </a:rPr>
              <a:t>CMER is applicable in HCI, education, healthcare</a:t>
            </a:r>
            <a:endParaRPr lang="en-US" sz="913" dirty="0"/>
          </a:p>
        </p:txBody>
      </p:sp>
      <p:sp>
        <p:nvSpPr>
          <p:cNvPr id="20" name="Text 18"/>
          <p:cNvSpPr/>
          <p:nvPr/>
        </p:nvSpPr>
        <p:spPr>
          <a:xfrm>
            <a:off x="5510639" y="4400207"/>
            <a:ext cx="320040" cy="284480"/>
          </a:xfrm>
          <a:custGeom>
            <a:avLst/>
            <a:gdLst/>
            <a:ahLst/>
            <a:cxnLst/>
            <a:rect l="l" t="t" r="r" b="b"/>
            <a:pathLst>
              <a:path w="320040" h="284480">
                <a:moveTo>
                  <a:pt x="138238" y="172076"/>
                </a:moveTo>
                <a:cubicBezTo>
                  <a:pt x="122902" y="155241"/>
                  <a:pt x="101843" y="115957"/>
                  <a:pt x="98345" y="26670"/>
                </a:cubicBezTo>
                <a:lnTo>
                  <a:pt x="221804" y="26670"/>
                </a:lnTo>
                <a:cubicBezTo>
                  <a:pt x="218248" y="115960"/>
                  <a:pt x="197189" y="155241"/>
                  <a:pt x="181911" y="172076"/>
                </a:cubicBezTo>
                <a:cubicBezTo>
                  <a:pt x="174300" y="180466"/>
                  <a:pt x="167519" y="183968"/>
                  <a:pt x="163518" y="185467"/>
                </a:cubicBezTo>
                <a:cubicBezTo>
                  <a:pt x="162075" y="186021"/>
                  <a:pt x="160906" y="186300"/>
                  <a:pt x="160129" y="186522"/>
                </a:cubicBezTo>
                <a:cubicBezTo>
                  <a:pt x="159351" y="186354"/>
                  <a:pt x="158183" y="186021"/>
                  <a:pt x="156740" y="185467"/>
                </a:cubicBezTo>
                <a:cubicBezTo>
                  <a:pt x="152739" y="183967"/>
                  <a:pt x="145961" y="180466"/>
                  <a:pt x="138347" y="172076"/>
                </a:cubicBezTo>
                <a:lnTo>
                  <a:pt x="138238" y="172076"/>
                </a:lnTo>
                <a:moveTo>
                  <a:pt x="222249" y="0"/>
                </a:moveTo>
                <a:lnTo>
                  <a:pt x="97788" y="0"/>
                </a:lnTo>
                <a:cubicBezTo>
                  <a:pt x="83063" y="0"/>
                  <a:pt x="71062" y="12113"/>
                  <a:pt x="71619" y="26781"/>
                </a:cubicBezTo>
                <a:cubicBezTo>
                  <a:pt x="71731" y="29725"/>
                  <a:pt x="71839" y="32670"/>
                  <a:pt x="72009" y="35560"/>
                </a:cubicBezTo>
                <a:lnTo>
                  <a:pt x="13336" y="35560"/>
                </a:lnTo>
                <a:cubicBezTo>
                  <a:pt x="5946" y="35560"/>
                  <a:pt x="0" y="41506"/>
                  <a:pt x="0" y="48896"/>
                </a:cubicBezTo>
                <a:cubicBezTo>
                  <a:pt x="0" y="109181"/>
                  <a:pt x="25504" y="147631"/>
                  <a:pt x="56397" y="171468"/>
                </a:cubicBezTo>
                <a:cubicBezTo>
                  <a:pt x="86347" y="194638"/>
                  <a:pt x="120684" y="203472"/>
                  <a:pt x="139464" y="206860"/>
                </a:cubicBezTo>
                <a:cubicBezTo>
                  <a:pt x="142075" y="208248"/>
                  <a:pt x="144520" y="209360"/>
                  <a:pt x="146741" y="210248"/>
                </a:cubicBezTo>
                <a:lnTo>
                  <a:pt x="146741" y="257810"/>
                </a:lnTo>
                <a:lnTo>
                  <a:pt x="102291" y="257810"/>
                </a:lnTo>
                <a:cubicBezTo>
                  <a:pt x="94901" y="257810"/>
                  <a:pt x="88955" y="263756"/>
                  <a:pt x="88955" y="271146"/>
                </a:cubicBezTo>
                <a:cubicBezTo>
                  <a:pt x="88955" y="278537"/>
                  <a:pt x="94901" y="284483"/>
                  <a:pt x="102291" y="284483"/>
                </a:cubicBezTo>
                <a:lnTo>
                  <a:pt x="160078" y="284483"/>
                </a:lnTo>
                <a:lnTo>
                  <a:pt x="217864" y="284483"/>
                </a:lnTo>
                <a:cubicBezTo>
                  <a:pt x="225254" y="284483"/>
                  <a:pt x="231200" y="278537"/>
                  <a:pt x="231200" y="271149"/>
                </a:cubicBezTo>
                <a:cubicBezTo>
                  <a:pt x="231200" y="263758"/>
                  <a:pt x="225254" y="257816"/>
                  <a:pt x="217864" y="257816"/>
                </a:cubicBezTo>
                <a:lnTo>
                  <a:pt x="173414" y="257816"/>
                </a:lnTo>
                <a:lnTo>
                  <a:pt x="173414" y="210254"/>
                </a:lnTo>
                <a:cubicBezTo>
                  <a:pt x="175635" y="209363"/>
                  <a:pt x="178080" y="208254"/>
                  <a:pt x="180691" y="206865"/>
                </a:cubicBezTo>
                <a:cubicBezTo>
                  <a:pt x="199471" y="203531"/>
                  <a:pt x="233754" y="194641"/>
                  <a:pt x="263758" y="171473"/>
                </a:cubicBezTo>
                <a:cubicBezTo>
                  <a:pt x="294539" y="147637"/>
                  <a:pt x="320043" y="109186"/>
                  <a:pt x="320043" y="48902"/>
                </a:cubicBezTo>
                <a:cubicBezTo>
                  <a:pt x="320043" y="41511"/>
                  <a:pt x="314097" y="35569"/>
                  <a:pt x="306707" y="35569"/>
                </a:cubicBezTo>
                <a:lnTo>
                  <a:pt x="248034" y="35569"/>
                </a:lnTo>
                <a:cubicBezTo>
                  <a:pt x="248201" y="32678"/>
                  <a:pt x="248313" y="29791"/>
                  <a:pt x="248425" y="26790"/>
                </a:cubicBezTo>
                <a:cubicBezTo>
                  <a:pt x="248981" y="12122"/>
                  <a:pt x="236980" y="9"/>
                  <a:pt x="222255" y="9"/>
                </a:cubicBezTo>
                <a:lnTo>
                  <a:pt x="222249" y="0"/>
                </a:lnTo>
                <a:moveTo>
                  <a:pt x="245976" y="62230"/>
                </a:moveTo>
                <a:lnTo>
                  <a:pt x="292872" y="62230"/>
                </a:lnTo>
                <a:cubicBezTo>
                  <a:pt x="289537" y="105792"/>
                  <a:pt x="269925" y="132960"/>
                  <a:pt x="247365" y="150353"/>
                </a:cubicBezTo>
                <a:cubicBezTo>
                  <a:pt x="237643" y="157909"/>
                  <a:pt x="227196" y="163690"/>
                  <a:pt x="217141" y="168133"/>
                </a:cubicBezTo>
                <a:cubicBezTo>
                  <a:pt x="229754" y="145742"/>
                  <a:pt x="240923" y="112293"/>
                  <a:pt x="245976" y="62230"/>
                </a:cubicBezTo>
                <a:lnTo>
                  <a:pt x="245976" y="62230"/>
                </a:lnTo>
                <a:moveTo>
                  <a:pt x="102902" y="168133"/>
                </a:moveTo>
                <a:cubicBezTo>
                  <a:pt x="92847" y="163690"/>
                  <a:pt x="82455" y="157909"/>
                  <a:pt x="72678" y="150353"/>
                </a:cubicBezTo>
                <a:cubicBezTo>
                  <a:pt x="50118" y="132963"/>
                  <a:pt x="30506" y="105792"/>
                  <a:pt x="27171" y="62230"/>
                </a:cubicBezTo>
                <a:lnTo>
                  <a:pt x="74067" y="62230"/>
                </a:lnTo>
                <a:cubicBezTo>
                  <a:pt x="79124" y="112293"/>
                  <a:pt x="90290" y="145739"/>
                  <a:pt x="102903" y="168133"/>
                </a:cubicBezTo>
                <a:lnTo>
                  <a:pt x="102902" y="168133"/>
                </a:lnTo>
              </a:path>
            </a:pathLst>
          </a:cu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296566" y="3171455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600" dirty="0">
                <a:solidFill>
                  <a:srgbClr val="FFFFFF"/>
                </a:solidFill>
                <a:latin typeface="Lexend Deca Bold" pitchFamily="34" charset="0"/>
                <a:ea typeface="Lexend Deca Bold" pitchFamily="34" charset="-122"/>
                <a:cs typeface="Lexend Deca Bold" pitchFamily="34" charset="-120"/>
              </a:rPr>
              <a:t>Dataset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296566" y="3513419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652"/>
              </a:spcBef>
              <a:buNone/>
            </a:pPr>
            <a:r>
              <a:rPr lang="en-US" sz="913" dirty="0">
                <a:solidFill>
                  <a:srgbClr val="FFFFFF"/>
                </a:solidFill>
                <a:latin typeface="Lexend Regular" pitchFamily="34" charset="0"/>
                <a:ea typeface="Lexend Regular" pitchFamily="34" charset="-122"/>
              </a:rPr>
              <a:t>CK + Extended Cohn-Kanade</a:t>
            </a:r>
          </a:p>
          <a:p>
            <a:pPr marL="0" indent="0" algn="l">
              <a:lnSpc>
                <a:spcPct val="90000"/>
              </a:lnSpc>
              <a:spcBef>
                <a:spcPts val="652"/>
              </a:spcBef>
              <a:buNone/>
            </a:pPr>
            <a:r>
              <a:rPr lang="en-US" sz="913" dirty="0">
                <a:solidFill>
                  <a:srgbClr val="FFFFFF"/>
                </a:solidFill>
                <a:latin typeface="Lexend Regular" pitchFamily="34" charset="0"/>
                <a:ea typeface="Lexend Regular" pitchFamily="34" charset="-122"/>
              </a:rPr>
              <a:t>RAVDESS</a:t>
            </a:r>
            <a:endParaRPr lang="en-US" sz="913" dirty="0"/>
          </a:p>
        </p:txBody>
      </p:sp>
      <p:sp>
        <p:nvSpPr>
          <p:cNvPr id="23" name="Text 21"/>
          <p:cNvSpPr/>
          <p:nvPr/>
        </p:nvSpPr>
        <p:spPr>
          <a:xfrm>
            <a:off x="5510639" y="3279447"/>
            <a:ext cx="280035" cy="320040"/>
          </a:xfrm>
          <a:custGeom>
            <a:avLst/>
            <a:gdLst/>
            <a:ahLst/>
            <a:cxnLst/>
            <a:rect l="l" t="t" r="r" b="b"/>
            <a:pathLst>
              <a:path w="280035" h="320040">
                <a:moveTo>
                  <a:pt x="250032" y="53757"/>
                </a:moveTo>
                <a:lnTo>
                  <a:pt x="250032" y="109201"/>
                </a:lnTo>
                <a:cubicBezTo>
                  <a:pt x="241718" y="113701"/>
                  <a:pt x="230278" y="118076"/>
                  <a:pt x="215778" y="121641"/>
                </a:cubicBezTo>
                <a:cubicBezTo>
                  <a:pt x="194588" y="126893"/>
                  <a:pt x="168461" y="130016"/>
                  <a:pt x="140017" y="130016"/>
                </a:cubicBezTo>
                <a:cubicBezTo>
                  <a:pt x="111577" y="130016"/>
                  <a:pt x="85447" y="126889"/>
                  <a:pt x="64257" y="121641"/>
                </a:cubicBezTo>
                <a:cubicBezTo>
                  <a:pt x="49754" y="118079"/>
                  <a:pt x="38317" y="113765"/>
                  <a:pt x="30003" y="109201"/>
                </a:cubicBezTo>
                <a:lnTo>
                  <a:pt x="30003" y="53757"/>
                </a:lnTo>
                <a:lnTo>
                  <a:pt x="30378" y="53443"/>
                </a:lnTo>
                <a:cubicBezTo>
                  <a:pt x="33691" y="50630"/>
                  <a:pt x="40317" y="46755"/>
                  <a:pt x="51131" y="42879"/>
                </a:cubicBezTo>
                <a:cubicBezTo>
                  <a:pt x="72448" y="35316"/>
                  <a:pt x="103887" y="30004"/>
                  <a:pt x="140017" y="30004"/>
                </a:cubicBezTo>
                <a:cubicBezTo>
                  <a:pt x="176147" y="30004"/>
                  <a:pt x="207587" y="35316"/>
                  <a:pt x="228903" y="42879"/>
                </a:cubicBezTo>
                <a:cubicBezTo>
                  <a:pt x="239718" y="46755"/>
                  <a:pt x="246279" y="50630"/>
                  <a:pt x="249657" y="53443"/>
                </a:cubicBezTo>
                <a:lnTo>
                  <a:pt x="250032" y="53757"/>
                </a:lnTo>
                <a:moveTo>
                  <a:pt x="250032" y="142207"/>
                </a:moveTo>
                <a:lnTo>
                  <a:pt x="250032" y="189211"/>
                </a:lnTo>
                <a:cubicBezTo>
                  <a:pt x="241718" y="193711"/>
                  <a:pt x="230278" y="198086"/>
                  <a:pt x="215778" y="201651"/>
                </a:cubicBezTo>
                <a:cubicBezTo>
                  <a:pt x="194588" y="206903"/>
                  <a:pt x="168461" y="210026"/>
                  <a:pt x="140017" y="210026"/>
                </a:cubicBezTo>
                <a:cubicBezTo>
                  <a:pt x="111577" y="210026"/>
                  <a:pt x="85447" y="206899"/>
                  <a:pt x="64257" y="201651"/>
                </a:cubicBezTo>
                <a:cubicBezTo>
                  <a:pt x="49754" y="198089"/>
                  <a:pt x="38317" y="193775"/>
                  <a:pt x="30003" y="189211"/>
                </a:cubicBezTo>
                <a:lnTo>
                  <a:pt x="30003" y="142207"/>
                </a:lnTo>
                <a:cubicBezTo>
                  <a:pt x="38317" y="145519"/>
                  <a:pt x="47443" y="148396"/>
                  <a:pt x="57068" y="150771"/>
                </a:cubicBezTo>
                <a:cubicBezTo>
                  <a:pt x="80947" y="156647"/>
                  <a:pt x="109513" y="160023"/>
                  <a:pt x="140017" y="160023"/>
                </a:cubicBezTo>
                <a:cubicBezTo>
                  <a:pt x="170522" y="160023"/>
                  <a:pt x="199088" y="156647"/>
                  <a:pt x="222966" y="150771"/>
                </a:cubicBezTo>
                <a:cubicBezTo>
                  <a:pt x="232591" y="148396"/>
                  <a:pt x="241718" y="145583"/>
                  <a:pt x="250032" y="142207"/>
                </a:cubicBezTo>
                <a:lnTo>
                  <a:pt x="250032" y="142207"/>
                </a:lnTo>
                <a:moveTo>
                  <a:pt x="30003" y="266283"/>
                </a:moveTo>
                <a:lnTo>
                  <a:pt x="30003" y="222277"/>
                </a:lnTo>
                <a:cubicBezTo>
                  <a:pt x="38317" y="225590"/>
                  <a:pt x="47444" y="228467"/>
                  <a:pt x="57068" y="230842"/>
                </a:cubicBezTo>
                <a:cubicBezTo>
                  <a:pt x="80947" y="236654"/>
                  <a:pt x="109513" y="240030"/>
                  <a:pt x="140017" y="240030"/>
                </a:cubicBezTo>
                <a:cubicBezTo>
                  <a:pt x="170522" y="240030"/>
                  <a:pt x="199088" y="236654"/>
                  <a:pt x="222967" y="230778"/>
                </a:cubicBezTo>
                <a:cubicBezTo>
                  <a:pt x="232591" y="228403"/>
                  <a:pt x="241718" y="225590"/>
                  <a:pt x="250032" y="222213"/>
                </a:cubicBezTo>
                <a:lnTo>
                  <a:pt x="250032" y="266219"/>
                </a:lnTo>
                <a:lnTo>
                  <a:pt x="249657" y="266533"/>
                </a:lnTo>
                <a:cubicBezTo>
                  <a:pt x="246344" y="269346"/>
                  <a:pt x="239718" y="273221"/>
                  <a:pt x="228903" y="277097"/>
                </a:cubicBezTo>
                <a:cubicBezTo>
                  <a:pt x="207587" y="284724"/>
                  <a:pt x="176148" y="290036"/>
                  <a:pt x="140017" y="290036"/>
                </a:cubicBezTo>
                <a:cubicBezTo>
                  <a:pt x="103887" y="290036"/>
                  <a:pt x="72448" y="284724"/>
                  <a:pt x="51132" y="277161"/>
                </a:cubicBezTo>
                <a:cubicBezTo>
                  <a:pt x="40317" y="273285"/>
                  <a:pt x="33755" y="269410"/>
                  <a:pt x="30378" y="266597"/>
                </a:cubicBezTo>
                <a:lnTo>
                  <a:pt x="30003" y="266283"/>
                </a:lnTo>
                <a:moveTo>
                  <a:pt x="251343" y="264971"/>
                </a:moveTo>
                <a:cubicBezTo>
                  <a:pt x="251343" y="264971"/>
                  <a:pt x="251343" y="265035"/>
                  <a:pt x="251217" y="265096"/>
                </a:cubicBezTo>
                <a:lnTo>
                  <a:pt x="251278" y="264971"/>
                </a:lnTo>
                <a:cubicBezTo>
                  <a:pt x="251278" y="264971"/>
                  <a:pt x="251278" y="264971"/>
                  <a:pt x="251278" y="264907"/>
                </a:cubicBezTo>
                <a:lnTo>
                  <a:pt x="251343" y="264971"/>
                </a:lnTo>
                <a:moveTo>
                  <a:pt x="28754" y="264971"/>
                </a:moveTo>
                <a:cubicBezTo>
                  <a:pt x="28754" y="264971"/>
                  <a:pt x="28754" y="265035"/>
                  <a:pt x="28880" y="265096"/>
                </a:cubicBezTo>
                <a:cubicBezTo>
                  <a:pt x="28818" y="265032"/>
                  <a:pt x="28818" y="264971"/>
                  <a:pt x="28754" y="264971"/>
                </a:cubicBezTo>
                <a:moveTo>
                  <a:pt x="28754" y="55069"/>
                </a:moveTo>
                <a:cubicBezTo>
                  <a:pt x="28754" y="55069"/>
                  <a:pt x="28816" y="55005"/>
                  <a:pt x="28880" y="54944"/>
                </a:cubicBezTo>
                <a:cubicBezTo>
                  <a:pt x="28818" y="55008"/>
                  <a:pt x="28754" y="55069"/>
                  <a:pt x="28754" y="55069"/>
                </a:cubicBezTo>
                <a:moveTo>
                  <a:pt x="251281" y="54944"/>
                </a:moveTo>
                <a:cubicBezTo>
                  <a:pt x="251343" y="55008"/>
                  <a:pt x="251407" y="55069"/>
                  <a:pt x="251407" y="55069"/>
                </a:cubicBezTo>
                <a:cubicBezTo>
                  <a:pt x="251407" y="55069"/>
                  <a:pt x="251407" y="55005"/>
                  <a:pt x="251281" y="54944"/>
                </a:cubicBezTo>
                <a:moveTo>
                  <a:pt x="280035" y="270034"/>
                </a:moveTo>
                <a:lnTo>
                  <a:pt x="280035" y="50006"/>
                </a:lnTo>
                <a:cubicBezTo>
                  <a:pt x="280035" y="22377"/>
                  <a:pt x="217341" y="0"/>
                  <a:pt x="140017" y="0"/>
                </a:cubicBezTo>
                <a:cubicBezTo>
                  <a:pt x="62694" y="0"/>
                  <a:pt x="0" y="22377"/>
                  <a:pt x="0" y="50006"/>
                </a:cubicBezTo>
                <a:lnTo>
                  <a:pt x="0" y="270034"/>
                </a:lnTo>
                <a:cubicBezTo>
                  <a:pt x="0" y="297663"/>
                  <a:pt x="62694" y="320040"/>
                  <a:pt x="140017" y="320040"/>
                </a:cubicBezTo>
                <a:cubicBezTo>
                  <a:pt x="217341" y="320040"/>
                  <a:pt x="280035" y="297663"/>
                  <a:pt x="280035" y="270034"/>
                </a:cubicBezTo>
              </a:path>
            </a:pathLst>
          </a:cu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296566" y="1941153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600" dirty="0">
                <a:solidFill>
                  <a:srgbClr val="FFFFFF"/>
                </a:solidFill>
                <a:latin typeface="Lexend Deca Bold" pitchFamily="34" charset="0"/>
                <a:ea typeface="Lexend Deca Bold" pitchFamily="34" charset="-122"/>
                <a:cs typeface="Lexend Deca Bold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296566" y="2164959"/>
            <a:ext cx="5303520" cy="800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652"/>
              </a:spcBef>
              <a:buNone/>
            </a:pPr>
            <a:r>
              <a:rPr lang="en-US" sz="913" dirty="0">
                <a:solidFill>
                  <a:srgbClr val="FFFFFF"/>
                </a:solidFill>
                <a:latin typeface="Lexend Regular" pitchFamily="34" charset="0"/>
                <a:ea typeface="Lexend Regular" pitchFamily="34" charset="-122"/>
              </a:rPr>
              <a:t>Literature Review</a:t>
            </a:r>
          </a:p>
          <a:p>
            <a:pPr marL="0" indent="0" algn="l">
              <a:lnSpc>
                <a:spcPct val="90000"/>
              </a:lnSpc>
              <a:spcBef>
                <a:spcPts val="652"/>
              </a:spcBef>
              <a:buNone/>
            </a:pPr>
            <a:r>
              <a:rPr lang="en-US" sz="913" dirty="0">
                <a:solidFill>
                  <a:srgbClr val="FFFFFF"/>
                </a:solidFill>
                <a:latin typeface="Lexend Regular" pitchFamily="34" charset="0"/>
                <a:ea typeface="Lexend Regular" pitchFamily="34" charset="-122"/>
              </a:rPr>
              <a:t>Analyses of Modalities</a:t>
            </a:r>
          </a:p>
          <a:p>
            <a:pPr marL="0" indent="0" algn="l">
              <a:lnSpc>
                <a:spcPct val="90000"/>
              </a:lnSpc>
              <a:spcBef>
                <a:spcPts val="652"/>
              </a:spcBef>
              <a:buNone/>
            </a:pPr>
            <a:r>
              <a:rPr lang="en-US" sz="913" dirty="0">
                <a:solidFill>
                  <a:srgbClr val="FFFFFF"/>
                </a:solidFill>
                <a:latin typeface="Lexend Regular" pitchFamily="34" charset="0"/>
                <a:ea typeface="Lexend Regular" pitchFamily="34" charset="-122"/>
              </a:rPr>
              <a:t>Comparative Schema</a:t>
            </a:r>
          </a:p>
          <a:p>
            <a:pPr marL="0" indent="0" algn="l">
              <a:lnSpc>
                <a:spcPct val="90000"/>
              </a:lnSpc>
              <a:spcBef>
                <a:spcPts val="652"/>
              </a:spcBef>
              <a:buNone/>
            </a:pPr>
            <a:r>
              <a:rPr lang="en-US" sz="913" dirty="0">
                <a:solidFill>
                  <a:srgbClr val="FFFFFF"/>
                </a:solidFill>
                <a:latin typeface="Lexend Regular" pitchFamily="34" charset="0"/>
                <a:ea typeface="Lexend Regular" pitchFamily="34" charset="-122"/>
              </a:rPr>
              <a:t>Evaluation of Use cases</a:t>
            </a:r>
          </a:p>
          <a:p>
            <a:pPr marL="0" indent="0" algn="l">
              <a:lnSpc>
                <a:spcPct val="90000"/>
              </a:lnSpc>
              <a:spcBef>
                <a:spcPts val="652"/>
              </a:spcBef>
              <a:buNone/>
            </a:pPr>
            <a:endParaRPr lang="en-US" sz="913" dirty="0"/>
          </a:p>
        </p:txBody>
      </p:sp>
      <p:sp>
        <p:nvSpPr>
          <p:cNvPr id="26" name="Text 24"/>
          <p:cNvSpPr/>
          <p:nvPr/>
        </p:nvSpPr>
        <p:spPr>
          <a:xfrm>
            <a:off x="5510639" y="2101173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40" h="320040">
                <a:moveTo>
                  <a:pt x="95948" y="48070"/>
                </a:moveTo>
                <a:cubicBezTo>
                  <a:pt x="94761" y="52320"/>
                  <a:pt x="91698" y="55821"/>
                  <a:pt x="87697" y="57633"/>
                </a:cubicBezTo>
                <a:cubicBezTo>
                  <a:pt x="77322" y="62321"/>
                  <a:pt x="70070" y="72697"/>
                  <a:pt x="70009" y="84823"/>
                </a:cubicBezTo>
                <a:cubicBezTo>
                  <a:pt x="69945" y="90511"/>
                  <a:pt x="66757" y="95638"/>
                  <a:pt x="61694" y="98137"/>
                </a:cubicBezTo>
                <a:cubicBezTo>
                  <a:pt x="51757" y="103075"/>
                  <a:pt x="45004" y="113265"/>
                  <a:pt x="45004" y="125014"/>
                </a:cubicBezTo>
                <a:cubicBezTo>
                  <a:pt x="45004" y="129453"/>
                  <a:pt x="45942" y="133578"/>
                  <a:pt x="47628" y="137329"/>
                </a:cubicBezTo>
                <a:cubicBezTo>
                  <a:pt x="50377" y="143394"/>
                  <a:pt x="48816" y="150457"/>
                  <a:pt x="43817" y="154832"/>
                </a:cubicBezTo>
                <a:cubicBezTo>
                  <a:pt x="35316" y="162145"/>
                  <a:pt x="30004" y="172959"/>
                  <a:pt x="30004" y="185025"/>
                </a:cubicBezTo>
                <a:cubicBezTo>
                  <a:pt x="30004" y="197650"/>
                  <a:pt x="35816" y="208839"/>
                  <a:pt x="44943" y="216216"/>
                </a:cubicBezTo>
                <a:cubicBezTo>
                  <a:pt x="49132" y="219592"/>
                  <a:pt x="51194" y="224966"/>
                  <a:pt x="50381" y="230282"/>
                </a:cubicBezTo>
                <a:cubicBezTo>
                  <a:pt x="50131" y="231843"/>
                  <a:pt x="50006" y="233408"/>
                  <a:pt x="50006" y="235031"/>
                </a:cubicBezTo>
                <a:cubicBezTo>
                  <a:pt x="50006" y="251347"/>
                  <a:pt x="63006" y="264596"/>
                  <a:pt x="79197" y="265035"/>
                </a:cubicBezTo>
                <a:cubicBezTo>
                  <a:pt x="84948" y="265224"/>
                  <a:pt x="90072" y="268597"/>
                  <a:pt x="92450" y="273849"/>
                </a:cubicBezTo>
                <a:cubicBezTo>
                  <a:pt x="96764" y="283411"/>
                  <a:pt x="106388" y="290039"/>
                  <a:pt x="117515" y="290039"/>
                </a:cubicBezTo>
                <a:cubicBezTo>
                  <a:pt x="132705" y="290039"/>
                  <a:pt x="145020" y="277724"/>
                  <a:pt x="145020" y="262535"/>
                </a:cubicBezTo>
                <a:lnTo>
                  <a:pt x="145020" y="55008"/>
                </a:lnTo>
                <a:cubicBezTo>
                  <a:pt x="145020" y="41196"/>
                  <a:pt x="133831" y="30007"/>
                  <a:pt x="120018" y="30007"/>
                </a:cubicBezTo>
                <a:cubicBezTo>
                  <a:pt x="108641" y="30007"/>
                  <a:pt x="98953" y="37634"/>
                  <a:pt x="95951" y="48073"/>
                </a:cubicBezTo>
                <a:lnTo>
                  <a:pt x="95948" y="48070"/>
                </a:lnTo>
                <a:moveTo>
                  <a:pt x="160020" y="301289"/>
                </a:moveTo>
                <a:cubicBezTo>
                  <a:pt x="149519" y="312852"/>
                  <a:pt x="134330" y="320040"/>
                  <a:pt x="117515" y="320040"/>
                </a:cubicBezTo>
                <a:cubicBezTo>
                  <a:pt x="97388" y="320040"/>
                  <a:pt x="79699" y="309725"/>
                  <a:pt x="69445" y="294101"/>
                </a:cubicBezTo>
                <a:cubicBezTo>
                  <a:pt x="41317" y="289102"/>
                  <a:pt x="20003" y="264535"/>
                  <a:pt x="20003" y="235031"/>
                </a:cubicBezTo>
                <a:cubicBezTo>
                  <a:pt x="20003" y="234717"/>
                  <a:pt x="20003" y="234343"/>
                  <a:pt x="20003" y="234029"/>
                </a:cubicBezTo>
                <a:cubicBezTo>
                  <a:pt x="7627" y="221404"/>
                  <a:pt x="0" y="204090"/>
                  <a:pt x="0" y="185025"/>
                </a:cubicBezTo>
                <a:cubicBezTo>
                  <a:pt x="0" y="167647"/>
                  <a:pt x="6314" y="151769"/>
                  <a:pt x="16751" y="139582"/>
                </a:cubicBezTo>
                <a:cubicBezTo>
                  <a:pt x="15624" y="134894"/>
                  <a:pt x="15000" y="130019"/>
                  <a:pt x="15000" y="125017"/>
                </a:cubicBezTo>
                <a:cubicBezTo>
                  <a:pt x="15000" y="104640"/>
                  <a:pt x="25190" y="86574"/>
                  <a:pt x="40690" y="75760"/>
                </a:cubicBezTo>
                <a:cubicBezTo>
                  <a:pt x="43503" y="57694"/>
                  <a:pt x="54317" y="42319"/>
                  <a:pt x="69381" y="33380"/>
                </a:cubicBezTo>
                <a:cubicBezTo>
                  <a:pt x="77821" y="13752"/>
                  <a:pt x="97321" y="0"/>
                  <a:pt x="120012" y="0"/>
                </a:cubicBezTo>
                <a:cubicBezTo>
                  <a:pt x="135764" y="0"/>
                  <a:pt x="150016" y="6625"/>
                  <a:pt x="160017" y="17253"/>
                </a:cubicBezTo>
                <a:cubicBezTo>
                  <a:pt x="170018" y="6628"/>
                  <a:pt x="184269" y="0"/>
                  <a:pt x="200022" y="0"/>
                </a:cubicBezTo>
                <a:cubicBezTo>
                  <a:pt x="222713" y="0"/>
                  <a:pt x="242216" y="13752"/>
                  <a:pt x="250591" y="33380"/>
                </a:cubicBezTo>
                <a:cubicBezTo>
                  <a:pt x="265656" y="42319"/>
                  <a:pt x="276531" y="57697"/>
                  <a:pt x="279283" y="75760"/>
                </a:cubicBezTo>
                <a:cubicBezTo>
                  <a:pt x="294846" y="86574"/>
                  <a:pt x="305037" y="104637"/>
                  <a:pt x="305037" y="125017"/>
                </a:cubicBezTo>
                <a:cubicBezTo>
                  <a:pt x="305037" y="130019"/>
                  <a:pt x="304412" y="134894"/>
                  <a:pt x="303286" y="139582"/>
                </a:cubicBezTo>
                <a:cubicBezTo>
                  <a:pt x="313726" y="151833"/>
                  <a:pt x="320037" y="167711"/>
                  <a:pt x="320037" y="185025"/>
                </a:cubicBezTo>
                <a:cubicBezTo>
                  <a:pt x="320037" y="204090"/>
                  <a:pt x="312410" y="221404"/>
                  <a:pt x="300034" y="234029"/>
                </a:cubicBezTo>
                <a:cubicBezTo>
                  <a:pt x="300034" y="234343"/>
                  <a:pt x="300034" y="234717"/>
                  <a:pt x="300034" y="235031"/>
                </a:cubicBezTo>
                <a:cubicBezTo>
                  <a:pt x="300034" y="264596"/>
                  <a:pt x="278720" y="289102"/>
                  <a:pt x="250591" y="294101"/>
                </a:cubicBezTo>
                <a:cubicBezTo>
                  <a:pt x="240340" y="309728"/>
                  <a:pt x="222652" y="320040"/>
                  <a:pt x="202521" y="320040"/>
                </a:cubicBezTo>
                <a:cubicBezTo>
                  <a:pt x="185706" y="320040"/>
                  <a:pt x="170517" y="312788"/>
                  <a:pt x="160017" y="301289"/>
                </a:cubicBezTo>
                <a:lnTo>
                  <a:pt x="160020" y="301289"/>
                </a:lnTo>
                <a:moveTo>
                  <a:pt x="175023" y="262532"/>
                </a:moveTo>
                <a:cubicBezTo>
                  <a:pt x="175023" y="277721"/>
                  <a:pt x="187339" y="290036"/>
                  <a:pt x="202528" y="290036"/>
                </a:cubicBezTo>
                <a:cubicBezTo>
                  <a:pt x="213655" y="290036"/>
                  <a:pt x="223279" y="283411"/>
                  <a:pt x="227593" y="273845"/>
                </a:cubicBezTo>
                <a:cubicBezTo>
                  <a:pt x="229968" y="268594"/>
                  <a:pt x="235095" y="265156"/>
                  <a:pt x="240846" y="265032"/>
                </a:cubicBezTo>
                <a:cubicBezTo>
                  <a:pt x="257037" y="264593"/>
                  <a:pt x="270037" y="251344"/>
                  <a:pt x="270037" y="235028"/>
                </a:cubicBezTo>
                <a:cubicBezTo>
                  <a:pt x="270037" y="233402"/>
                  <a:pt x="269912" y="231776"/>
                  <a:pt x="269663" y="230278"/>
                </a:cubicBezTo>
                <a:cubicBezTo>
                  <a:pt x="268789" y="224966"/>
                  <a:pt x="270914" y="219589"/>
                  <a:pt x="275100" y="216213"/>
                </a:cubicBezTo>
                <a:cubicBezTo>
                  <a:pt x="284228" y="208836"/>
                  <a:pt x="290039" y="197647"/>
                  <a:pt x="290039" y="185022"/>
                </a:cubicBezTo>
                <a:cubicBezTo>
                  <a:pt x="290039" y="172956"/>
                  <a:pt x="284727" y="162145"/>
                  <a:pt x="276227" y="154829"/>
                </a:cubicBezTo>
                <a:cubicBezTo>
                  <a:pt x="271228" y="150515"/>
                  <a:pt x="269662" y="143391"/>
                  <a:pt x="272415" y="137326"/>
                </a:cubicBezTo>
                <a:cubicBezTo>
                  <a:pt x="274101" y="133575"/>
                  <a:pt x="275039" y="129450"/>
                  <a:pt x="275039" y="125011"/>
                </a:cubicBezTo>
                <a:cubicBezTo>
                  <a:pt x="275039" y="113259"/>
                  <a:pt x="268290" y="103072"/>
                  <a:pt x="258349" y="98134"/>
                </a:cubicBezTo>
                <a:cubicBezTo>
                  <a:pt x="253286" y="95634"/>
                  <a:pt x="250034" y="90447"/>
                  <a:pt x="250034" y="84820"/>
                </a:cubicBezTo>
                <a:cubicBezTo>
                  <a:pt x="249970" y="72755"/>
                  <a:pt x="242721" y="62318"/>
                  <a:pt x="232346" y="57630"/>
                </a:cubicBezTo>
                <a:cubicBezTo>
                  <a:pt x="228345" y="55818"/>
                  <a:pt x="225283" y="52317"/>
                  <a:pt x="224095" y="48067"/>
                </a:cubicBezTo>
                <a:cubicBezTo>
                  <a:pt x="221096" y="37627"/>
                  <a:pt x="211406" y="30001"/>
                  <a:pt x="200028" y="30001"/>
                </a:cubicBezTo>
                <a:cubicBezTo>
                  <a:pt x="186215" y="30001"/>
                  <a:pt x="175027" y="41189"/>
                  <a:pt x="175027" y="55005"/>
                </a:cubicBezTo>
                <a:lnTo>
                  <a:pt x="175023" y="262532"/>
                </a:lnTo>
              </a:path>
            </a:pathLst>
          </a:cu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296566" y="83636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600" dirty="0">
                <a:solidFill>
                  <a:srgbClr val="FFFFFF"/>
                </a:solidFill>
                <a:latin typeface="Lexend Deca Bold" pitchFamily="34" charset="0"/>
                <a:ea typeface="Lexend Deca Bold" pitchFamily="34" charset="-122"/>
                <a:cs typeface="Lexend Deca Bold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296566" y="1207246"/>
            <a:ext cx="5303520" cy="588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652"/>
              </a:spcBef>
              <a:buNone/>
            </a:pPr>
            <a:r>
              <a:rPr lang="en-US" sz="913" dirty="0">
                <a:solidFill>
                  <a:srgbClr val="FFFFFF"/>
                </a:solidFill>
                <a:latin typeface="Lexend Regular" pitchFamily="34" charset="0"/>
                <a:ea typeface="Lexend Regular" pitchFamily="34" charset="-122"/>
              </a:rPr>
              <a:t>Reliability of current MER systems(which use multiple signals) on contact -based sensors can be impractical for real world applications.</a:t>
            </a:r>
          </a:p>
          <a:p>
            <a:pPr marL="0" indent="0" algn="l">
              <a:lnSpc>
                <a:spcPct val="90000"/>
              </a:lnSpc>
              <a:spcBef>
                <a:spcPts val="652"/>
              </a:spcBef>
              <a:buNone/>
            </a:pPr>
            <a:r>
              <a:rPr lang="en-US" sz="913" dirty="0">
                <a:solidFill>
                  <a:srgbClr val="FFFFFF"/>
                </a:solidFill>
                <a:latin typeface="Lexend Regular" pitchFamily="34" charset="0"/>
                <a:ea typeface="Lexend Regular" pitchFamily="34" charset="-122"/>
              </a:rPr>
              <a:t>Need for contactless MER techniques (reliable, addresses ethical &amp; privacy concerns)</a:t>
            </a:r>
          </a:p>
          <a:p>
            <a:pPr marL="0" indent="0" algn="l">
              <a:lnSpc>
                <a:spcPct val="90000"/>
              </a:lnSpc>
              <a:spcBef>
                <a:spcPts val="652"/>
              </a:spcBef>
              <a:buNone/>
            </a:pPr>
            <a:endParaRPr lang="en-US" sz="913" dirty="0"/>
          </a:p>
        </p:txBody>
      </p:sp>
      <p:sp>
        <p:nvSpPr>
          <p:cNvPr id="29" name="Text 27"/>
          <p:cNvSpPr/>
          <p:nvPr/>
        </p:nvSpPr>
        <p:spPr>
          <a:xfrm>
            <a:off x="5510639" y="991275"/>
            <a:ext cx="320040" cy="319954"/>
          </a:xfrm>
          <a:custGeom>
            <a:avLst/>
            <a:gdLst/>
            <a:ahLst/>
            <a:cxnLst/>
            <a:rect l="l" t="t" r="r" b="b"/>
            <a:pathLst>
              <a:path w="320040" h="319954">
                <a:moveTo>
                  <a:pt x="230006" y="130004"/>
                </a:moveTo>
                <a:cubicBezTo>
                  <a:pt x="230006" y="74773"/>
                  <a:pt x="185233" y="30002"/>
                  <a:pt x="130003" y="30002"/>
                </a:cubicBezTo>
                <a:cubicBezTo>
                  <a:pt x="74774" y="30002"/>
                  <a:pt x="30001" y="74773"/>
                  <a:pt x="30001" y="130004"/>
                </a:cubicBezTo>
                <a:cubicBezTo>
                  <a:pt x="30001" y="185234"/>
                  <a:pt x="74774" y="230005"/>
                  <a:pt x="130003" y="230005"/>
                </a:cubicBezTo>
                <a:cubicBezTo>
                  <a:pt x="185233" y="230005"/>
                  <a:pt x="230006" y="185234"/>
                  <a:pt x="230006" y="130004"/>
                </a:cubicBezTo>
                <a:lnTo>
                  <a:pt x="230006" y="130004"/>
                </a:lnTo>
                <a:moveTo>
                  <a:pt x="210692" y="231944"/>
                </a:moveTo>
                <a:cubicBezTo>
                  <a:pt x="188568" y="249507"/>
                  <a:pt x="160503" y="260007"/>
                  <a:pt x="130003" y="260007"/>
                </a:cubicBezTo>
                <a:cubicBezTo>
                  <a:pt x="58190" y="260007"/>
                  <a:pt x="0" y="201817"/>
                  <a:pt x="0" y="130004"/>
                </a:cubicBezTo>
                <a:cubicBezTo>
                  <a:pt x="0" y="58190"/>
                  <a:pt x="58190" y="0"/>
                  <a:pt x="130003" y="0"/>
                </a:cubicBezTo>
                <a:cubicBezTo>
                  <a:pt x="201817" y="0"/>
                  <a:pt x="260007" y="58190"/>
                  <a:pt x="260007" y="130004"/>
                </a:cubicBezTo>
                <a:cubicBezTo>
                  <a:pt x="260007" y="160505"/>
                  <a:pt x="249506" y="188568"/>
                  <a:pt x="231943" y="210693"/>
                </a:cubicBezTo>
                <a:lnTo>
                  <a:pt x="315633" y="294383"/>
                </a:lnTo>
                <a:cubicBezTo>
                  <a:pt x="321509" y="300258"/>
                  <a:pt x="321509" y="309760"/>
                  <a:pt x="315633" y="315571"/>
                </a:cubicBezTo>
                <a:cubicBezTo>
                  <a:pt x="309757" y="321384"/>
                  <a:pt x="300258" y="321445"/>
                  <a:pt x="294447" y="315571"/>
                </a:cubicBezTo>
                <a:lnTo>
                  <a:pt x="210692" y="231944"/>
                </a:lnTo>
              </a:path>
            </a:pathLst>
          </a:cu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-740928" y="-1531565"/>
            <a:ext cx="2743200" cy="2743200"/>
          </a:xfrm>
          <a:custGeom>
            <a:avLst/>
            <a:gdLst/>
            <a:ahLst/>
            <a:cxnLst/>
            <a:rect l="l" t="t" r="r" b="b"/>
            <a:pathLst>
              <a:path w="2743200" h="2743200">
                <a:moveTo>
                  <a:pt x="0" y="1371600"/>
                </a:moveTo>
                <a:cubicBezTo>
                  <a:pt x="0" y="614093"/>
                  <a:pt x="614093" y="0"/>
                  <a:pt x="1371600" y="0"/>
                </a:cubicBezTo>
                <a:cubicBezTo>
                  <a:pt x="2129107" y="0"/>
                  <a:pt x="2743200" y="614093"/>
                  <a:pt x="2743200" y="1371600"/>
                </a:cubicBezTo>
                <a:cubicBezTo>
                  <a:pt x="2743200" y="2129107"/>
                  <a:pt x="2129107" y="2743200"/>
                  <a:pt x="1371600" y="2743200"/>
                </a:cubicBezTo>
                <a:cubicBezTo>
                  <a:pt x="614093" y="2743200"/>
                  <a:pt x="0" y="2129107"/>
                  <a:pt x="0" y="1371600"/>
                </a:cubicBezTo>
              </a:path>
            </a:pathLst>
          </a:custGeom>
          <a:gradFill>
            <a:gsLst>
              <a:gs pos="0">
                <a:srgbClr val="FFFFFF">
                  <a:alpha val="100000"/>
                </a:srgbClr>
              </a:gs>
              <a:gs pos="100000">
                <a:srgbClr val="BFE5FF">
                  <a:alpha val="100000"/>
                </a:srgbClr>
              </a:gs>
            </a:gsLst>
            <a:lin ang="5400000"/>
          </a:gra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02919" y="17233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860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83604" y="6508085"/>
            <a:ext cx="5760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508085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88888"/>
                </a:solidFill>
                <a:latin typeface="Lexend Regular" pitchFamily="34" charset="0"/>
                <a:ea typeface="Lexend Regular" pitchFamily="34" charset="-122"/>
              </a:rPr>
              <a:t>15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457927" y="-139639"/>
            <a:ext cx="8358535" cy="2784994"/>
          </a:xfrm>
          <a:custGeom>
            <a:avLst/>
            <a:gdLst/>
            <a:ahLst/>
            <a:cxnLst/>
            <a:rect l="l" t="t" r="r" b="b"/>
            <a:pathLst>
              <a:path w="8358535" h="2784994">
                <a:moveTo>
                  <a:pt x="525668" y="1392971"/>
                </a:moveTo>
                <a:cubicBezTo>
                  <a:pt x="568882" y="1316662"/>
                  <a:pt x="617111" y="1243639"/>
                  <a:pt x="663751" y="1169419"/>
                </a:cubicBezTo>
                <a:cubicBezTo>
                  <a:pt x="650796" y="1188469"/>
                  <a:pt x="637756" y="1207351"/>
                  <a:pt x="624800" y="1226400"/>
                </a:cubicBezTo>
                <a:cubicBezTo>
                  <a:pt x="693675" y="1136723"/>
                  <a:pt x="763970" y="1049135"/>
                  <a:pt x="840283" y="965892"/>
                </a:cubicBezTo>
                <a:cubicBezTo>
                  <a:pt x="915343" y="884013"/>
                  <a:pt x="996254" y="809542"/>
                  <a:pt x="1076245" y="732843"/>
                </a:cubicBezTo>
                <a:cubicBezTo>
                  <a:pt x="1060029" y="746462"/>
                  <a:pt x="1044232" y="759969"/>
                  <a:pt x="1028016" y="773588"/>
                </a:cubicBezTo>
                <a:cubicBezTo>
                  <a:pt x="1084771" y="726995"/>
                  <a:pt x="1141442" y="682045"/>
                  <a:pt x="1207975" y="649990"/>
                </a:cubicBezTo>
                <a:cubicBezTo>
                  <a:pt x="1190005" y="658401"/>
                  <a:pt x="1172034" y="666811"/>
                  <a:pt x="1153729" y="675222"/>
                </a:cubicBezTo>
                <a:cubicBezTo>
                  <a:pt x="1184739" y="661074"/>
                  <a:pt x="1216418" y="650101"/>
                  <a:pt x="1250270" y="643557"/>
                </a:cubicBezTo>
                <a:cubicBezTo>
                  <a:pt x="1231129" y="646982"/>
                  <a:pt x="1211988" y="650352"/>
                  <a:pt x="1192763" y="653777"/>
                </a:cubicBezTo>
                <a:cubicBezTo>
                  <a:pt x="1220513" y="649182"/>
                  <a:pt x="1248013" y="647595"/>
                  <a:pt x="1275847" y="649544"/>
                </a:cubicBezTo>
                <a:cubicBezTo>
                  <a:pt x="1256455" y="648096"/>
                  <a:pt x="1237398" y="646620"/>
                  <a:pt x="1218006" y="645172"/>
                </a:cubicBezTo>
                <a:cubicBezTo>
                  <a:pt x="1245171" y="647929"/>
                  <a:pt x="1271417" y="653722"/>
                  <a:pt x="1297328" y="662578"/>
                </a:cubicBezTo>
                <a:cubicBezTo>
                  <a:pt x="1279190" y="656145"/>
                  <a:pt x="1260634" y="649767"/>
                  <a:pt x="1242496" y="643389"/>
                </a:cubicBezTo>
                <a:cubicBezTo>
                  <a:pt x="1274008" y="655114"/>
                  <a:pt x="1303514" y="670320"/>
                  <a:pt x="1331598" y="689203"/>
                </a:cubicBezTo>
                <a:cubicBezTo>
                  <a:pt x="1315216" y="678035"/>
                  <a:pt x="1298749" y="666644"/>
                  <a:pt x="1282450" y="655476"/>
                </a:cubicBezTo>
                <a:cubicBezTo>
                  <a:pt x="1321150" y="682602"/>
                  <a:pt x="1355002" y="714323"/>
                  <a:pt x="1385594" y="750110"/>
                </a:cubicBezTo>
                <a:cubicBezTo>
                  <a:pt x="1373057" y="735155"/>
                  <a:pt x="1360268" y="720005"/>
                  <a:pt x="1347730" y="705105"/>
                </a:cubicBezTo>
                <a:cubicBezTo>
                  <a:pt x="1378490" y="742201"/>
                  <a:pt x="1403732" y="781469"/>
                  <a:pt x="1424545" y="824915"/>
                </a:cubicBezTo>
                <a:cubicBezTo>
                  <a:pt x="1416521" y="807704"/>
                  <a:pt x="1408580" y="790827"/>
                  <a:pt x="1400556" y="773532"/>
                </a:cubicBezTo>
                <a:cubicBezTo>
                  <a:pt x="1442432" y="863543"/>
                  <a:pt x="1468093" y="958957"/>
                  <a:pt x="1485980" y="1056209"/>
                </a:cubicBezTo>
                <a:cubicBezTo>
                  <a:pt x="1482637" y="1037438"/>
                  <a:pt x="1479210" y="1019029"/>
                  <a:pt x="1475783" y="1000203"/>
                </a:cubicBezTo>
                <a:cubicBezTo>
                  <a:pt x="1511558" y="1199079"/>
                  <a:pt x="1518997" y="1402662"/>
                  <a:pt x="1567643" y="1599534"/>
                </a:cubicBezTo>
                <a:cubicBezTo>
                  <a:pt x="1617627" y="1801585"/>
                  <a:pt x="1723614" y="2012047"/>
                  <a:pt x="1886187" y="2146479"/>
                </a:cubicBezTo>
                <a:cubicBezTo>
                  <a:pt x="2067735" y="2296701"/>
                  <a:pt x="2309547" y="2352206"/>
                  <a:pt x="2535980" y="2280325"/>
                </a:cubicBezTo>
                <a:cubicBezTo>
                  <a:pt x="2716858" y="2222982"/>
                  <a:pt x="2870990" y="2093146"/>
                  <a:pt x="2991520" y="1949858"/>
                </a:cubicBezTo>
                <a:cubicBezTo>
                  <a:pt x="3127262" y="1788551"/>
                  <a:pt x="3229404" y="1602458"/>
                  <a:pt x="3348011" y="1428813"/>
                </a:cubicBezTo>
                <a:cubicBezTo>
                  <a:pt x="3334889" y="1448058"/>
                  <a:pt x="3321431" y="1467274"/>
                  <a:pt x="3308308" y="1486574"/>
                </a:cubicBezTo>
                <a:cubicBezTo>
                  <a:pt x="3461102" y="1264109"/>
                  <a:pt x="3636464" y="1056348"/>
                  <a:pt x="3842502" y="881283"/>
                </a:cubicBezTo>
                <a:cubicBezTo>
                  <a:pt x="3824114" y="896824"/>
                  <a:pt x="3805558" y="912587"/>
                  <a:pt x="3787252" y="928183"/>
                </a:cubicBezTo>
                <a:cubicBezTo>
                  <a:pt x="3920487" y="815975"/>
                  <a:pt x="4065926" y="719113"/>
                  <a:pt x="4223735" y="645255"/>
                </a:cubicBezTo>
                <a:cubicBezTo>
                  <a:pt x="4202087" y="655337"/>
                  <a:pt x="4180438" y="665446"/>
                  <a:pt x="4159040" y="675333"/>
                </a:cubicBezTo>
                <a:cubicBezTo>
                  <a:pt x="4273886" y="622585"/>
                  <a:pt x="4394751" y="580643"/>
                  <a:pt x="4519544" y="558029"/>
                </a:cubicBezTo>
                <a:cubicBezTo>
                  <a:pt x="4496056" y="562179"/>
                  <a:pt x="4472652" y="566412"/>
                  <a:pt x="4449248" y="570562"/>
                </a:cubicBezTo>
                <a:cubicBezTo>
                  <a:pt x="4500821" y="561761"/>
                  <a:pt x="4552560" y="557472"/>
                  <a:pt x="4604884" y="560842"/>
                </a:cubicBezTo>
                <a:cubicBezTo>
                  <a:pt x="4580895" y="558893"/>
                  <a:pt x="4557074" y="557249"/>
                  <a:pt x="4533085" y="555272"/>
                </a:cubicBezTo>
                <a:cubicBezTo>
                  <a:pt x="4568525" y="558363"/>
                  <a:pt x="4602628" y="564908"/>
                  <a:pt x="4636062" y="576494"/>
                </a:cubicBezTo>
                <a:cubicBezTo>
                  <a:pt x="4612992" y="568473"/>
                  <a:pt x="4589839" y="560424"/>
                  <a:pt x="4567104" y="552404"/>
                </a:cubicBezTo>
                <a:cubicBezTo>
                  <a:pt x="4593266" y="562151"/>
                  <a:pt x="4617589" y="574405"/>
                  <a:pt x="4640910" y="589750"/>
                </a:cubicBezTo>
                <a:cubicBezTo>
                  <a:pt x="4619846" y="575435"/>
                  <a:pt x="4599368" y="561065"/>
                  <a:pt x="4578304" y="546750"/>
                </a:cubicBezTo>
                <a:cubicBezTo>
                  <a:pt x="4611320" y="569503"/>
                  <a:pt x="4639907" y="596379"/>
                  <a:pt x="4666069" y="626763"/>
                </a:cubicBezTo>
                <a:cubicBezTo>
                  <a:pt x="4649686" y="607268"/>
                  <a:pt x="4633303" y="587884"/>
                  <a:pt x="4616753" y="568584"/>
                </a:cubicBezTo>
                <a:cubicBezTo>
                  <a:pt x="4650605" y="609886"/>
                  <a:pt x="4677436" y="654863"/>
                  <a:pt x="4700506" y="702849"/>
                </a:cubicBezTo>
                <a:cubicBezTo>
                  <a:pt x="4690058" y="680458"/>
                  <a:pt x="4679693" y="657927"/>
                  <a:pt x="4669161" y="635563"/>
                </a:cubicBezTo>
                <a:cubicBezTo>
                  <a:pt x="4700757" y="704158"/>
                  <a:pt x="4722238" y="775704"/>
                  <a:pt x="4736113" y="849730"/>
                </a:cubicBezTo>
                <a:cubicBezTo>
                  <a:pt x="4731683" y="825389"/>
                  <a:pt x="4727504" y="801159"/>
                  <a:pt x="4723074" y="776818"/>
                </a:cubicBezTo>
                <a:cubicBezTo>
                  <a:pt x="4768544" y="1030531"/>
                  <a:pt x="4727755" y="1288812"/>
                  <a:pt x="4716638" y="1543472"/>
                </a:cubicBezTo>
                <a:cubicBezTo>
                  <a:pt x="4703849" y="1837484"/>
                  <a:pt x="4762610" y="2147788"/>
                  <a:pt x="4928610" y="2395764"/>
                </a:cubicBezTo>
                <a:cubicBezTo>
                  <a:pt x="5018548" y="2530279"/>
                  <a:pt x="5147270" y="2658723"/>
                  <a:pt x="5299729" y="2719742"/>
                </a:cubicBezTo>
                <a:cubicBezTo>
                  <a:pt x="5406301" y="2762380"/>
                  <a:pt x="5499415" y="2781903"/>
                  <a:pt x="5614428" y="2784716"/>
                </a:cubicBezTo>
                <a:cubicBezTo>
                  <a:pt x="5693751" y="2786749"/>
                  <a:pt x="5777085" y="2772016"/>
                  <a:pt x="5852229" y="2747369"/>
                </a:cubicBezTo>
                <a:cubicBezTo>
                  <a:pt x="6159238" y="2646859"/>
                  <a:pt x="6360260" y="2375043"/>
                  <a:pt x="6504612" y="2100610"/>
                </a:cubicBezTo>
                <a:cubicBezTo>
                  <a:pt x="6574657" y="1967376"/>
                  <a:pt x="6631746" y="1828293"/>
                  <a:pt x="6698196" y="1693499"/>
                </a:cubicBezTo>
                <a:cubicBezTo>
                  <a:pt x="6780110" y="1527736"/>
                  <a:pt x="6873892" y="1368156"/>
                  <a:pt x="6978625" y="1215566"/>
                </a:cubicBezTo>
                <a:cubicBezTo>
                  <a:pt x="6961657" y="1240242"/>
                  <a:pt x="6944856" y="1264722"/>
                  <a:pt x="6927972" y="1289452"/>
                </a:cubicBezTo>
                <a:cubicBezTo>
                  <a:pt x="7018579" y="1158363"/>
                  <a:pt x="7113615" y="1026660"/>
                  <a:pt x="7236068" y="922919"/>
                </a:cubicBezTo>
                <a:cubicBezTo>
                  <a:pt x="7213165" y="942303"/>
                  <a:pt x="7190096" y="961853"/>
                  <a:pt x="7167277" y="981181"/>
                </a:cubicBezTo>
                <a:cubicBezTo>
                  <a:pt x="7212330" y="943640"/>
                  <a:pt x="7260558" y="910805"/>
                  <a:pt x="7313551" y="885405"/>
                </a:cubicBezTo>
                <a:cubicBezTo>
                  <a:pt x="7287222" y="897604"/>
                  <a:pt x="7260893" y="909997"/>
                  <a:pt x="7234480" y="922223"/>
                </a:cubicBezTo>
                <a:cubicBezTo>
                  <a:pt x="7270589" y="905569"/>
                  <a:pt x="7307868" y="893175"/>
                  <a:pt x="7346902" y="885935"/>
                </a:cubicBezTo>
                <a:cubicBezTo>
                  <a:pt x="7318650" y="891115"/>
                  <a:pt x="7290148" y="896155"/>
                  <a:pt x="7262063" y="901141"/>
                </a:cubicBezTo>
                <a:cubicBezTo>
                  <a:pt x="7293157" y="895961"/>
                  <a:pt x="7324250" y="894067"/>
                  <a:pt x="7355846" y="895877"/>
                </a:cubicBezTo>
                <a:cubicBezTo>
                  <a:pt x="7327176" y="893538"/>
                  <a:pt x="7298339" y="891421"/>
                  <a:pt x="7269669" y="889165"/>
                </a:cubicBezTo>
                <a:cubicBezTo>
                  <a:pt x="7303020" y="891811"/>
                  <a:pt x="7335284" y="898077"/>
                  <a:pt x="7367130" y="908660"/>
                </a:cubicBezTo>
                <a:cubicBezTo>
                  <a:pt x="7339630" y="899163"/>
                  <a:pt x="7311880" y="889472"/>
                  <a:pt x="7284547" y="879808"/>
                </a:cubicBezTo>
                <a:cubicBezTo>
                  <a:pt x="7317981" y="891839"/>
                  <a:pt x="7349159" y="907546"/>
                  <a:pt x="7378497" y="927236"/>
                </a:cubicBezTo>
                <a:cubicBezTo>
                  <a:pt x="7353672" y="910108"/>
                  <a:pt x="7328764" y="892981"/>
                  <a:pt x="7303688" y="876020"/>
                </a:cubicBezTo>
                <a:cubicBezTo>
                  <a:pt x="7340884" y="901698"/>
                  <a:pt x="7373399" y="932166"/>
                  <a:pt x="7402821" y="966338"/>
                </a:cubicBezTo>
                <a:cubicBezTo>
                  <a:pt x="7383345" y="943306"/>
                  <a:pt x="7363535" y="920107"/>
                  <a:pt x="7344144" y="896824"/>
                </a:cubicBezTo>
                <a:cubicBezTo>
                  <a:pt x="7384933" y="945478"/>
                  <a:pt x="7417197" y="999006"/>
                  <a:pt x="7444362" y="1056349"/>
                </a:cubicBezTo>
                <a:cubicBezTo>
                  <a:pt x="7431992" y="1029752"/>
                  <a:pt x="7419538" y="1003183"/>
                  <a:pt x="7406916" y="976391"/>
                </a:cubicBezTo>
                <a:cubicBezTo>
                  <a:pt x="7443359" y="1055847"/>
                  <a:pt x="7468769" y="1139564"/>
                  <a:pt x="7484818" y="1225453"/>
                </a:cubicBezTo>
                <a:cubicBezTo>
                  <a:pt x="7479636" y="1196796"/>
                  <a:pt x="7474620" y="1167915"/>
                  <a:pt x="7469187" y="1139146"/>
                </a:cubicBezTo>
                <a:cubicBezTo>
                  <a:pt x="7494932" y="1285359"/>
                  <a:pt x="7499111" y="1434189"/>
                  <a:pt x="7520927" y="1580791"/>
                </a:cubicBezTo>
                <a:cubicBezTo>
                  <a:pt x="7535554" y="1678433"/>
                  <a:pt x="7551686" y="1777996"/>
                  <a:pt x="7582947" y="1871990"/>
                </a:cubicBezTo>
                <a:cubicBezTo>
                  <a:pt x="7602255" y="1930531"/>
                  <a:pt x="7629086" y="1985868"/>
                  <a:pt x="7655750" y="2041346"/>
                </a:cubicBezTo>
                <a:cubicBezTo>
                  <a:pt x="7672133" y="2075378"/>
                  <a:pt x="7690438" y="2108464"/>
                  <a:pt x="7712170" y="2139461"/>
                </a:cubicBezTo>
                <a:cubicBezTo>
                  <a:pt x="7765748" y="2216160"/>
                  <a:pt x="7843650" y="2275480"/>
                  <a:pt x="7936764" y="2294557"/>
                </a:cubicBezTo>
                <a:cubicBezTo>
                  <a:pt x="8019513" y="2311768"/>
                  <a:pt x="8126920" y="2296423"/>
                  <a:pt x="8197299" y="2247017"/>
                </a:cubicBezTo>
                <a:cubicBezTo>
                  <a:pt x="8272693" y="2194019"/>
                  <a:pt x="8337305" y="2116290"/>
                  <a:pt x="8352434" y="2022408"/>
                </a:cubicBezTo>
                <a:cubicBezTo>
                  <a:pt x="8366727" y="1934235"/>
                  <a:pt x="8357700" y="1837122"/>
                  <a:pt x="8304874" y="1761843"/>
                </a:cubicBezTo>
                <a:cubicBezTo>
                  <a:pt x="8279380" y="1725583"/>
                  <a:pt x="8257230" y="1688041"/>
                  <a:pt x="8238507" y="1647909"/>
                </a:cubicBezTo>
                <a:cubicBezTo>
                  <a:pt x="8251379" y="1675230"/>
                  <a:pt x="8264000" y="1702718"/>
                  <a:pt x="8276789" y="1730067"/>
                </a:cubicBezTo>
                <a:cubicBezTo>
                  <a:pt x="8240262" y="1649525"/>
                  <a:pt x="8217945" y="1563970"/>
                  <a:pt x="8201897" y="1476911"/>
                </a:cubicBezTo>
                <a:cubicBezTo>
                  <a:pt x="8207162" y="1505902"/>
                  <a:pt x="8212345" y="1535340"/>
                  <a:pt x="8217527" y="1564359"/>
                </a:cubicBezTo>
                <a:cubicBezTo>
                  <a:pt x="8173812" y="1319391"/>
                  <a:pt x="8176403" y="1061556"/>
                  <a:pt x="8081032" y="828230"/>
                </a:cubicBezTo>
                <a:cubicBezTo>
                  <a:pt x="8018928" y="676336"/>
                  <a:pt x="7939438" y="537671"/>
                  <a:pt x="7819243" y="423626"/>
                </a:cubicBezTo>
                <a:cubicBezTo>
                  <a:pt x="7763659" y="370878"/>
                  <a:pt x="7697877" y="324285"/>
                  <a:pt x="7628417" y="291923"/>
                </a:cubicBezTo>
                <a:cubicBezTo>
                  <a:pt x="7527530" y="244662"/>
                  <a:pt x="7435085" y="227952"/>
                  <a:pt x="7325671" y="221658"/>
                </a:cubicBezTo>
                <a:cubicBezTo>
                  <a:pt x="7250946" y="217369"/>
                  <a:pt x="7173044" y="231628"/>
                  <a:pt x="7101830" y="252293"/>
                </a:cubicBezTo>
                <a:cubicBezTo>
                  <a:pt x="7030866" y="273097"/>
                  <a:pt x="6961574" y="306684"/>
                  <a:pt x="6898550" y="345535"/>
                </a:cubicBezTo>
                <a:cubicBezTo>
                  <a:pt x="6787549" y="413823"/>
                  <a:pt x="6688082" y="508011"/>
                  <a:pt x="6604330" y="607742"/>
                </a:cubicBezTo>
                <a:cubicBezTo>
                  <a:pt x="6506953" y="723792"/>
                  <a:pt x="6421278" y="851791"/>
                  <a:pt x="6339113" y="978703"/>
                </a:cubicBezTo>
                <a:cubicBezTo>
                  <a:pt x="6265475" y="1092581"/>
                  <a:pt x="6197687" y="1210303"/>
                  <a:pt x="6136586" y="1331311"/>
                </a:cubicBezTo>
                <a:cubicBezTo>
                  <a:pt x="6023077" y="1555336"/>
                  <a:pt x="5939241" y="1794400"/>
                  <a:pt x="5797397" y="2003497"/>
                </a:cubicBezTo>
                <a:cubicBezTo>
                  <a:pt x="5814030" y="1979184"/>
                  <a:pt x="5830580" y="1954899"/>
                  <a:pt x="5847381" y="1930753"/>
                </a:cubicBezTo>
                <a:cubicBezTo>
                  <a:pt x="5797397" y="2003497"/>
                  <a:pt x="5742481" y="2072148"/>
                  <a:pt x="5674944" y="2129379"/>
                </a:cubicBezTo>
                <a:cubicBezTo>
                  <a:pt x="5697261" y="2110636"/>
                  <a:pt x="5719244" y="2091837"/>
                  <a:pt x="5741562" y="2073067"/>
                </a:cubicBezTo>
                <a:cubicBezTo>
                  <a:pt x="5704617" y="2103646"/>
                  <a:pt x="5664830" y="2129880"/>
                  <a:pt x="5621617" y="2150851"/>
                </a:cubicBezTo>
                <a:cubicBezTo>
                  <a:pt x="5646943" y="2139071"/>
                  <a:pt x="5672186" y="2127263"/>
                  <a:pt x="5697512" y="2115454"/>
                </a:cubicBezTo>
                <a:cubicBezTo>
                  <a:pt x="5660985" y="2132164"/>
                  <a:pt x="5623539" y="2144335"/>
                  <a:pt x="5584087" y="2151993"/>
                </a:cubicBezTo>
                <a:cubicBezTo>
                  <a:pt x="5611001" y="2147036"/>
                  <a:pt x="5637832" y="2142302"/>
                  <a:pt x="5664830" y="2137400"/>
                </a:cubicBezTo>
                <a:cubicBezTo>
                  <a:pt x="5625712" y="2144251"/>
                  <a:pt x="5586845" y="2146228"/>
                  <a:pt x="5547309" y="2144112"/>
                </a:cubicBezTo>
                <a:cubicBezTo>
                  <a:pt x="5574475" y="2146089"/>
                  <a:pt x="5601723" y="2148261"/>
                  <a:pt x="5628722" y="2150489"/>
                </a:cubicBezTo>
                <a:cubicBezTo>
                  <a:pt x="5589771" y="2147398"/>
                  <a:pt x="5551823" y="2139934"/>
                  <a:pt x="5514711" y="2127513"/>
                </a:cubicBezTo>
                <a:cubicBezTo>
                  <a:pt x="5540539" y="2136564"/>
                  <a:pt x="5566534" y="2145727"/>
                  <a:pt x="5592529" y="2154528"/>
                </a:cubicBezTo>
                <a:cubicBezTo>
                  <a:pt x="5554080" y="2140881"/>
                  <a:pt x="5518305" y="2122779"/>
                  <a:pt x="5484286" y="2100360"/>
                </a:cubicBezTo>
                <a:cubicBezTo>
                  <a:pt x="5507690" y="2116429"/>
                  <a:pt x="5530759" y="2132359"/>
                  <a:pt x="5554247" y="2148261"/>
                </a:cubicBezTo>
                <a:cubicBezTo>
                  <a:pt x="5510866" y="2118351"/>
                  <a:pt x="5472500" y="2082953"/>
                  <a:pt x="5438147" y="2043016"/>
                </a:cubicBezTo>
                <a:cubicBezTo>
                  <a:pt x="5456285" y="2064433"/>
                  <a:pt x="5474256" y="2085655"/>
                  <a:pt x="5492477" y="2107099"/>
                </a:cubicBezTo>
                <a:cubicBezTo>
                  <a:pt x="5445335" y="2050898"/>
                  <a:pt x="5407471" y="1988458"/>
                  <a:pt x="5376210" y="1922259"/>
                </a:cubicBezTo>
                <a:cubicBezTo>
                  <a:pt x="5387578" y="1946433"/>
                  <a:pt x="5398778" y="1970885"/>
                  <a:pt x="5410062" y="1995059"/>
                </a:cubicBezTo>
                <a:cubicBezTo>
                  <a:pt x="5368938" y="1906134"/>
                  <a:pt x="5340603" y="1812558"/>
                  <a:pt x="5322966" y="1716253"/>
                </a:cubicBezTo>
                <a:cubicBezTo>
                  <a:pt x="5327647" y="1741931"/>
                  <a:pt x="5332077" y="1767413"/>
                  <a:pt x="5336758" y="1793119"/>
                </a:cubicBezTo>
                <a:cubicBezTo>
                  <a:pt x="5292291" y="1540659"/>
                  <a:pt x="5335170" y="1281738"/>
                  <a:pt x="5329988" y="1027329"/>
                </a:cubicBezTo>
                <a:cubicBezTo>
                  <a:pt x="5327062" y="879947"/>
                  <a:pt x="5309091" y="728638"/>
                  <a:pt x="5264791" y="587857"/>
                </a:cubicBezTo>
                <a:cubicBezTo>
                  <a:pt x="5212467" y="420841"/>
                  <a:pt x="5118851" y="244411"/>
                  <a:pt x="4976171" y="137913"/>
                </a:cubicBezTo>
                <a:cubicBezTo>
                  <a:pt x="4884812" y="69709"/>
                  <a:pt x="4782754" y="17796"/>
                  <a:pt x="4667657" y="5236"/>
                </a:cubicBezTo>
                <a:cubicBezTo>
                  <a:pt x="4554399" y="-7046"/>
                  <a:pt x="4457607" y="2340"/>
                  <a:pt x="4346188" y="24870"/>
                </a:cubicBezTo>
                <a:cubicBezTo>
                  <a:pt x="4190886" y="56369"/>
                  <a:pt x="4042105" y="120591"/>
                  <a:pt x="3901598" y="192248"/>
                </a:cubicBezTo>
                <a:cubicBezTo>
                  <a:pt x="3635545" y="328435"/>
                  <a:pt x="3401506" y="532853"/>
                  <a:pt x="3205833" y="756878"/>
                </a:cubicBezTo>
                <a:cubicBezTo>
                  <a:pt x="3088730" y="890753"/>
                  <a:pt x="2984917" y="1035684"/>
                  <a:pt x="2887122" y="1183818"/>
                </a:cubicBezTo>
                <a:cubicBezTo>
                  <a:pt x="2807632" y="1304185"/>
                  <a:pt x="2738006" y="1430624"/>
                  <a:pt x="2656761" y="1549850"/>
                </a:cubicBezTo>
                <a:cubicBezTo>
                  <a:pt x="2669717" y="1530800"/>
                  <a:pt x="2682756" y="1511918"/>
                  <a:pt x="2695712" y="1492869"/>
                </a:cubicBezTo>
                <a:cubicBezTo>
                  <a:pt x="2626670" y="1593379"/>
                  <a:pt x="2550858" y="1691077"/>
                  <a:pt x="2457911" y="1770672"/>
                </a:cubicBezTo>
                <a:cubicBezTo>
                  <a:pt x="2475046" y="1756106"/>
                  <a:pt x="2492348" y="1741736"/>
                  <a:pt x="2509316" y="1727170"/>
                </a:cubicBezTo>
                <a:cubicBezTo>
                  <a:pt x="2467022" y="1762512"/>
                  <a:pt x="2421468" y="1793565"/>
                  <a:pt x="2371568" y="1817488"/>
                </a:cubicBezTo>
                <a:cubicBezTo>
                  <a:pt x="2390792" y="1808409"/>
                  <a:pt x="2410435" y="1799357"/>
                  <a:pt x="2429659" y="1790362"/>
                </a:cubicBezTo>
                <a:cubicBezTo>
                  <a:pt x="2392464" y="1807462"/>
                  <a:pt x="2354015" y="1820273"/>
                  <a:pt x="2313894" y="1827541"/>
                </a:cubicBezTo>
                <a:cubicBezTo>
                  <a:pt x="2334456" y="1823670"/>
                  <a:pt x="2355185" y="1820189"/>
                  <a:pt x="2375831" y="1816346"/>
                </a:cubicBezTo>
                <a:cubicBezTo>
                  <a:pt x="2339304" y="1822306"/>
                  <a:pt x="2303028" y="1824144"/>
                  <a:pt x="2266083" y="1821526"/>
                </a:cubicBezTo>
                <a:cubicBezTo>
                  <a:pt x="2286812" y="1823141"/>
                  <a:pt x="2307541" y="1824673"/>
                  <a:pt x="2328271" y="1826288"/>
                </a:cubicBezTo>
                <a:cubicBezTo>
                  <a:pt x="2291911" y="1823030"/>
                  <a:pt x="2256387" y="1815649"/>
                  <a:pt x="2221866" y="1803674"/>
                </a:cubicBezTo>
                <a:cubicBezTo>
                  <a:pt x="2241676" y="1810553"/>
                  <a:pt x="2261235" y="1817460"/>
                  <a:pt x="2281045" y="1824339"/>
                </a:cubicBezTo>
                <a:cubicBezTo>
                  <a:pt x="2243933" y="1810831"/>
                  <a:pt x="2209245" y="1793091"/>
                  <a:pt x="2176396" y="1770922"/>
                </a:cubicBezTo>
                <a:cubicBezTo>
                  <a:pt x="2194116" y="1782982"/>
                  <a:pt x="2211585" y="1795263"/>
                  <a:pt x="2229305" y="1807322"/>
                </a:cubicBezTo>
                <a:cubicBezTo>
                  <a:pt x="2186175" y="1777217"/>
                  <a:pt x="2148061" y="1741374"/>
                  <a:pt x="2113958" y="1701298"/>
                </a:cubicBezTo>
                <a:cubicBezTo>
                  <a:pt x="2127582" y="1717478"/>
                  <a:pt x="2141290" y="1733520"/>
                  <a:pt x="2154831" y="1749757"/>
                </a:cubicBezTo>
                <a:cubicBezTo>
                  <a:pt x="2109444" y="1694836"/>
                  <a:pt x="2073001" y="1634318"/>
                  <a:pt x="2042743" y="1569790"/>
                </a:cubicBezTo>
                <a:cubicBezTo>
                  <a:pt x="2051352" y="1587948"/>
                  <a:pt x="2059794" y="1606274"/>
                  <a:pt x="2068404" y="1624432"/>
                </a:cubicBezTo>
                <a:cubicBezTo>
                  <a:pt x="2023100" y="1525537"/>
                  <a:pt x="1995434" y="1422046"/>
                  <a:pt x="1976209" y="1315270"/>
                </a:cubicBezTo>
                <a:cubicBezTo>
                  <a:pt x="1979636" y="1334458"/>
                  <a:pt x="1983063" y="1353591"/>
                  <a:pt x="1986406" y="1372807"/>
                </a:cubicBezTo>
                <a:cubicBezTo>
                  <a:pt x="1922965" y="1016802"/>
                  <a:pt x="1903406" y="615345"/>
                  <a:pt x="1617294" y="353555"/>
                </a:cubicBezTo>
                <a:cubicBezTo>
                  <a:pt x="1457646" y="207510"/>
                  <a:pt x="1228872" y="150390"/>
                  <a:pt x="1024172" y="231350"/>
                </a:cubicBezTo>
                <a:cubicBezTo>
                  <a:pt x="831173" y="307352"/>
                  <a:pt x="670188" y="454595"/>
                  <a:pt x="519567" y="593204"/>
                </a:cubicBezTo>
                <a:cubicBezTo>
                  <a:pt x="439576" y="666700"/>
                  <a:pt x="363179" y="744513"/>
                  <a:pt x="290878" y="825668"/>
                </a:cubicBezTo>
                <a:cubicBezTo>
                  <a:pt x="216236" y="909412"/>
                  <a:pt x="140842" y="992433"/>
                  <a:pt x="71048" y="1080383"/>
                </a:cubicBezTo>
                <a:cubicBezTo>
                  <a:pt x="23237" y="1140790"/>
                  <a:pt x="-1170" y="1204538"/>
                  <a:pt x="-250" y="1281042"/>
                </a:cubicBezTo>
                <a:cubicBezTo>
                  <a:pt x="418" y="1368881"/>
                  <a:pt x="51991" y="1446582"/>
                  <a:pt x="121868" y="1494679"/>
                </a:cubicBezTo>
                <a:cubicBezTo>
                  <a:pt x="184641" y="1537874"/>
                  <a:pt x="251676" y="1552328"/>
                  <a:pt x="326819" y="1538765"/>
                </a:cubicBezTo>
                <a:cubicBezTo>
                  <a:pt x="415754" y="1523754"/>
                  <a:pt x="480867" y="1472260"/>
                  <a:pt x="525502" y="1393222"/>
                </a:cubicBezTo>
                <a:lnTo>
                  <a:pt x="525668" y="1392971"/>
                </a:lnTo>
              </a:path>
            </a:pathLst>
          </a:custGeom>
          <a:solidFill>
            <a:srgbClr val="40AF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793745" y="961774"/>
            <a:ext cx="341222" cy="341222"/>
          </a:xfrm>
          <a:custGeom>
            <a:avLst/>
            <a:gdLst/>
            <a:ahLst/>
            <a:cxnLst/>
            <a:rect l="l" t="t" r="r" b="b"/>
            <a:pathLst>
              <a:path w="341222" h="341222">
                <a:moveTo>
                  <a:pt x="235102" y="18631"/>
                </a:moveTo>
                <a:lnTo>
                  <a:pt x="244622" y="78822"/>
                </a:lnTo>
                <a:cubicBezTo>
                  <a:pt x="249396" y="109010"/>
                  <a:pt x="264642" y="136547"/>
                  <a:pt x="287688" y="156621"/>
                </a:cubicBezTo>
                <a:lnTo>
                  <a:pt x="333644" y="196643"/>
                </a:lnTo>
                <a:cubicBezTo>
                  <a:pt x="340110" y="202277"/>
                  <a:pt x="342734" y="211148"/>
                  <a:pt x="340362" y="219392"/>
                </a:cubicBezTo>
                <a:cubicBezTo>
                  <a:pt x="337994" y="227636"/>
                  <a:pt x="331064" y="233765"/>
                  <a:pt x="322591" y="235102"/>
                </a:cubicBezTo>
                <a:lnTo>
                  <a:pt x="262400" y="244622"/>
                </a:lnTo>
                <a:cubicBezTo>
                  <a:pt x="232212" y="249396"/>
                  <a:pt x="204675" y="264642"/>
                  <a:pt x="184601" y="287688"/>
                </a:cubicBezTo>
                <a:lnTo>
                  <a:pt x="144579" y="333644"/>
                </a:lnTo>
                <a:cubicBezTo>
                  <a:pt x="138946" y="340110"/>
                  <a:pt x="130074" y="342734"/>
                  <a:pt x="121830" y="340362"/>
                </a:cubicBezTo>
                <a:cubicBezTo>
                  <a:pt x="113586" y="337994"/>
                  <a:pt x="107458" y="331064"/>
                  <a:pt x="106120" y="322592"/>
                </a:cubicBezTo>
                <a:lnTo>
                  <a:pt x="96600" y="262400"/>
                </a:lnTo>
                <a:cubicBezTo>
                  <a:pt x="91826" y="232212"/>
                  <a:pt x="76580" y="204675"/>
                  <a:pt x="53534" y="184601"/>
                </a:cubicBezTo>
                <a:lnTo>
                  <a:pt x="7578" y="144579"/>
                </a:lnTo>
                <a:cubicBezTo>
                  <a:pt x="1112" y="138946"/>
                  <a:pt x="-1512" y="130074"/>
                  <a:pt x="860" y="121830"/>
                </a:cubicBezTo>
                <a:cubicBezTo>
                  <a:pt x="3228" y="113586"/>
                  <a:pt x="10158" y="107458"/>
                  <a:pt x="18631" y="106120"/>
                </a:cubicBezTo>
                <a:lnTo>
                  <a:pt x="78822" y="96600"/>
                </a:lnTo>
                <a:cubicBezTo>
                  <a:pt x="109010" y="91826"/>
                  <a:pt x="136547" y="76580"/>
                  <a:pt x="156621" y="53534"/>
                </a:cubicBezTo>
                <a:lnTo>
                  <a:pt x="196643" y="7578"/>
                </a:lnTo>
                <a:cubicBezTo>
                  <a:pt x="202276" y="1112"/>
                  <a:pt x="211148" y="-1512"/>
                  <a:pt x="219392" y="860"/>
                </a:cubicBezTo>
                <a:cubicBezTo>
                  <a:pt x="227636" y="3228"/>
                  <a:pt x="233764" y="10158"/>
                  <a:pt x="235102" y="18631"/>
                </a:cubicBezTo>
                <a:lnTo>
                  <a:pt x="235102" y="18631"/>
                </a:lnTo>
              </a:path>
            </a:pathLst>
          </a:custGeom>
          <a:solidFill>
            <a:srgbClr val="005490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534400" y="0"/>
            <a:ext cx="3657600" cy="6858000"/>
          </a:xfrm>
          <a:prstGeom prst="rect">
            <a:avLst/>
          </a:prstGeom>
          <a:blipFill>
            <a:blip r:embed="rId3"/>
            <a:srcRect/>
            <a:stretch>
              <a:fillRect l="-74870" r="-74870"/>
            </a:stretch>
          </a:blip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45289" y="5814161"/>
            <a:ext cx="365158" cy="191854"/>
          </a:xfrm>
          <a:custGeom>
            <a:avLst/>
            <a:gdLst/>
            <a:ahLst/>
            <a:cxnLst/>
            <a:rect l="l" t="t" r="r" b="b"/>
            <a:pathLst>
              <a:path w="365158" h="191854">
                <a:moveTo>
                  <a:pt x="58137" y="184932"/>
                </a:moveTo>
                <a:cubicBezTo>
                  <a:pt x="51491" y="184932"/>
                  <a:pt x="44849" y="183547"/>
                  <a:pt x="38203" y="180778"/>
                </a:cubicBezTo>
                <a:cubicBezTo>
                  <a:pt x="12178" y="169705"/>
                  <a:pt x="0" y="139806"/>
                  <a:pt x="11072" y="113781"/>
                </a:cubicBezTo>
                <a:cubicBezTo>
                  <a:pt x="40142" y="44570"/>
                  <a:pt x="107415" y="-2"/>
                  <a:pt x="182437" y="-2"/>
                </a:cubicBezTo>
                <a:cubicBezTo>
                  <a:pt x="257462" y="-2"/>
                  <a:pt x="324735" y="44570"/>
                  <a:pt x="354079" y="113781"/>
                </a:cubicBezTo>
                <a:cubicBezTo>
                  <a:pt x="365154" y="139804"/>
                  <a:pt x="352973" y="169981"/>
                  <a:pt x="326948" y="180778"/>
                </a:cubicBezTo>
                <a:cubicBezTo>
                  <a:pt x="300923" y="191852"/>
                  <a:pt x="270750" y="179671"/>
                  <a:pt x="259952" y="153648"/>
                </a:cubicBezTo>
                <a:cubicBezTo>
                  <a:pt x="246664" y="122641"/>
                  <a:pt x="216210" y="102431"/>
                  <a:pt x="182437" y="102431"/>
                </a:cubicBezTo>
                <a:cubicBezTo>
                  <a:pt x="148663" y="102431"/>
                  <a:pt x="118487" y="122641"/>
                  <a:pt x="105198" y="153648"/>
                </a:cubicBezTo>
                <a:cubicBezTo>
                  <a:pt x="97169" y="173028"/>
                  <a:pt x="78067" y="184932"/>
                  <a:pt x="58133" y="184932"/>
                </a:cubicBezTo>
                <a:lnTo>
                  <a:pt x="58137" y="184932"/>
                </a:lnTo>
              </a:path>
            </a:pathLst>
          </a:custGeom>
          <a:solidFill>
            <a:srgbClr val="C6FDFF">
              <a:alpha val="9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02919" y="1796006"/>
            <a:ext cx="7494451" cy="1189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Lexend Deca Regular" pitchFamily="34" charset="0"/>
                <a:ea typeface="Lexend Deca Regular" pitchFamily="34" charset="-122"/>
                <a:cs typeface="Lexend Deca Regular" pitchFamily="34" charset="-120"/>
              </a:rPr>
              <a:t>Literature Review 5 - Limitations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02920" y="3029059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228600"/>
                </a:moveTo>
                <a:cubicBezTo>
                  <a:pt x="0" y="102349"/>
                  <a:pt x="102349" y="0"/>
                  <a:pt x="228600" y="0"/>
                </a:cubicBezTo>
                <a:cubicBezTo>
                  <a:pt x="354851" y="0"/>
                  <a:pt x="457200" y="102349"/>
                  <a:pt x="457200" y="228600"/>
                </a:cubicBezTo>
                <a:cubicBezTo>
                  <a:pt x="457200" y="354851"/>
                  <a:pt x="354851" y="457200"/>
                  <a:pt x="228600" y="457200"/>
                </a:cubicBezTo>
                <a:cubicBezTo>
                  <a:pt x="102349" y="457200"/>
                  <a:pt x="0" y="354851"/>
                  <a:pt x="0" y="228600"/>
                </a:cubicBezTo>
              </a:path>
            </a:pathLst>
          </a:custGeom>
          <a:solidFill>
            <a:srgbClr val="BFE5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503600" y="30271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228600"/>
                </a:moveTo>
                <a:cubicBezTo>
                  <a:pt x="0" y="102349"/>
                  <a:pt x="102349" y="0"/>
                  <a:pt x="228600" y="0"/>
                </a:cubicBezTo>
                <a:cubicBezTo>
                  <a:pt x="354851" y="0"/>
                  <a:pt x="457200" y="102349"/>
                  <a:pt x="457200" y="228600"/>
                </a:cubicBezTo>
                <a:cubicBezTo>
                  <a:pt x="457200" y="354851"/>
                  <a:pt x="354851" y="457200"/>
                  <a:pt x="228600" y="457200"/>
                </a:cubicBezTo>
                <a:cubicBezTo>
                  <a:pt x="102349" y="457200"/>
                  <a:pt x="0" y="354851"/>
                  <a:pt x="0" y="228600"/>
                </a:cubicBezTo>
              </a:path>
            </a:pathLst>
          </a:custGeom>
          <a:solidFill>
            <a:srgbClr val="BFE5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071290" y="302858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FFFFFF"/>
                </a:solidFill>
                <a:latin typeface="Lexend Deca Bold" pitchFamily="34" charset="0"/>
                <a:ea typeface="Lexend Deca Bold" pitchFamily="34" charset="-122"/>
              </a:rPr>
              <a:t>Drop in Performance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71290" y="3404456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100" dirty="0">
                <a:solidFill>
                  <a:srgbClr val="FFFFFF"/>
                </a:solidFill>
                <a:latin typeface="Lexend Regular" pitchFamily="34" charset="0"/>
                <a:ea typeface="Lexend Regular" pitchFamily="34" charset="-122"/>
              </a:rPr>
              <a:t>Due to lighting, background noise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76323" y="3027125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FFFFFF"/>
                </a:solidFill>
                <a:latin typeface="Lexend Deca Bold" pitchFamily="34" charset="0"/>
                <a:ea typeface="Lexend Deca Bold" pitchFamily="34" charset="-122"/>
                <a:cs typeface="Lexend Deca Bold" pitchFamily="34" charset="-120"/>
              </a:rPr>
              <a:t>Computational Resource Demands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76323" y="3402999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100" dirty="0">
                <a:solidFill>
                  <a:srgbClr val="FFFFFF"/>
                </a:solidFill>
                <a:latin typeface="Lexend Regular" pitchFamily="34" charset="0"/>
                <a:ea typeface="Lexend Regular" pitchFamily="34" charset="-122"/>
              </a:rPr>
              <a:t>Multimodal system require significant computational resources to process multiple data streams simultaneously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802132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228600"/>
                </a:moveTo>
                <a:cubicBezTo>
                  <a:pt x="0" y="102349"/>
                  <a:pt x="102349" y="0"/>
                  <a:pt x="228600" y="0"/>
                </a:cubicBezTo>
                <a:cubicBezTo>
                  <a:pt x="354851" y="0"/>
                  <a:pt x="457200" y="102349"/>
                  <a:pt x="457200" y="228600"/>
                </a:cubicBezTo>
                <a:cubicBezTo>
                  <a:pt x="457200" y="354851"/>
                  <a:pt x="354851" y="457200"/>
                  <a:pt x="228600" y="457200"/>
                </a:cubicBezTo>
                <a:cubicBezTo>
                  <a:pt x="102349" y="457200"/>
                  <a:pt x="0" y="354851"/>
                  <a:pt x="0" y="228600"/>
                </a:cubicBezTo>
              </a:path>
            </a:pathLst>
          </a:custGeom>
          <a:solidFill>
            <a:srgbClr val="BFE5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503600" y="480019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228600"/>
                </a:moveTo>
                <a:cubicBezTo>
                  <a:pt x="0" y="102349"/>
                  <a:pt x="102349" y="0"/>
                  <a:pt x="228600" y="0"/>
                </a:cubicBezTo>
                <a:cubicBezTo>
                  <a:pt x="354851" y="0"/>
                  <a:pt x="457200" y="102349"/>
                  <a:pt x="457200" y="228600"/>
                </a:cubicBezTo>
                <a:cubicBezTo>
                  <a:pt x="457200" y="354851"/>
                  <a:pt x="354851" y="457200"/>
                  <a:pt x="228600" y="457200"/>
                </a:cubicBezTo>
                <a:cubicBezTo>
                  <a:pt x="102349" y="457200"/>
                  <a:pt x="0" y="354851"/>
                  <a:pt x="0" y="228600"/>
                </a:cubicBezTo>
              </a:path>
            </a:pathLst>
          </a:custGeom>
          <a:solidFill>
            <a:srgbClr val="BFE5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071290" y="4801655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FFFFFF"/>
                </a:solidFill>
                <a:latin typeface="Lexend Deca Bold" pitchFamily="34" charset="0"/>
                <a:ea typeface="Lexend Deca Bold" pitchFamily="34" charset="-122"/>
              </a:rPr>
              <a:t>Lack of Dataset Availability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71290" y="5177529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100" dirty="0">
                <a:solidFill>
                  <a:srgbClr val="FFFFFF"/>
                </a:solidFill>
                <a:latin typeface="Lexend Regular" pitchFamily="34" charset="0"/>
                <a:ea typeface="Lexend Regular" pitchFamily="34" charset="-122"/>
              </a:rPr>
              <a:t>Limited availability of large, diverse and annotated datasets with contactless multimodal cues.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76323" y="480019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FFFFFF"/>
                </a:solidFill>
                <a:latin typeface="Lexend Deca Bold" pitchFamily="34" charset="0"/>
                <a:ea typeface="Lexend Deca Bold" pitchFamily="34" charset="-122"/>
              </a:rPr>
              <a:t>Inconsistent in Some Areas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76323" y="5176072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100" dirty="0">
                <a:solidFill>
                  <a:srgbClr val="FFFFFF"/>
                </a:solidFill>
                <a:latin typeface="Lexend Regular" pitchFamily="34" charset="0"/>
                <a:ea typeface="Lexend Regular" pitchFamily="34" charset="-122"/>
              </a:rPr>
              <a:t>Systems may not perform consistently across different age groups, cultures or emotional expressions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17900" y="4928786"/>
            <a:ext cx="228600" cy="200025"/>
          </a:xfrm>
          <a:custGeom>
            <a:avLst/>
            <a:gdLst/>
            <a:ahLst/>
            <a:cxnLst/>
            <a:rect l="l" t="t" r="r" b="b"/>
            <a:pathLst>
              <a:path w="228600" h="200025">
                <a:moveTo>
                  <a:pt x="0" y="18618"/>
                </a:moveTo>
                <a:cubicBezTo>
                  <a:pt x="0" y="8349"/>
                  <a:pt x="8348" y="0"/>
                  <a:pt x="18619" y="0"/>
                </a:cubicBezTo>
                <a:lnTo>
                  <a:pt x="209983" y="0"/>
                </a:lnTo>
                <a:cubicBezTo>
                  <a:pt x="220252" y="0"/>
                  <a:pt x="228602" y="8349"/>
                  <a:pt x="228602" y="18618"/>
                </a:cubicBezTo>
                <a:cubicBezTo>
                  <a:pt x="228602" y="22905"/>
                  <a:pt x="227128" y="27057"/>
                  <a:pt x="224405" y="30362"/>
                </a:cubicBezTo>
                <a:lnTo>
                  <a:pt x="150021" y="121667"/>
                </a:lnTo>
                <a:lnTo>
                  <a:pt x="150021" y="185603"/>
                </a:lnTo>
                <a:cubicBezTo>
                  <a:pt x="150021" y="193550"/>
                  <a:pt x="143547" y="200025"/>
                  <a:pt x="135599" y="200025"/>
                </a:cubicBezTo>
                <a:cubicBezTo>
                  <a:pt x="132339" y="200025"/>
                  <a:pt x="129170" y="198909"/>
                  <a:pt x="126624" y="196901"/>
                </a:cubicBezTo>
                <a:lnTo>
                  <a:pt x="85325" y="164129"/>
                </a:lnTo>
                <a:cubicBezTo>
                  <a:pt x="81039" y="160736"/>
                  <a:pt x="78584" y="155601"/>
                  <a:pt x="78584" y="150153"/>
                </a:cubicBezTo>
                <a:lnTo>
                  <a:pt x="78584" y="121711"/>
                </a:lnTo>
                <a:lnTo>
                  <a:pt x="4199" y="30360"/>
                </a:lnTo>
                <a:cubicBezTo>
                  <a:pt x="1477" y="27055"/>
                  <a:pt x="2" y="22903"/>
                  <a:pt x="2" y="18616"/>
                </a:cubicBezTo>
                <a:lnTo>
                  <a:pt x="0" y="18618"/>
                </a:lnTo>
                <a:moveTo>
                  <a:pt x="24556" y="21431"/>
                </a:moveTo>
                <a:lnTo>
                  <a:pt x="97601" y="111084"/>
                </a:lnTo>
                <a:cubicBezTo>
                  <a:pt x="99164" y="113004"/>
                  <a:pt x="100013" y="115370"/>
                  <a:pt x="100013" y="117871"/>
                </a:cubicBezTo>
                <a:lnTo>
                  <a:pt x="100013" y="148411"/>
                </a:lnTo>
                <a:lnTo>
                  <a:pt x="128588" y="171091"/>
                </a:lnTo>
                <a:lnTo>
                  <a:pt x="128588" y="117871"/>
                </a:lnTo>
                <a:cubicBezTo>
                  <a:pt x="128588" y="115414"/>
                  <a:pt x="129436" y="113004"/>
                  <a:pt x="130999" y="111084"/>
                </a:cubicBezTo>
                <a:lnTo>
                  <a:pt x="204044" y="21431"/>
                </a:lnTo>
                <a:lnTo>
                  <a:pt x="24556" y="21431"/>
                </a:lnTo>
              </a:path>
            </a:pathLst>
          </a:custGeom>
          <a:solidFill>
            <a:srgbClr val="003860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17220" y="4916463"/>
            <a:ext cx="228600" cy="228539"/>
          </a:xfrm>
          <a:custGeom>
            <a:avLst/>
            <a:gdLst/>
            <a:ahLst/>
            <a:cxnLst/>
            <a:rect l="l" t="t" r="r" b="b"/>
            <a:pathLst>
              <a:path w="228600" h="228539">
                <a:moveTo>
                  <a:pt x="164290" y="92860"/>
                </a:moveTo>
                <a:cubicBezTo>
                  <a:pt x="164290" y="53409"/>
                  <a:pt x="132309" y="21430"/>
                  <a:pt x="92860" y="21430"/>
                </a:cubicBezTo>
                <a:cubicBezTo>
                  <a:pt x="53410" y="21430"/>
                  <a:pt x="21429" y="53409"/>
                  <a:pt x="21429" y="92860"/>
                </a:cubicBezTo>
                <a:cubicBezTo>
                  <a:pt x="21429" y="132310"/>
                  <a:pt x="53410" y="164290"/>
                  <a:pt x="92860" y="164290"/>
                </a:cubicBezTo>
                <a:cubicBezTo>
                  <a:pt x="132309" y="164290"/>
                  <a:pt x="164290" y="132310"/>
                  <a:pt x="164290" y="92860"/>
                </a:cubicBezTo>
                <a:moveTo>
                  <a:pt x="150494" y="165675"/>
                </a:moveTo>
                <a:cubicBezTo>
                  <a:pt x="134691" y="178219"/>
                  <a:pt x="114645" y="185720"/>
                  <a:pt x="92860" y="185720"/>
                </a:cubicBezTo>
                <a:cubicBezTo>
                  <a:pt x="41564" y="185720"/>
                  <a:pt x="0" y="144155"/>
                  <a:pt x="0" y="92860"/>
                </a:cubicBezTo>
                <a:cubicBezTo>
                  <a:pt x="0" y="41564"/>
                  <a:pt x="41564" y="0"/>
                  <a:pt x="92860" y="0"/>
                </a:cubicBezTo>
                <a:cubicBezTo>
                  <a:pt x="144155" y="0"/>
                  <a:pt x="185719" y="41564"/>
                  <a:pt x="185719" y="92860"/>
                </a:cubicBezTo>
                <a:cubicBezTo>
                  <a:pt x="185719" y="114646"/>
                  <a:pt x="178219" y="134692"/>
                  <a:pt x="165673" y="150495"/>
                </a:cubicBezTo>
                <a:lnTo>
                  <a:pt x="225452" y="210274"/>
                </a:lnTo>
                <a:cubicBezTo>
                  <a:pt x="229649" y="214470"/>
                  <a:pt x="229649" y="221257"/>
                  <a:pt x="225452" y="225408"/>
                </a:cubicBezTo>
                <a:cubicBezTo>
                  <a:pt x="221255" y="229560"/>
                  <a:pt x="214470" y="229604"/>
                  <a:pt x="210319" y="225408"/>
                </a:cubicBezTo>
                <a:lnTo>
                  <a:pt x="150494" y="165675"/>
                </a:lnTo>
              </a:path>
            </a:pathLst>
          </a:custGeom>
          <a:solidFill>
            <a:srgbClr val="003860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624454" y="3141425"/>
            <a:ext cx="215491" cy="228600"/>
          </a:xfrm>
          <a:custGeom>
            <a:avLst/>
            <a:gdLst/>
            <a:ahLst/>
            <a:cxnLst/>
            <a:rect l="l" t="t" r="r" b="b"/>
            <a:pathLst>
              <a:path w="215491" h="228600">
                <a:moveTo>
                  <a:pt x="107746" y="22176"/>
                </a:moveTo>
                <a:lnTo>
                  <a:pt x="25590" y="57015"/>
                </a:lnTo>
                <a:cubicBezTo>
                  <a:pt x="22941" y="58138"/>
                  <a:pt x="21504" y="60517"/>
                  <a:pt x="21549" y="62762"/>
                </a:cubicBezTo>
                <a:cubicBezTo>
                  <a:pt x="21773" y="103796"/>
                  <a:pt x="38788" y="174682"/>
                  <a:pt x="105231" y="206467"/>
                </a:cubicBezTo>
                <a:cubicBezTo>
                  <a:pt x="106847" y="207230"/>
                  <a:pt x="108733" y="207230"/>
                  <a:pt x="110304" y="206467"/>
                </a:cubicBezTo>
                <a:cubicBezTo>
                  <a:pt x="176746" y="174637"/>
                  <a:pt x="193761" y="103794"/>
                  <a:pt x="193940" y="62716"/>
                </a:cubicBezTo>
                <a:cubicBezTo>
                  <a:pt x="193940" y="60472"/>
                  <a:pt x="192548" y="58138"/>
                  <a:pt x="189900" y="56969"/>
                </a:cubicBezTo>
                <a:lnTo>
                  <a:pt x="107746" y="22176"/>
                </a:lnTo>
                <a:moveTo>
                  <a:pt x="113762" y="1303"/>
                </a:moveTo>
                <a:lnTo>
                  <a:pt x="198297" y="37173"/>
                </a:lnTo>
                <a:cubicBezTo>
                  <a:pt x="208173" y="41347"/>
                  <a:pt x="215537" y="51090"/>
                  <a:pt x="215491" y="62851"/>
                </a:cubicBezTo>
                <a:cubicBezTo>
                  <a:pt x="215267" y="107387"/>
                  <a:pt x="196951" y="188869"/>
                  <a:pt x="119598" y="225907"/>
                </a:cubicBezTo>
                <a:cubicBezTo>
                  <a:pt x="112101" y="229498"/>
                  <a:pt x="103391" y="229498"/>
                  <a:pt x="95894" y="225907"/>
                </a:cubicBezTo>
                <a:cubicBezTo>
                  <a:pt x="18541" y="188869"/>
                  <a:pt x="224" y="107387"/>
                  <a:pt x="0" y="62851"/>
                </a:cubicBezTo>
                <a:cubicBezTo>
                  <a:pt x="-45" y="51090"/>
                  <a:pt x="7318" y="41347"/>
                  <a:pt x="17194" y="37173"/>
                </a:cubicBezTo>
                <a:lnTo>
                  <a:pt x="101774" y="1303"/>
                </a:lnTo>
                <a:cubicBezTo>
                  <a:pt x="103615" y="450"/>
                  <a:pt x="105679" y="0"/>
                  <a:pt x="107746" y="0"/>
                </a:cubicBezTo>
                <a:cubicBezTo>
                  <a:pt x="109810" y="0"/>
                  <a:pt x="111877" y="448"/>
                  <a:pt x="113762" y="1303"/>
                </a:cubicBezTo>
                <a:lnTo>
                  <a:pt x="113762" y="1303"/>
                </a:lnTo>
              </a:path>
            </a:pathLst>
          </a:custGeom>
          <a:solidFill>
            <a:srgbClr val="003860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20352" y="3182919"/>
            <a:ext cx="228600" cy="200025"/>
          </a:xfrm>
          <a:custGeom>
            <a:avLst/>
            <a:gdLst/>
            <a:ahLst/>
            <a:cxnLst/>
            <a:rect l="l" t="t" r="r" b="b"/>
            <a:pathLst>
              <a:path w="228600" h="200025">
                <a:moveTo>
                  <a:pt x="28575" y="21431"/>
                </a:moveTo>
                <a:cubicBezTo>
                  <a:pt x="24645" y="21431"/>
                  <a:pt x="21431" y="24645"/>
                  <a:pt x="21431" y="28574"/>
                </a:cubicBezTo>
                <a:lnTo>
                  <a:pt x="21431" y="57149"/>
                </a:lnTo>
                <a:cubicBezTo>
                  <a:pt x="21431" y="61078"/>
                  <a:pt x="24645" y="64292"/>
                  <a:pt x="28575" y="64292"/>
                </a:cubicBezTo>
                <a:lnTo>
                  <a:pt x="200025" y="64292"/>
                </a:lnTo>
                <a:cubicBezTo>
                  <a:pt x="203955" y="64292"/>
                  <a:pt x="207169" y="61078"/>
                  <a:pt x="207169" y="57149"/>
                </a:cubicBezTo>
                <a:lnTo>
                  <a:pt x="207169" y="28574"/>
                </a:lnTo>
                <a:cubicBezTo>
                  <a:pt x="207169" y="24645"/>
                  <a:pt x="203955" y="21431"/>
                  <a:pt x="200025" y="21431"/>
                </a:cubicBezTo>
                <a:lnTo>
                  <a:pt x="28575" y="21431"/>
                </a:lnTo>
                <a:moveTo>
                  <a:pt x="0" y="28576"/>
                </a:moveTo>
                <a:cubicBezTo>
                  <a:pt x="0" y="12816"/>
                  <a:pt x="12813" y="0"/>
                  <a:pt x="28575" y="0"/>
                </a:cubicBezTo>
                <a:lnTo>
                  <a:pt x="200025" y="0"/>
                </a:lnTo>
                <a:cubicBezTo>
                  <a:pt x="215787" y="0"/>
                  <a:pt x="228600" y="12814"/>
                  <a:pt x="228600" y="28576"/>
                </a:cubicBezTo>
                <a:lnTo>
                  <a:pt x="228600" y="57151"/>
                </a:lnTo>
                <a:cubicBezTo>
                  <a:pt x="228600" y="72911"/>
                  <a:pt x="215787" y="85727"/>
                  <a:pt x="200025" y="85727"/>
                </a:cubicBezTo>
                <a:lnTo>
                  <a:pt x="28575" y="85727"/>
                </a:lnTo>
                <a:cubicBezTo>
                  <a:pt x="12813" y="85727"/>
                  <a:pt x="0" y="72913"/>
                  <a:pt x="0" y="57151"/>
                </a:cubicBezTo>
                <a:lnTo>
                  <a:pt x="0" y="28576"/>
                </a:lnTo>
                <a:moveTo>
                  <a:pt x="28575" y="135731"/>
                </a:moveTo>
                <a:cubicBezTo>
                  <a:pt x="24645" y="135731"/>
                  <a:pt x="21431" y="138945"/>
                  <a:pt x="21431" y="142874"/>
                </a:cubicBezTo>
                <a:lnTo>
                  <a:pt x="21431" y="171449"/>
                </a:lnTo>
                <a:cubicBezTo>
                  <a:pt x="21431" y="175378"/>
                  <a:pt x="24645" y="178592"/>
                  <a:pt x="28575" y="178592"/>
                </a:cubicBezTo>
                <a:lnTo>
                  <a:pt x="200025" y="178592"/>
                </a:lnTo>
                <a:cubicBezTo>
                  <a:pt x="203955" y="178592"/>
                  <a:pt x="207169" y="175378"/>
                  <a:pt x="207169" y="171449"/>
                </a:cubicBezTo>
                <a:lnTo>
                  <a:pt x="207169" y="142874"/>
                </a:lnTo>
                <a:cubicBezTo>
                  <a:pt x="207169" y="138945"/>
                  <a:pt x="203955" y="135731"/>
                  <a:pt x="200025" y="135731"/>
                </a:cubicBezTo>
                <a:lnTo>
                  <a:pt x="28575" y="135731"/>
                </a:lnTo>
                <a:moveTo>
                  <a:pt x="0" y="142876"/>
                </a:moveTo>
                <a:cubicBezTo>
                  <a:pt x="0" y="127116"/>
                  <a:pt x="12813" y="114300"/>
                  <a:pt x="28575" y="114300"/>
                </a:cubicBezTo>
                <a:lnTo>
                  <a:pt x="200025" y="114300"/>
                </a:lnTo>
                <a:cubicBezTo>
                  <a:pt x="215787" y="114300"/>
                  <a:pt x="228600" y="127114"/>
                  <a:pt x="228600" y="142876"/>
                </a:cubicBezTo>
                <a:lnTo>
                  <a:pt x="228600" y="171451"/>
                </a:lnTo>
                <a:cubicBezTo>
                  <a:pt x="228600" y="187211"/>
                  <a:pt x="215787" y="200027"/>
                  <a:pt x="200025" y="200027"/>
                </a:cubicBezTo>
                <a:lnTo>
                  <a:pt x="28575" y="200027"/>
                </a:lnTo>
                <a:cubicBezTo>
                  <a:pt x="12813" y="200027"/>
                  <a:pt x="0" y="187213"/>
                  <a:pt x="0" y="171451"/>
                </a:cubicBezTo>
                <a:lnTo>
                  <a:pt x="0" y="142876"/>
                </a:lnTo>
                <a:moveTo>
                  <a:pt x="175023" y="157162"/>
                </a:moveTo>
                <a:cubicBezTo>
                  <a:pt x="175023" y="151243"/>
                  <a:pt x="179821" y="146446"/>
                  <a:pt x="185740" y="146446"/>
                </a:cubicBezTo>
                <a:cubicBezTo>
                  <a:pt x="191658" y="146446"/>
                  <a:pt x="196457" y="151243"/>
                  <a:pt x="196457" y="157162"/>
                </a:cubicBezTo>
                <a:cubicBezTo>
                  <a:pt x="196457" y="163080"/>
                  <a:pt x="191658" y="167877"/>
                  <a:pt x="185742" y="167877"/>
                </a:cubicBezTo>
                <a:cubicBezTo>
                  <a:pt x="179824" y="167877"/>
                  <a:pt x="175028" y="163080"/>
                  <a:pt x="175028" y="157162"/>
                </a:cubicBezTo>
                <a:lnTo>
                  <a:pt x="175023" y="157162"/>
                </a:lnTo>
                <a:moveTo>
                  <a:pt x="185738" y="32146"/>
                </a:moveTo>
                <a:cubicBezTo>
                  <a:pt x="191656" y="32146"/>
                  <a:pt x="196454" y="36943"/>
                  <a:pt x="196454" y="42861"/>
                </a:cubicBezTo>
                <a:cubicBezTo>
                  <a:pt x="196454" y="48780"/>
                  <a:pt x="191656" y="53577"/>
                  <a:pt x="185740" y="53577"/>
                </a:cubicBezTo>
                <a:cubicBezTo>
                  <a:pt x="179821" y="53577"/>
                  <a:pt x="175025" y="48780"/>
                  <a:pt x="175025" y="42861"/>
                </a:cubicBezTo>
                <a:cubicBezTo>
                  <a:pt x="175025" y="36943"/>
                  <a:pt x="179824" y="32146"/>
                  <a:pt x="185742" y="32146"/>
                </a:cubicBezTo>
                <a:lnTo>
                  <a:pt x="185738" y="32146"/>
                </a:lnTo>
                <a:moveTo>
                  <a:pt x="146448" y="157162"/>
                </a:moveTo>
                <a:cubicBezTo>
                  <a:pt x="146448" y="151243"/>
                  <a:pt x="151246" y="146446"/>
                  <a:pt x="157165" y="146446"/>
                </a:cubicBezTo>
                <a:cubicBezTo>
                  <a:pt x="163083" y="146446"/>
                  <a:pt x="167882" y="151243"/>
                  <a:pt x="167882" y="157162"/>
                </a:cubicBezTo>
                <a:cubicBezTo>
                  <a:pt x="167882" y="163080"/>
                  <a:pt x="163083" y="167877"/>
                  <a:pt x="157167" y="167877"/>
                </a:cubicBezTo>
                <a:cubicBezTo>
                  <a:pt x="151249" y="167877"/>
                  <a:pt x="146453" y="163080"/>
                  <a:pt x="146453" y="157162"/>
                </a:cubicBezTo>
                <a:lnTo>
                  <a:pt x="146448" y="157162"/>
                </a:lnTo>
                <a:moveTo>
                  <a:pt x="157163" y="32146"/>
                </a:moveTo>
                <a:cubicBezTo>
                  <a:pt x="163081" y="32146"/>
                  <a:pt x="167879" y="36943"/>
                  <a:pt x="167879" y="42861"/>
                </a:cubicBezTo>
                <a:cubicBezTo>
                  <a:pt x="167879" y="48780"/>
                  <a:pt x="163081" y="53577"/>
                  <a:pt x="157165" y="53577"/>
                </a:cubicBezTo>
                <a:cubicBezTo>
                  <a:pt x="151246" y="53577"/>
                  <a:pt x="146450" y="48780"/>
                  <a:pt x="146450" y="42861"/>
                </a:cubicBezTo>
                <a:cubicBezTo>
                  <a:pt x="146450" y="36943"/>
                  <a:pt x="151249" y="32146"/>
                  <a:pt x="157167" y="32146"/>
                </a:cubicBezTo>
                <a:lnTo>
                  <a:pt x="157163" y="32146"/>
                </a:lnTo>
              </a:path>
            </a:pathLst>
          </a:custGeom>
          <a:solidFill>
            <a:srgbClr val="003860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-740928" y="-1531565"/>
            <a:ext cx="2743200" cy="2743200"/>
          </a:xfrm>
          <a:custGeom>
            <a:avLst/>
            <a:gdLst/>
            <a:ahLst/>
            <a:cxnLst/>
            <a:rect l="l" t="t" r="r" b="b"/>
            <a:pathLst>
              <a:path w="2743200" h="2743200">
                <a:moveTo>
                  <a:pt x="0" y="1371600"/>
                </a:moveTo>
                <a:cubicBezTo>
                  <a:pt x="0" y="614093"/>
                  <a:pt x="614093" y="0"/>
                  <a:pt x="1371600" y="0"/>
                </a:cubicBezTo>
                <a:cubicBezTo>
                  <a:pt x="2129107" y="0"/>
                  <a:pt x="2743200" y="614093"/>
                  <a:pt x="2743200" y="1371600"/>
                </a:cubicBezTo>
                <a:cubicBezTo>
                  <a:pt x="2743200" y="2129107"/>
                  <a:pt x="2129107" y="2743200"/>
                  <a:pt x="1371600" y="2743200"/>
                </a:cubicBezTo>
                <a:cubicBezTo>
                  <a:pt x="614093" y="2743200"/>
                  <a:pt x="0" y="2129107"/>
                  <a:pt x="0" y="1371600"/>
                </a:cubicBezTo>
              </a:path>
            </a:pathLst>
          </a:custGeom>
          <a:gradFill>
            <a:gsLst>
              <a:gs pos="0">
                <a:srgbClr val="FFFFFF">
                  <a:alpha val="100000"/>
                </a:srgbClr>
              </a:gs>
              <a:gs pos="100000">
                <a:srgbClr val="BFE5FF">
                  <a:alpha val="100000"/>
                </a:srgbClr>
              </a:gs>
            </a:gsLst>
            <a:lin ang="5400000"/>
          </a:gra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02919" y="17233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860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83604" y="6508085"/>
            <a:ext cx="5760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88888"/>
                </a:solidFill>
                <a:latin typeface="Lexend Regular" pitchFamily="34" charset="0"/>
                <a:ea typeface="Lexend Regular" pitchFamily="34" charset="-122"/>
                <a:cs typeface="Lexend Regular" pitchFamily="34" charset="-120"/>
              </a:rPr>
              <a:t>Multimodal Real-Time Emotion and Deception Detection System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508085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88888"/>
                </a:solidFill>
                <a:latin typeface="Lexend Regular" pitchFamily="34" charset="0"/>
                <a:ea typeface="Lexend Regular" pitchFamily="34" charset="-122"/>
                <a:cs typeface="Lexend Regular" pitchFamily="34" charset="-120"/>
              </a:rPr>
              <a:t>17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482382" y="193611"/>
            <a:ext cx="8358535" cy="2784994"/>
          </a:xfrm>
          <a:custGeom>
            <a:avLst/>
            <a:gdLst/>
            <a:ahLst/>
            <a:cxnLst/>
            <a:rect l="l" t="t" r="r" b="b"/>
            <a:pathLst>
              <a:path w="8358535" h="2784994">
                <a:moveTo>
                  <a:pt x="525668" y="1392971"/>
                </a:moveTo>
                <a:cubicBezTo>
                  <a:pt x="568882" y="1316662"/>
                  <a:pt x="617111" y="1243639"/>
                  <a:pt x="663751" y="1169419"/>
                </a:cubicBezTo>
                <a:cubicBezTo>
                  <a:pt x="650796" y="1188469"/>
                  <a:pt x="637756" y="1207351"/>
                  <a:pt x="624800" y="1226400"/>
                </a:cubicBezTo>
                <a:cubicBezTo>
                  <a:pt x="693675" y="1136723"/>
                  <a:pt x="763970" y="1049135"/>
                  <a:pt x="840283" y="965892"/>
                </a:cubicBezTo>
                <a:cubicBezTo>
                  <a:pt x="915343" y="884013"/>
                  <a:pt x="996254" y="809542"/>
                  <a:pt x="1076245" y="732843"/>
                </a:cubicBezTo>
                <a:cubicBezTo>
                  <a:pt x="1060029" y="746462"/>
                  <a:pt x="1044232" y="759969"/>
                  <a:pt x="1028016" y="773588"/>
                </a:cubicBezTo>
                <a:cubicBezTo>
                  <a:pt x="1084771" y="726995"/>
                  <a:pt x="1141442" y="682045"/>
                  <a:pt x="1207975" y="649990"/>
                </a:cubicBezTo>
                <a:cubicBezTo>
                  <a:pt x="1190005" y="658401"/>
                  <a:pt x="1172034" y="666811"/>
                  <a:pt x="1153729" y="675222"/>
                </a:cubicBezTo>
                <a:cubicBezTo>
                  <a:pt x="1184739" y="661074"/>
                  <a:pt x="1216418" y="650101"/>
                  <a:pt x="1250270" y="643557"/>
                </a:cubicBezTo>
                <a:cubicBezTo>
                  <a:pt x="1231129" y="646982"/>
                  <a:pt x="1211988" y="650352"/>
                  <a:pt x="1192763" y="653777"/>
                </a:cubicBezTo>
                <a:cubicBezTo>
                  <a:pt x="1220513" y="649182"/>
                  <a:pt x="1248013" y="647595"/>
                  <a:pt x="1275847" y="649544"/>
                </a:cubicBezTo>
                <a:cubicBezTo>
                  <a:pt x="1256455" y="648096"/>
                  <a:pt x="1237398" y="646620"/>
                  <a:pt x="1218006" y="645172"/>
                </a:cubicBezTo>
                <a:cubicBezTo>
                  <a:pt x="1245171" y="647929"/>
                  <a:pt x="1271417" y="653722"/>
                  <a:pt x="1297328" y="662578"/>
                </a:cubicBezTo>
                <a:cubicBezTo>
                  <a:pt x="1279190" y="656145"/>
                  <a:pt x="1260634" y="649767"/>
                  <a:pt x="1242496" y="643389"/>
                </a:cubicBezTo>
                <a:cubicBezTo>
                  <a:pt x="1274008" y="655114"/>
                  <a:pt x="1303514" y="670320"/>
                  <a:pt x="1331598" y="689203"/>
                </a:cubicBezTo>
                <a:cubicBezTo>
                  <a:pt x="1315216" y="678035"/>
                  <a:pt x="1298749" y="666644"/>
                  <a:pt x="1282450" y="655476"/>
                </a:cubicBezTo>
                <a:cubicBezTo>
                  <a:pt x="1321150" y="682602"/>
                  <a:pt x="1355002" y="714323"/>
                  <a:pt x="1385594" y="750110"/>
                </a:cubicBezTo>
                <a:cubicBezTo>
                  <a:pt x="1373057" y="735155"/>
                  <a:pt x="1360268" y="720005"/>
                  <a:pt x="1347730" y="705105"/>
                </a:cubicBezTo>
                <a:cubicBezTo>
                  <a:pt x="1378490" y="742201"/>
                  <a:pt x="1403732" y="781469"/>
                  <a:pt x="1424545" y="824915"/>
                </a:cubicBezTo>
                <a:cubicBezTo>
                  <a:pt x="1416521" y="807704"/>
                  <a:pt x="1408580" y="790827"/>
                  <a:pt x="1400556" y="773532"/>
                </a:cubicBezTo>
                <a:cubicBezTo>
                  <a:pt x="1442432" y="863543"/>
                  <a:pt x="1468093" y="958957"/>
                  <a:pt x="1485980" y="1056209"/>
                </a:cubicBezTo>
                <a:cubicBezTo>
                  <a:pt x="1482637" y="1037438"/>
                  <a:pt x="1479210" y="1019029"/>
                  <a:pt x="1475783" y="1000203"/>
                </a:cubicBezTo>
                <a:cubicBezTo>
                  <a:pt x="1511558" y="1199079"/>
                  <a:pt x="1518997" y="1402662"/>
                  <a:pt x="1567643" y="1599534"/>
                </a:cubicBezTo>
                <a:cubicBezTo>
                  <a:pt x="1617627" y="1801585"/>
                  <a:pt x="1723614" y="2012047"/>
                  <a:pt x="1886187" y="2146479"/>
                </a:cubicBezTo>
                <a:cubicBezTo>
                  <a:pt x="2067735" y="2296701"/>
                  <a:pt x="2309547" y="2352206"/>
                  <a:pt x="2535980" y="2280325"/>
                </a:cubicBezTo>
                <a:cubicBezTo>
                  <a:pt x="2716858" y="2222982"/>
                  <a:pt x="2870990" y="2093146"/>
                  <a:pt x="2991520" y="1949858"/>
                </a:cubicBezTo>
                <a:cubicBezTo>
                  <a:pt x="3127262" y="1788551"/>
                  <a:pt x="3229404" y="1602458"/>
                  <a:pt x="3348011" y="1428813"/>
                </a:cubicBezTo>
                <a:cubicBezTo>
                  <a:pt x="3334889" y="1448058"/>
                  <a:pt x="3321431" y="1467274"/>
                  <a:pt x="3308308" y="1486574"/>
                </a:cubicBezTo>
                <a:cubicBezTo>
                  <a:pt x="3461102" y="1264109"/>
                  <a:pt x="3636464" y="1056348"/>
                  <a:pt x="3842502" y="881283"/>
                </a:cubicBezTo>
                <a:cubicBezTo>
                  <a:pt x="3824114" y="896824"/>
                  <a:pt x="3805558" y="912587"/>
                  <a:pt x="3787252" y="928183"/>
                </a:cubicBezTo>
                <a:cubicBezTo>
                  <a:pt x="3920487" y="815975"/>
                  <a:pt x="4065926" y="719113"/>
                  <a:pt x="4223735" y="645255"/>
                </a:cubicBezTo>
                <a:cubicBezTo>
                  <a:pt x="4202087" y="655337"/>
                  <a:pt x="4180438" y="665446"/>
                  <a:pt x="4159040" y="675333"/>
                </a:cubicBezTo>
                <a:cubicBezTo>
                  <a:pt x="4273886" y="622585"/>
                  <a:pt x="4394751" y="580643"/>
                  <a:pt x="4519544" y="558029"/>
                </a:cubicBezTo>
                <a:cubicBezTo>
                  <a:pt x="4496056" y="562179"/>
                  <a:pt x="4472652" y="566412"/>
                  <a:pt x="4449248" y="570562"/>
                </a:cubicBezTo>
                <a:cubicBezTo>
                  <a:pt x="4500821" y="561761"/>
                  <a:pt x="4552560" y="557472"/>
                  <a:pt x="4604884" y="560842"/>
                </a:cubicBezTo>
                <a:cubicBezTo>
                  <a:pt x="4580895" y="558893"/>
                  <a:pt x="4557074" y="557249"/>
                  <a:pt x="4533085" y="555272"/>
                </a:cubicBezTo>
                <a:cubicBezTo>
                  <a:pt x="4568525" y="558363"/>
                  <a:pt x="4602628" y="564908"/>
                  <a:pt x="4636062" y="576494"/>
                </a:cubicBezTo>
                <a:cubicBezTo>
                  <a:pt x="4612992" y="568473"/>
                  <a:pt x="4589839" y="560424"/>
                  <a:pt x="4567104" y="552404"/>
                </a:cubicBezTo>
                <a:cubicBezTo>
                  <a:pt x="4593266" y="562151"/>
                  <a:pt x="4617589" y="574405"/>
                  <a:pt x="4640910" y="589750"/>
                </a:cubicBezTo>
                <a:cubicBezTo>
                  <a:pt x="4619846" y="575435"/>
                  <a:pt x="4599368" y="561065"/>
                  <a:pt x="4578304" y="546750"/>
                </a:cubicBezTo>
                <a:cubicBezTo>
                  <a:pt x="4611320" y="569503"/>
                  <a:pt x="4639907" y="596379"/>
                  <a:pt x="4666069" y="626763"/>
                </a:cubicBezTo>
                <a:cubicBezTo>
                  <a:pt x="4649686" y="607268"/>
                  <a:pt x="4633303" y="587884"/>
                  <a:pt x="4616753" y="568584"/>
                </a:cubicBezTo>
                <a:cubicBezTo>
                  <a:pt x="4650605" y="609886"/>
                  <a:pt x="4677436" y="654863"/>
                  <a:pt x="4700506" y="702849"/>
                </a:cubicBezTo>
                <a:cubicBezTo>
                  <a:pt x="4690058" y="680458"/>
                  <a:pt x="4679693" y="657927"/>
                  <a:pt x="4669161" y="635563"/>
                </a:cubicBezTo>
                <a:cubicBezTo>
                  <a:pt x="4700757" y="704158"/>
                  <a:pt x="4722238" y="775704"/>
                  <a:pt x="4736113" y="849730"/>
                </a:cubicBezTo>
                <a:cubicBezTo>
                  <a:pt x="4731683" y="825389"/>
                  <a:pt x="4727504" y="801159"/>
                  <a:pt x="4723074" y="776818"/>
                </a:cubicBezTo>
                <a:cubicBezTo>
                  <a:pt x="4768544" y="1030531"/>
                  <a:pt x="4727755" y="1288812"/>
                  <a:pt x="4716638" y="1543472"/>
                </a:cubicBezTo>
                <a:cubicBezTo>
                  <a:pt x="4703849" y="1837484"/>
                  <a:pt x="4762610" y="2147788"/>
                  <a:pt x="4928610" y="2395764"/>
                </a:cubicBezTo>
                <a:cubicBezTo>
                  <a:pt x="5018548" y="2530279"/>
                  <a:pt x="5147270" y="2658723"/>
                  <a:pt x="5299729" y="2719742"/>
                </a:cubicBezTo>
                <a:cubicBezTo>
                  <a:pt x="5406301" y="2762380"/>
                  <a:pt x="5499415" y="2781903"/>
                  <a:pt x="5614428" y="2784716"/>
                </a:cubicBezTo>
                <a:cubicBezTo>
                  <a:pt x="5693751" y="2786749"/>
                  <a:pt x="5777085" y="2772016"/>
                  <a:pt x="5852229" y="2747369"/>
                </a:cubicBezTo>
                <a:cubicBezTo>
                  <a:pt x="6159238" y="2646859"/>
                  <a:pt x="6360260" y="2375043"/>
                  <a:pt x="6504612" y="2100610"/>
                </a:cubicBezTo>
                <a:cubicBezTo>
                  <a:pt x="6574657" y="1967376"/>
                  <a:pt x="6631746" y="1828293"/>
                  <a:pt x="6698196" y="1693499"/>
                </a:cubicBezTo>
                <a:cubicBezTo>
                  <a:pt x="6780110" y="1527736"/>
                  <a:pt x="6873892" y="1368156"/>
                  <a:pt x="6978625" y="1215566"/>
                </a:cubicBezTo>
                <a:cubicBezTo>
                  <a:pt x="6961657" y="1240242"/>
                  <a:pt x="6944856" y="1264722"/>
                  <a:pt x="6927972" y="1289452"/>
                </a:cubicBezTo>
                <a:cubicBezTo>
                  <a:pt x="7018579" y="1158363"/>
                  <a:pt x="7113615" y="1026660"/>
                  <a:pt x="7236068" y="922919"/>
                </a:cubicBezTo>
                <a:cubicBezTo>
                  <a:pt x="7213165" y="942303"/>
                  <a:pt x="7190096" y="961853"/>
                  <a:pt x="7167277" y="981181"/>
                </a:cubicBezTo>
                <a:cubicBezTo>
                  <a:pt x="7212330" y="943640"/>
                  <a:pt x="7260558" y="910805"/>
                  <a:pt x="7313551" y="885405"/>
                </a:cubicBezTo>
                <a:cubicBezTo>
                  <a:pt x="7287222" y="897604"/>
                  <a:pt x="7260893" y="909997"/>
                  <a:pt x="7234480" y="922223"/>
                </a:cubicBezTo>
                <a:cubicBezTo>
                  <a:pt x="7270589" y="905569"/>
                  <a:pt x="7307868" y="893175"/>
                  <a:pt x="7346902" y="885935"/>
                </a:cubicBezTo>
                <a:cubicBezTo>
                  <a:pt x="7318650" y="891115"/>
                  <a:pt x="7290148" y="896155"/>
                  <a:pt x="7262063" y="901141"/>
                </a:cubicBezTo>
                <a:cubicBezTo>
                  <a:pt x="7293157" y="895961"/>
                  <a:pt x="7324250" y="894067"/>
                  <a:pt x="7355846" y="895877"/>
                </a:cubicBezTo>
                <a:cubicBezTo>
                  <a:pt x="7327176" y="893538"/>
                  <a:pt x="7298339" y="891421"/>
                  <a:pt x="7269669" y="889165"/>
                </a:cubicBezTo>
                <a:cubicBezTo>
                  <a:pt x="7303020" y="891811"/>
                  <a:pt x="7335284" y="898077"/>
                  <a:pt x="7367130" y="908660"/>
                </a:cubicBezTo>
                <a:cubicBezTo>
                  <a:pt x="7339630" y="899163"/>
                  <a:pt x="7311880" y="889472"/>
                  <a:pt x="7284547" y="879808"/>
                </a:cubicBezTo>
                <a:cubicBezTo>
                  <a:pt x="7317981" y="891839"/>
                  <a:pt x="7349159" y="907546"/>
                  <a:pt x="7378497" y="927236"/>
                </a:cubicBezTo>
                <a:cubicBezTo>
                  <a:pt x="7353672" y="910108"/>
                  <a:pt x="7328764" y="892981"/>
                  <a:pt x="7303688" y="876020"/>
                </a:cubicBezTo>
                <a:cubicBezTo>
                  <a:pt x="7340884" y="901698"/>
                  <a:pt x="7373399" y="932166"/>
                  <a:pt x="7402821" y="966338"/>
                </a:cubicBezTo>
                <a:cubicBezTo>
                  <a:pt x="7383345" y="943306"/>
                  <a:pt x="7363535" y="920107"/>
                  <a:pt x="7344144" y="896824"/>
                </a:cubicBezTo>
                <a:cubicBezTo>
                  <a:pt x="7384933" y="945478"/>
                  <a:pt x="7417197" y="999006"/>
                  <a:pt x="7444362" y="1056349"/>
                </a:cubicBezTo>
                <a:cubicBezTo>
                  <a:pt x="7431992" y="1029752"/>
                  <a:pt x="7419538" y="1003183"/>
                  <a:pt x="7406916" y="976391"/>
                </a:cubicBezTo>
                <a:cubicBezTo>
                  <a:pt x="7443359" y="1055847"/>
                  <a:pt x="7468769" y="1139564"/>
                  <a:pt x="7484818" y="1225453"/>
                </a:cubicBezTo>
                <a:cubicBezTo>
                  <a:pt x="7479636" y="1196796"/>
                  <a:pt x="7474620" y="1167915"/>
                  <a:pt x="7469187" y="1139146"/>
                </a:cubicBezTo>
                <a:cubicBezTo>
                  <a:pt x="7494932" y="1285359"/>
                  <a:pt x="7499111" y="1434189"/>
                  <a:pt x="7520927" y="1580791"/>
                </a:cubicBezTo>
                <a:cubicBezTo>
                  <a:pt x="7535554" y="1678433"/>
                  <a:pt x="7551686" y="1777996"/>
                  <a:pt x="7582947" y="1871990"/>
                </a:cubicBezTo>
                <a:cubicBezTo>
                  <a:pt x="7602255" y="1930531"/>
                  <a:pt x="7629086" y="1985868"/>
                  <a:pt x="7655750" y="2041346"/>
                </a:cubicBezTo>
                <a:cubicBezTo>
                  <a:pt x="7672133" y="2075378"/>
                  <a:pt x="7690438" y="2108464"/>
                  <a:pt x="7712170" y="2139461"/>
                </a:cubicBezTo>
                <a:cubicBezTo>
                  <a:pt x="7765748" y="2216160"/>
                  <a:pt x="7843650" y="2275480"/>
                  <a:pt x="7936764" y="2294557"/>
                </a:cubicBezTo>
                <a:cubicBezTo>
                  <a:pt x="8019513" y="2311768"/>
                  <a:pt x="8126920" y="2296423"/>
                  <a:pt x="8197299" y="2247017"/>
                </a:cubicBezTo>
                <a:cubicBezTo>
                  <a:pt x="8272693" y="2194019"/>
                  <a:pt x="8337305" y="2116290"/>
                  <a:pt x="8352434" y="2022408"/>
                </a:cubicBezTo>
                <a:cubicBezTo>
                  <a:pt x="8366727" y="1934235"/>
                  <a:pt x="8357700" y="1837122"/>
                  <a:pt x="8304874" y="1761843"/>
                </a:cubicBezTo>
                <a:cubicBezTo>
                  <a:pt x="8279380" y="1725583"/>
                  <a:pt x="8257230" y="1688041"/>
                  <a:pt x="8238507" y="1647909"/>
                </a:cubicBezTo>
                <a:cubicBezTo>
                  <a:pt x="8251379" y="1675230"/>
                  <a:pt x="8264000" y="1702718"/>
                  <a:pt x="8276789" y="1730067"/>
                </a:cubicBezTo>
                <a:cubicBezTo>
                  <a:pt x="8240262" y="1649525"/>
                  <a:pt x="8217945" y="1563970"/>
                  <a:pt x="8201897" y="1476911"/>
                </a:cubicBezTo>
                <a:cubicBezTo>
                  <a:pt x="8207162" y="1505902"/>
                  <a:pt x="8212345" y="1535340"/>
                  <a:pt x="8217527" y="1564359"/>
                </a:cubicBezTo>
                <a:cubicBezTo>
                  <a:pt x="8173812" y="1319391"/>
                  <a:pt x="8176403" y="1061556"/>
                  <a:pt x="8081032" y="828230"/>
                </a:cubicBezTo>
                <a:cubicBezTo>
                  <a:pt x="8018928" y="676336"/>
                  <a:pt x="7939438" y="537671"/>
                  <a:pt x="7819243" y="423626"/>
                </a:cubicBezTo>
                <a:cubicBezTo>
                  <a:pt x="7763659" y="370878"/>
                  <a:pt x="7697877" y="324285"/>
                  <a:pt x="7628417" y="291923"/>
                </a:cubicBezTo>
                <a:cubicBezTo>
                  <a:pt x="7527530" y="244662"/>
                  <a:pt x="7435085" y="227952"/>
                  <a:pt x="7325671" y="221658"/>
                </a:cubicBezTo>
                <a:cubicBezTo>
                  <a:pt x="7250946" y="217369"/>
                  <a:pt x="7173044" y="231628"/>
                  <a:pt x="7101830" y="252293"/>
                </a:cubicBezTo>
                <a:cubicBezTo>
                  <a:pt x="7030866" y="273097"/>
                  <a:pt x="6961574" y="306684"/>
                  <a:pt x="6898550" y="345535"/>
                </a:cubicBezTo>
                <a:cubicBezTo>
                  <a:pt x="6787549" y="413823"/>
                  <a:pt x="6688082" y="508011"/>
                  <a:pt x="6604330" y="607742"/>
                </a:cubicBezTo>
                <a:cubicBezTo>
                  <a:pt x="6506953" y="723792"/>
                  <a:pt x="6421278" y="851791"/>
                  <a:pt x="6339113" y="978703"/>
                </a:cubicBezTo>
                <a:cubicBezTo>
                  <a:pt x="6265475" y="1092581"/>
                  <a:pt x="6197687" y="1210303"/>
                  <a:pt x="6136586" y="1331311"/>
                </a:cubicBezTo>
                <a:cubicBezTo>
                  <a:pt x="6023077" y="1555336"/>
                  <a:pt x="5939241" y="1794400"/>
                  <a:pt x="5797397" y="2003497"/>
                </a:cubicBezTo>
                <a:cubicBezTo>
                  <a:pt x="5814030" y="1979184"/>
                  <a:pt x="5830580" y="1954899"/>
                  <a:pt x="5847381" y="1930753"/>
                </a:cubicBezTo>
                <a:cubicBezTo>
                  <a:pt x="5797397" y="2003497"/>
                  <a:pt x="5742481" y="2072148"/>
                  <a:pt x="5674944" y="2129379"/>
                </a:cubicBezTo>
                <a:cubicBezTo>
                  <a:pt x="5697261" y="2110636"/>
                  <a:pt x="5719244" y="2091837"/>
                  <a:pt x="5741562" y="2073067"/>
                </a:cubicBezTo>
                <a:cubicBezTo>
                  <a:pt x="5704617" y="2103646"/>
                  <a:pt x="5664830" y="2129880"/>
                  <a:pt x="5621617" y="2150851"/>
                </a:cubicBezTo>
                <a:cubicBezTo>
                  <a:pt x="5646943" y="2139071"/>
                  <a:pt x="5672186" y="2127263"/>
                  <a:pt x="5697512" y="2115454"/>
                </a:cubicBezTo>
                <a:cubicBezTo>
                  <a:pt x="5660985" y="2132164"/>
                  <a:pt x="5623539" y="2144335"/>
                  <a:pt x="5584087" y="2151993"/>
                </a:cubicBezTo>
                <a:cubicBezTo>
                  <a:pt x="5611001" y="2147036"/>
                  <a:pt x="5637832" y="2142302"/>
                  <a:pt x="5664830" y="2137400"/>
                </a:cubicBezTo>
                <a:cubicBezTo>
                  <a:pt x="5625712" y="2144251"/>
                  <a:pt x="5586845" y="2146228"/>
                  <a:pt x="5547309" y="2144112"/>
                </a:cubicBezTo>
                <a:cubicBezTo>
                  <a:pt x="5574475" y="2146089"/>
                  <a:pt x="5601723" y="2148261"/>
                  <a:pt x="5628722" y="2150489"/>
                </a:cubicBezTo>
                <a:cubicBezTo>
                  <a:pt x="5589771" y="2147398"/>
                  <a:pt x="5551823" y="2139934"/>
                  <a:pt x="5514711" y="2127513"/>
                </a:cubicBezTo>
                <a:cubicBezTo>
                  <a:pt x="5540539" y="2136564"/>
                  <a:pt x="5566534" y="2145727"/>
                  <a:pt x="5592529" y="2154528"/>
                </a:cubicBezTo>
                <a:cubicBezTo>
                  <a:pt x="5554080" y="2140881"/>
                  <a:pt x="5518305" y="2122779"/>
                  <a:pt x="5484286" y="2100360"/>
                </a:cubicBezTo>
                <a:cubicBezTo>
                  <a:pt x="5507690" y="2116429"/>
                  <a:pt x="5530759" y="2132359"/>
                  <a:pt x="5554247" y="2148261"/>
                </a:cubicBezTo>
                <a:cubicBezTo>
                  <a:pt x="5510866" y="2118351"/>
                  <a:pt x="5472500" y="2082953"/>
                  <a:pt x="5438147" y="2043016"/>
                </a:cubicBezTo>
                <a:cubicBezTo>
                  <a:pt x="5456285" y="2064433"/>
                  <a:pt x="5474256" y="2085655"/>
                  <a:pt x="5492477" y="2107099"/>
                </a:cubicBezTo>
                <a:cubicBezTo>
                  <a:pt x="5445335" y="2050898"/>
                  <a:pt x="5407471" y="1988458"/>
                  <a:pt x="5376210" y="1922259"/>
                </a:cubicBezTo>
                <a:cubicBezTo>
                  <a:pt x="5387578" y="1946433"/>
                  <a:pt x="5398778" y="1970885"/>
                  <a:pt x="5410062" y="1995059"/>
                </a:cubicBezTo>
                <a:cubicBezTo>
                  <a:pt x="5368938" y="1906134"/>
                  <a:pt x="5340603" y="1812558"/>
                  <a:pt x="5322966" y="1716253"/>
                </a:cubicBezTo>
                <a:cubicBezTo>
                  <a:pt x="5327647" y="1741931"/>
                  <a:pt x="5332077" y="1767413"/>
                  <a:pt x="5336758" y="1793119"/>
                </a:cubicBezTo>
                <a:cubicBezTo>
                  <a:pt x="5292291" y="1540659"/>
                  <a:pt x="5335170" y="1281738"/>
                  <a:pt x="5329988" y="1027329"/>
                </a:cubicBezTo>
                <a:cubicBezTo>
                  <a:pt x="5327062" y="879947"/>
                  <a:pt x="5309091" y="728638"/>
                  <a:pt x="5264791" y="587857"/>
                </a:cubicBezTo>
                <a:cubicBezTo>
                  <a:pt x="5212467" y="420841"/>
                  <a:pt x="5118851" y="244411"/>
                  <a:pt x="4976171" y="137913"/>
                </a:cubicBezTo>
                <a:cubicBezTo>
                  <a:pt x="4884812" y="69709"/>
                  <a:pt x="4782754" y="17796"/>
                  <a:pt x="4667657" y="5236"/>
                </a:cubicBezTo>
                <a:cubicBezTo>
                  <a:pt x="4554399" y="-7046"/>
                  <a:pt x="4457607" y="2340"/>
                  <a:pt x="4346188" y="24870"/>
                </a:cubicBezTo>
                <a:cubicBezTo>
                  <a:pt x="4190886" y="56369"/>
                  <a:pt x="4042105" y="120591"/>
                  <a:pt x="3901598" y="192248"/>
                </a:cubicBezTo>
                <a:cubicBezTo>
                  <a:pt x="3635545" y="328435"/>
                  <a:pt x="3401506" y="532853"/>
                  <a:pt x="3205833" y="756878"/>
                </a:cubicBezTo>
                <a:cubicBezTo>
                  <a:pt x="3088730" y="890753"/>
                  <a:pt x="2984917" y="1035684"/>
                  <a:pt x="2887122" y="1183818"/>
                </a:cubicBezTo>
                <a:cubicBezTo>
                  <a:pt x="2807632" y="1304185"/>
                  <a:pt x="2738006" y="1430624"/>
                  <a:pt x="2656761" y="1549850"/>
                </a:cubicBezTo>
                <a:cubicBezTo>
                  <a:pt x="2669717" y="1530800"/>
                  <a:pt x="2682756" y="1511918"/>
                  <a:pt x="2695712" y="1492869"/>
                </a:cubicBezTo>
                <a:cubicBezTo>
                  <a:pt x="2626670" y="1593379"/>
                  <a:pt x="2550858" y="1691077"/>
                  <a:pt x="2457911" y="1770672"/>
                </a:cubicBezTo>
                <a:cubicBezTo>
                  <a:pt x="2475046" y="1756106"/>
                  <a:pt x="2492348" y="1741736"/>
                  <a:pt x="2509316" y="1727170"/>
                </a:cubicBezTo>
                <a:cubicBezTo>
                  <a:pt x="2467022" y="1762512"/>
                  <a:pt x="2421468" y="1793565"/>
                  <a:pt x="2371568" y="1817488"/>
                </a:cubicBezTo>
                <a:cubicBezTo>
                  <a:pt x="2390792" y="1808409"/>
                  <a:pt x="2410435" y="1799357"/>
                  <a:pt x="2429659" y="1790362"/>
                </a:cubicBezTo>
                <a:cubicBezTo>
                  <a:pt x="2392464" y="1807462"/>
                  <a:pt x="2354015" y="1820273"/>
                  <a:pt x="2313894" y="1827541"/>
                </a:cubicBezTo>
                <a:cubicBezTo>
                  <a:pt x="2334456" y="1823670"/>
                  <a:pt x="2355185" y="1820189"/>
                  <a:pt x="2375831" y="1816346"/>
                </a:cubicBezTo>
                <a:cubicBezTo>
                  <a:pt x="2339304" y="1822306"/>
                  <a:pt x="2303028" y="1824144"/>
                  <a:pt x="2266083" y="1821526"/>
                </a:cubicBezTo>
                <a:cubicBezTo>
                  <a:pt x="2286812" y="1823141"/>
                  <a:pt x="2307541" y="1824673"/>
                  <a:pt x="2328271" y="1826288"/>
                </a:cubicBezTo>
                <a:cubicBezTo>
                  <a:pt x="2291911" y="1823030"/>
                  <a:pt x="2256387" y="1815649"/>
                  <a:pt x="2221866" y="1803674"/>
                </a:cubicBezTo>
                <a:cubicBezTo>
                  <a:pt x="2241676" y="1810553"/>
                  <a:pt x="2261235" y="1817460"/>
                  <a:pt x="2281045" y="1824339"/>
                </a:cubicBezTo>
                <a:cubicBezTo>
                  <a:pt x="2243933" y="1810831"/>
                  <a:pt x="2209245" y="1793091"/>
                  <a:pt x="2176396" y="1770922"/>
                </a:cubicBezTo>
                <a:cubicBezTo>
                  <a:pt x="2194116" y="1782982"/>
                  <a:pt x="2211585" y="1795263"/>
                  <a:pt x="2229305" y="1807322"/>
                </a:cubicBezTo>
                <a:cubicBezTo>
                  <a:pt x="2186175" y="1777217"/>
                  <a:pt x="2148061" y="1741374"/>
                  <a:pt x="2113958" y="1701298"/>
                </a:cubicBezTo>
                <a:cubicBezTo>
                  <a:pt x="2127582" y="1717478"/>
                  <a:pt x="2141290" y="1733520"/>
                  <a:pt x="2154831" y="1749757"/>
                </a:cubicBezTo>
                <a:cubicBezTo>
                  <a:pt x="2109444" y="1694836"/>
                  <a:pt x="2073001" y="1634318"/>
                  <a:pt x="2042743" y="1569790"/>
                </a:cubicBezTo>
                <a:cubicBezTo>
                  <a:pt x="2051352" y="1587948"/>
                  <a:pt x="2059794" y="1606274"/>
                  <a:pt x="2068404" y="1624432"/>
                </a:cubicBezTo>
                <a:cubicBezTo>
                  <a:pt x="2023100" y="1525537"/>
                  <a:pt x="1995434" y="1422046"/>
                  <a:pt x="1976209" y="1315270"/>
                </a:cubicBezTo>
                <a:cubicBezTo>
                  <a:pt x="1979636" y="1334458"/>
                  <a:pt x="1983063" y="1353591"/>
                  <a:pt x="1986406" y="1372807"/>
                </a:cubicBezTo>
                <a:cubicBezTo>
                  <a:pt x="1922965" y="1016802"/>
                  <a:pt x="1903406" y="615345"/>
                  <a:pt x="1617294" y="353555"/>
                </a:cubicBezTo>
                <a:cubicBezTo>
                  <a:pt x="1457646" y="207510"/>
                  <a:pt x="1228872" y="150390"/>
                  <a:pt x="1024172" y="231350"/>
                </a:cubicBezTo>
                <a:cubicBezTo>
                  <a:pt x="831173" y="307352"/>
                  <a:pt x="670188" y="454595"/>
                  <a:pt x="519567" y="593204"/>
                </a:cubicBezTo>
                <a:cubicBezTo>
                  <a:pt x="439576" y="666700"/>
                  <a:pt x="363179" y="744513"/>
                  <a:pt x="290878" y="825668"/>
                </a:cubicBezTo>
                <a:cubicBezTo>
                  <a:pt x="216236" y="909412"/>
                  <a:pt x="140842" y="992433"/>
                  <a:pt x="71048" y="1080383"/>
                </a:cubicBezTo>
                <a:cubicBezTo>
                  <a:pt x="23237" y="1140790"/>
                  <a:pt x="-1170" y="1204538"/>
                  <a:pt x="-250" y="1281042"/>
                </a:cubicBezTo>
                <a:cubicBezTo>
                  <a:pt x="418" y="1368881"/>
                  <a:pt x="51991" y="1446582"/>
                  <a:pt x="121868" y="1494679"/>
                </a:cubicBezTo>
                <a:cubicBezTo>
                  <a:pt x="184641" y="1537874"/>
                  <a:pt x="251676" y="1552328"/>
                  <a:pt x="326819" y="1538765"/>
                </a:cubicBezTo>
                <a:cubicBezTo>
                  <a:pt x="415754" y="1523754"/>
                  <a:pt x="480867" y="1472260"/>
                  <a:pt x="525502" y="1393222"/>
                </a:cubicBezTo>
                <a:lnTo>
                  <a:pt x="525668" y="1392971"/>
                </a:lnTo>
              </a:path>
            </a:pathLst>
          </a:custGeom>
          <a:solidFill>
            <a:srgbClr val="40AFFF">
              <a:alpha val="20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447107" y="6058281"/>
            <a:ext cx="341222" cy="341222"/>
          </a:xfrm>
          <a:custGeom>
            <a:avLst/>
            <a:gdLst/>
            <a:ahLst/>
            <a:cxnLst/>
            <a:rect l="l" t="t" r="r" b="b"/>
            <a:pathLst>
              <a:path w="341222" h="341222">
                <a:moveTo>
                  <a:pt x="235102" y="18631"/>
                </a:moveTo>
                <a:lnTo>
                  <a:pt x="244622" y="78822"/>
                </a:lnTo>
                <a:cubicBezTo>
                  <a:pt x="249396" y="109010"/>
                  <a:pt x="264642" y="136547"/>
                  <a:pt x="287688" y="156621"/>
                </a:cubicBezTo>
                <a:lnTo>
                  <a:pt x="333644" y="196643"/>
                </a:lnTo>
                <a:cubicBezTo>
                  <a:pt x="340110" y="202277"/>
                  <a:pt x="342734" y="211148"/>
                  <a:pt x="340362" y="219392"/>
                </a:cubicBezTo>
                <a:cubicBezTo>
                  <a:pt x="337994" y="227636"/>
                  <a:pt x="331064" y="233765"/>
                  <a:pt x="322591" y="235102"/>
                </a:cubicBezTo>
                <a:lnTo>
                  <a:pt x="262400" y="244622"/>
                </a:lnTo>
                <a:cubicBezTo>
                  <a:pt x="232212" y="249396"/>
                  <a:pt x="204675" y="264642"/>
                  <a:pt x="184601" y="287688"/>
                </a:cubicBezTo>
                <a:lnTo>
                  <a:pt x="144579" y="333644"/>
                </a:lnTo>
                <a:cubicBezTo>
                  <a:pt x="138946" y="340110"/>
                  <a:pt x="130074" y="342734"/>
                  <a:pt x="121830" y="340362"/>
                </a:cubicBezTo>
                <a:cubicBezTo>
                  <a:pt x="113586" y="337994"/>
                  <a:pt x="107458" y="331064"/>
                  <a:pt x="106120" y="322592"/>
                </a:cubicBezTo>
                <a:lnTo>
                  <a:pt x="96600" y="262400"/>
                </a:lnTo>
                <a:cubicBezTo>
                  <a:pt x="91826" y="232212"/>
                  <a:pt x="76580" y="204675"/>
                  <a:pt x="53534" y="184601"/>
                </a:cubicBezTo>
                <a:lnTo>
                  <a:pt x="7578" y="144579"/>
                </a:lnTo>
                <a:cubicBezTo>
                  <a:pt x="1112" y="138946"/>
                  <a:pt x="-1512" y="130074"/>
                  <a:pt x="860" y="121830"/>
                </a:cubicBezTo>
                <a:cubicBezTo>
                  <a:pt x="3228" y="113586"/>
                  <a:pt x="10158" y="107458"/>
                  <a:pt x="18631" y="106120"/>
                </a:cubicBezTo>
                <a:lnTo>
                  <a:pt x="78822" y="96600"/>
                </a:lnTo>
                <a:cubicBezTo>
                  <a:pt x="109010" y="91826"/>
                  <a:pt x="136547" y="76580"/>
                  <a:pt x="156621" y="53534"/>
                </a:cubicBezTo>
                <a:lnTo>
                  <a:pt x="196643" y="7578"/>
                </a:lnTo>
                <a:cubicBezTo>
                  <a:pt x="202276" y="1112"/>
                  <a:pt x="211148" y="-1512"/>
                  <a:pt x="219392" y="860"/>
                </a:cubicBezTo>
                <a:cubicBezTo>
                  <a:pt x="227636" y="3228"/>
                  <a:pt x="233764" y="10158"/>
                  <a:pt x="235102" y="18631"/>
                </a:cubicBezTo>
                <a:lnTo>
                  <a:pt x="235102" y="18631"/>
                </a:lnTo>
              </a:path>
            </a:pathLst>
          </a:custGeom>
          <a:solidFill>
            <a:srgbClr val="005490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674172" y="502917"/>
            <a:ext cx="712404" cy="374297"/>
          </a:xfrm>
          <a:custGeom>
            <a:avLst/>
            <a:gdLst/>
            <a:ahLst/>
            <a:cxnLst/>
            <a:rect l="l" t="t" r="r" b="b"/>
            <a:pathLst>
              <a:path w="712404" h="374297">
                <a:moveTo>
                  <a:pt x="113422" y="360792"/>
                </a:moveTo>
                <a:cubicBezTo>
                  <a:pt x="100456" y="360792"/>
                  <a:pt x="87497" y="358090"/>
                  <a:pt x="74532" y="352689"/>
                </a:cubicBezTo>
                <a:cubicBezTo>
                  <a:pt x="23759" y="331084"/>
                  <a:pt x="0" y="272754"/>
                  <a:pt x="21600" y="221981"/>
                </a:cubicBezTo>
                <a:cubicBezTo>
                  <a:pt x="78315" y="86953"/>
                  <a:pt x="209561" y="-4"/>
                  <a:pt x="355924" y="-4"/>
                </a:cubicBezTo>
                <a:cubicBezTo>
                  <a:pt x="502294" y="-4"/>
                  <a:pt x="633541" y="86953"/>
                  <a:pt x="690789" y="221981"/>
                </a:cubicBezTo>
                <a:cubicBezTo>
                  <a:pt x="712396" y="272750"/>
                  <a:pt x="688631" y="331623"/>
                  <a:pt x="637858" y="352689"/>
                </a:cubicBezTo>
                <a:cubicBezTo>
                  <a:pt x="587085" y="374293"/>
                  <a:pt x="528219" y="350529"/>
                  <a:pt x="507153" y="299759"/>
                </a:cubicBezTo>
                <a:cubicBezTo>
                  <a:pt x="481229" y="239266"/>
                  <a:pt x="421814" y="199837"/>
                  <a:pt x="355924" y="199837"/>
                </a:cubicBezTo>
                <a:cubicBezTo>
                  <a:pt x="290034" y="199837"/>
                  <a:pt x="231161" y="239266"/>
                  <a:pt x="205236" y="299759"/>
                </a:cubicBezTo>
                <a:cubicBezTo>
                  <a:pt x="189571" y="337567"/>
                  <a:pt x="152305" y="360792"/>
                  <a:pt x="113415" y="360792"/>
                </a:cubicBezTo>
                <a:lnTo>
                  <a:pt x="113422" y="360792"/>
                </a:lnTo>
              </a:path>
            </a:pathLst>
          </a:custGeom>
          <a:solidFill>
            <a:srgbClr val="005490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blipFill>
            <a:blip r:embed="rId3"/>
            <a:srcRect/>
            <a:stretch>
              <a:fillRect l="-90680" r="-90680"/>
            </a:stretch>
          </a:blip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45289" y="5814161"/>
            <a:ext cx="365158" cy="191854"/>
          </a:xfrm>
          <a:custGeom>
            <a:avLst/>
            <a:gdLst/>
            <a:ahLst/>
            <a:cxnLst/>
            <a:rect l="l" t="t" r="r" b="b"/>
            <a:pathLst>
              <a:path w="365158" h="191854">
                <a:moveTo>
                  <a:pt x="58137" y="184932"/>
                </a:moveTo>
                <a:cubicBezTo>
                  <a:pt x="51491" y="184932"/>
                  <a:pt x="44849" y="183547"/>
                  <a:pt x="38203" y="180778"/>
                </a:cubicBezTo>
                <a:cubicBezTo>
                  <a:pt x="12178" y="169705"/>
                  <a:pt x="0" y="139806"/>
                  <a:pt x="11072" y="113781"/>
                </a:cubicBezTo>
                <a:cubicBezTo>
                  <a:pt x="40142" y="44570"/>
                  <a:pt x="107415" y="-2"/>
                  <a:pt x="182437" y="-2"/>
                </a:cubicBezTo>
                <a:cubicBezTo>
                  <a:pt x="257462" y="-2"/>
                  <a:pt x="324735" y="44570"/>
                  <a:pt x="354079" y="113781"/>
                </a:cubicBezTo>
                <a:cubicBezTo>
                  <a:pt x="365154" y="139804"/>
                  <a:pt x="352973" y="169981"/>
                  <a:pt x="326948" y="180778"/>
                </a:cubicBezTo>
                <a:cubicBezTo>
                  <a:pt x="300923" y="191852"/>
                  <a:pt x="270750" y="179671"/>
                  <a:pt x="259952" y="153648"/>
                </a:cubicBezTo>
                <a:cubicBezTo>
                  <a:pt x="246664" y="122641"/>
                  <a:pt x="216210" y="102431"/>
                  <a:pt x="182437" y="102431"/>
                </a:cubicBezTo>
                <a:cubicBezTo>
                  <a:pt x="148663" y="102431"/>
                  <a:pt x="118487" y="122641"/>
                  <a:pt x="105198" y="153648"/>
                </a:cubicBezTo>
                <a:cubicBezTo>
                  <a:pt x="97169" y="173028"/>
                  <a:pt x="78067" y="184932"/>
                  <a:pt x="58133" y="184932"/>
                </a:cubicBezTo>
                <a:lnTo>
                  <a:pt x="58137" y="184932"/>
                </a:lnTo>
              </a:path>
            </a:pathLst>
          </a:custGeom>
          <a:solidFill>
            <a:srgbClr val="C6FDFF">
              <a:alpha val="9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205189" y="681891"/>
            <a:ext cx="6949440" cy="1290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Lexend Deca Regular" pitchFamily="34" charset="0"/>
                <a:ea typeface="Lexend Deca Regular" pitchFamily="34" charset="-122"/>
                <a:cs typeface="Lexend Deca Regular" pitchFamily="34" charset="-120"/>
              </a:rPr>
              <a:t>Literature Review 5 - Future Scope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205189" y="2040882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40" h="548640">
                <a:moveTo>
                  <a:pt x="0" y="274320"/>
                </a:moveTo>
                <a:cubicBezTo>
                  <a:pt x="0" y="122819"/>
                  <a:pt x="122819" y="0"/>
                  <a:pt x="274320" y="0"/>
                </a:cubicBezTo>
                <a:cubicBezTo>
                  <a:pt x="425821" y="0"/>
                  <a:pt x="548640" y="122819"/>
                  <a:pt x="548640" y="274320"/>
                </a:cubicBezTo>
                <a:cubicBezTo>
                  <a:pt x="548640" y="425821"/>
                  <a:pt x="425821" y="548640"/>
                  <a:pt x="274320" y="548640"/>
                </a:cubicBezTo>
                <a:cubicBezTo>
                  <a:pt x="122819" y="548640"/>
                  <a:pt x="0" y="425821"/>
                  <a:pt x="0" y="274320"/>
                </a:cubicBezTo>
              </a:path>
            </a:pathLst>
          </a:custGeom>
          <a:solidFill>
            <a:srgbClr val="40AF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205189" y="3183983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40" h="548640">
                <a:moveTo>
                  <a:pt x="0" y="274320"/>
                </a:moveTo>
                <a:cubicBezTo>
                  <a:pt x="0" y="122819"/>
                  <a:pt x="122819" y="0"/>
                  <a:pt x="274320" y="0"/>
                </a:cubicBezTo>
                <a:cubicBezTo>
                  <a:pt x="425821" y="0"/>
                  <a:pt x="548640" y="122819"/>
                  <a:pt x="548640" y="274320"/>
                </a:cubicBezTo>
                <a:cubicBezTo>
                  <a:pt x="548640" y="425821"/>
                  <a:pt x="425821" y="548640"/>
                  <a:pt x="274320" y="548640"/>
                </a:cubicBezTo>
                <a:cubicBezTo>
                  <a:pt x="122819" y="548640"/>
                  <a:pt x="0" y="425821"/>
                  <a:pt x="0" y="274320"/>
                </a:cubicBezTo>
              </a:path>
            </a:pathLst>
          </a:custGeom>
          <a:solidFill>
            <a:srgbClr val="40AF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205189" y="4327084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40" h="548640">
                <a:moveTo>
                  <a:pt x="0" y="274320"/>
                </a:moveTo>
                <a:cubicBezTo>
                  <a:pt x="0" y="122819"/>
                  <a:pt x="122819" y="0"/>
                  <a:pt x="274320" y="0"/>
                </a:cubicBezTo>
                <a:cubicBezTo>
                  <a:pt x="425821" y="0"/>
                  <a:pt x="548640" y="122819"/>
                  <a:pt x="548640" y="274320"/>
                </a:cubicBezTo>
                <a:cubicBezTo>
                  <a:pt x="548640" y="425821"/>
                  <a:pt x="425821" y="548640"/>
                  <a:pt x="274320" y="548640"/>
                </a:cubicBezTo>
                <a:cubicBezTo>
                  <a:pt x="122819" y="548640"/>
                  <a:pt x="0" y="425821"/>
                  <a:pt x="0" y="274320"/>
                </a:cubicBezTo>
              </a:path>
            </a:pathLst>
          </a:custGeom>
          <a:solidFill>
            <a:srgbClr val="40AF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939659" y="5462663"/>
            <a:ext cx="61867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39659" y="5819034"/>
            <a:ext cx="61867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9659" y="4327084"/>
            <a:ext cx="61867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FFFFFF"/>
                </a:solidFill>
                <a:latin typeface="Lexend Deca Bold" pitchFamily="34" charset="0"/>
                <a:ea typeface="Lexend Deca Bold" pitchFamily="34" charset="-122"/>
                <a:cs typeface="Lexend Deca Bold" pitchFamily="34" charset="-120"/>
              </a:rPr>
              <a:t>Enhancing Accuracy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39659" y="4683455"/>
            <a:ext cx="61867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100" dirty="0">
                <a:solidFill>
                  <a:srgbClr val="FFFFFF"/>
                </a:solidFill>
                <a:latin typeface="Lexend Regular" pitchFamily="34" charset="0"/>
                <a:ea typeface="Lexend Regular" pitchFamily="34" charset="-122"/>
              </a:rPr>
              <a:t>Improve multimodal fusion algorithms for higher accuracy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342349" y="4494733"/>
            <a:ext cx="274320" cy="213341"/>
          </a:xfrm>
          <a:custGeom>
            <a:avLst/>
            <a:gdLst/>
            <a:ahLst/>
            <a:cxnLst/>
            <a:rect l="l" t="t" r="r" b="b"/>
            <a:pathLst>
              <a:path w="274320" h="213341">
                <a:moveTo>
                  <a:pt x="137135" y="22857"/>
                </a:moveTo>
                <a:cubicBezTo>
                  <a:pt x="106088" y="22857"/>
                  <a:pt x="80562" y="36953"/>
                  <a:pt x="60990" y="55098"/>
                </a:cubicBezTo>
                <a:cubicBezTo>
                  <a:pt x="42657" y="72146"/>
                  <a:pt x="29989" y="92385"/>
                  <a:pt x="23512" y="106671"/>
                </a:cubicBezTo>
                <a:cubicBezTo>
                  <a:pt x="29989" y="120956"/>
                  <a:pt x="42657" y="141196"/>
                  <a:pt x="60943" y="158244"/>
                </a:cubicBezTo>
                <a:cubicBezTo>
                  <a:pt x="80562" y="176387"/>
                  <a:pt x="106088" y="190484"/>
                  <a:pt x="137135" y="190484"/>
                </a:cubicBezTo>
                <a:cubicBezTo>
                  <a:pt x="168183" y="190484"/>
                  <a:pt x="193708" y="176389"/>
                  <a:pt x="213281" y="158244"/>
                </a:cubicBezTo>
                <a:cubicBezTo>
                  <a:pt x="231614" y="141196"/>
                  <a:pt x="244282" y="120956"/>
                  <a:pt x="250759" y="106671"/>
                </a:cubicBezTo>
                <a:cubicBezTo>
                  <a:pt x="244282" y="92385"/>
                  <a:pt x="231614" y="72146"/>
                  <a:pt x="213328" y="55098"/>
                </a:cubicBezTo>
                <a:cubicBezTo>
                  <a:pt x="193708" y="36955"/>
                  <a:pt x="168183" y="22857"/>
                  <a:pt x="137135" y="22857"/>
                </a:cubicBezTo>
                <a:lnTo>
                  <a:pt x="137135" y="22857"/>
                </a:lnTo>
                <a:moveTo>
                  <a:pt x="45419" y="38382"/>
                </a:moveTo>
                <a:cubicBezTo>
                  <a:pt x="67848" y="17524"/>
                  <a:pt x="98659" y="0"/>
                  <a:pt x="137138" y="0"/>
                </a:cubicBezTo>
                <a:cubicBezTo>
                  <a:pt x="175617" y="0"/>
                  <a:pt x="206426" y="17524"/>
                  <a:pt x="228857" y="38382"/>
                </a:cubicBezTo>
                <a:cubicBezTo>
                  <a:pt x="251143" y="59098"/>
                  <a:pt x="266049" y="83813"/>
                  <a:pt x="273143" y="100812"/>
                </a:cubicBezTo>
                <a:cubicBezTo>
                  <a:pt x="274715" y="104574"/>
                  <a:pt x="274715" y="108766"/>
                  <a:pt x="273143" y="112527"/>
                </a:cubicBezTo>
                <a:cubicBezTo>
                  <a:pt x="266046" y="129528"/>
                  <a:pt x="251143" y="154291"/>
                  <a:pt x="228857" y="174957"/>
                </a:cubicBezTo>
                <a:cubicBezTo>
                  <a:pt x="206429" y="195815"/>
                  <a:pt x="175617" y="213339"/>
                  <a:pt x="137138" y="213339"/>
                </a:cubicBezTo>
                <a:cubicBezTo>
                  <a:pt x="98659" y="213339"/>
                  <a:pt x="67850" y="195815"/>
                  <a:pt x="45419" y="174957"/>
                </a:cubicBezTo>
                <a:cubicBezTo>
                  <a:pt x="23133" y="154291"/>
                  <a:pt x="8227" y="129526"/>
                  <a:pt x="1180" y="112527"/>
                </a:cubicBezTo>
                <a:cubicBezTo>
                  <a:pt x="-392" y="108766"/>
                  <a:pt x="-392" y="104574"/>
                  <a:pt x="1180" y="100812"/>
                </a:cubicBezTo>
                <a:cubicBezTo>
                  <a:pt x="8227" y="83811"/>
                  <a:pt x="23133" y="59049"/>
                  <a:pt x="45419" y="38382"/>
                </a:cubicBezTo>
                <a:lnTo>
                  <a:pt x="45419" y="38382"/>
                </a:lnTo>
                <a:moveTo>
                  <a:pt x="137135" y="144767"/>
                </a:moveTo>
                <a:cubicBezTo>
                  <a:pt x="158184" y="144767"/>
                  <a:pt x="175233" y="127719"/>
                  <a:pt x="175233" y="106671"/>
                </a:cubicBezTo>
                <a:cubicBezTo>
                  <a:pt x="175233" y="85623"/>
                  <a:pt x="158184" y="68574"/>
                  <a:pt x="137135" y="68574"/>
                </a:cubicBezTo>
                <a:cubicBezTo>
                  <a:pt x="136801" y="68574"/>
                  <a:pt x="136515" y="68574"/>
                  <a:pt x="136183" y="68574"/>
                </a:cubicBezTo>
                <a:cubicBezTo>
                  <a:pt x="136803" y="71002"/>
                  <a:pt x="137135" y="73575"/>
                  <a:pt x="137135" y="76193"/>
                </a:cubicBezTo>
                <a:cubicBezTo>
                  <a:pt x="137135" y="93002"/>
                  <a:pt x="123469" y="106671"/>
                  <a:pt x="106658" y="106671"/>
                </a:cubicBezTo>
                <a:cubicBezTo>
                  <a:pt x="104039" y="106671"/>
                  <a:pt x="101468" y="106338"/>
                  <a:pt x="99038" y="105719"/>
                </a:cubicBezTo>
                <a:cubicBezTo>
                  <a:pt x="99038" y="106052"/>
                  <a:pt x="99038" y="106338"/>
                  <a:pt x="99038" y="106671"/>
                </a:cubicBezTo>
                <a:cubicBezTo>
                  <a:pt x="99038" y="127719"/>
                  <a:pt x="116087" y="144767"/>
                  <a:pt x="137135" y="144767"/>
                </a:cubicBezTo>
                <a:moveTo>
                  <a:pt x="137135" y="45717"/>
                </a:moveTo>
                <a:cubicBezTo>
                  <a:pt x="170800" y="45717"/>
                  <a:pt x="198089" y="73008"/>
                  <a:pt x="198089" y="106671"/>
                </a:cubicBezTo>
                <a:cubicBezTo>
                  <a:pt x="198089" y="140336"/>
                  <a:pt x="170800" y="167625"/>
                  <a:pt x="137135" y="167625"/>
                </a:cubicBezTo>
                <a:cubicBezTo>
                  <a:pt x="103471" y="167625"/>
                  <a:pt x="76181" y="140334"/>
                  <a:pt x="76181" y="106671"/>
                </a:cubicBezTo>
                <a:cubicBezTo>
                  <a:pt x="76181" y="73006"/>
                  <a:pt x="103471" y="45717"/>
                  <a:pt x="137135" y="45717"/>
                </a:cubicBezTo>
                <a:lnTo>
                  <a:pt x="137135" y="45717"/>
                </a:lnTo>
              </a:path>
            </a:pathLst>
          </a:cu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939659" y="3183983"/>
            <a:ext cx="61867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FFFFFF"/>
                </a:solidFill>
                <a:latin typeface="Lexend Deca Bold" pitchFamily="34" charset="0"/>
                <a:ea typeface="Lexend Deca Bold" pitchFamily="34" charset="-122"/>
              </a:rPr>
              <a:t>Expand Datasets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939659" y="3540354"/>
            <a:ext cx="61867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100" dirty="0">
                <a:solidFill>
                  <a:srgbClr val="FFFFFF"/>
                </a:solidFill>
                <a:latin typeface="Lexend Regular" pitchFamily="34" charset="0"/>
                <a:ea typeface="Lexend Regular" pitchFamily="34" charset="-122"/>
              </a:rPr>
              <a:t>For generalization purpose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342349" y="3321143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20" h="274320">
                <a:moveTo>
                  <a:pt x="164647" y="110908"/>
                </a:moveTo>
                <a:cubicBezTo>
                  <a:pt x="209062" y="106033"/>
                  <a:pt x="244156" y="70401"/>
                  <a:pt x="248229" y="25718"/>
                </a:cubicBezTo>
                <a:lnTo>
                  <a:pt x="244318" y="25718"/>
                </a:lnTo>
                <a:cubicBezTo>
                  <a:pt x="203224" y="25718"/>
                  <a:pt x="168238" y="52025"/>
                  <a:pt x="155325" y="88671"/>
                </a:cubicBezTo>
                <a:cubicBezTo>
                  <a:pt x="150610" y="79671"/>
                  <a:pt x="144931" y="71205"/>
                  <a:pt x="138394" y="63437"/>
                </a:cubicBezTo>
                <a:cubicBezTo>
                  <a:pt x="158647" y="25718"/>
                  <a:pt x="198509" y="0"/>
                  <a:pt x="244317" y="0"/>
                </a:cubicBezTo>
                <a:lnTo>
                  <a:pt x="257178" y="0"/>
                </a:lnTo>
                <a:cubicBezTo>
                  <a:pt x="266661" y="0"/>
                  <a:pt x="274323" y="7662"/>
                  <a:pt x="274323" y="17145"/>
                </a:cubicBezTo>
                <a:cubicBezTo>
                  <a:pt x="274323" y="78011"/>
                  <a:pt x="228997" y="128267"/>
                  <a:pt x="170273" y="136087"/>
                </a:cubicBezTo>
                <a:cubicBezTo>
                  <a:pt x="169148" y="127408"/>
                  <a:pt x="167272" y="118997"/>
                  <a:pt x="164647" y="110853"/>
                </a:cubicBezTo>
                <a:lnTo>
                  <a:pt x="164647" y="110908"/>
                </a:lnTo>
                <a:moveTo>
                  <a:pt x="25718" y="60008"/>
                </a:moveTo>
                <a:lnTo>
                  <a:pt x="25718" y="68580"/>
                </a:lnTo>
                <a:cubicBezTo>
                  <a:pt x="25718" y="120657"/>
                  <a:pt x="67938" y="162878"/>
                  <a:pt x="120015" y="162878"/>
                </a:cubicBezTo>
                <a:lnTo>
                  <a:pt x="124303" y="162878"/>
                </a:lnTo>
                <a:lnTo>
                  <a:pt x="124303" y="154305"/>
                </a:lnTo>
                <a:lnTo>
                  <a:pt x="124303" y="154305"/>
                </a:lnTo>
                <a:cubicBezTo>
                  <a:pt x="124303" y="102228"/>
                  <a:pt x="82082" y="60008"/>
                  <a:pt x="30005" y="60008"/>
                </a:cubicBezTo>
                <a:lnTo>
                  <a:pt x="25718" y="60008"/>
                </a:lnTo>
                <a:moveTo>
                  <a:pt x="150020" y="154305"/>
                </a:moveTo>
                <a:lnTo>
                  <a:pt x="150020" y="162877"/>
                </a:lnTo>
                <a:lnTo>
                  <a:pt x="150020" y="188595"/>
                </a:lnTo>
                <a:lnTo>
                  <a:pt x="150020" y="261463"/>
                </a:lnTo>
                <a:cubicBezTo>
                  <a:pt x="150020" y="268589"/>
                  <a:pt x="144287" y="274323"/>
                  <a:pt x="137163" y="274323"/>
                </a:cubicBezTo>
                <a:cubicBezTo>
                  <a:pt x="130036" y="274323"/>
                  <a:pt x="124305" y="268589"/>
                  <a:pt x="124305" y="261465"/>
                </a:cubicBezTo>
                <a:lnTo>
                  <a:pt x="124305" y="188600"/>
                </a:lnTo>
                <a:lnTo>
                  <a:pt x="120020" y="188600"/>
                </a:lnTo>
                <a:cubicBezTo>
                  <a:pt x="53745" y="188600"/>
                  <a:pt x="5" y="134861"/>
                  <a:pt x="5" y="68585"/>
                </a:cubicBezTo>
                <a:lnTo>
                  <a:pt x="5" y="51440"/>
                </a:lnTo>
                <a:cubicBezTo>
                  <a:pt x="5" y="41957"/>
                  <a:pt x="7667" y="34295"/>
                  <a:pt x="17150" y="34295"/>
                </a:cubicBezTo>
                <a:lnTo>
                  <a:pt x="30010" y="34295"/>
                </a:lnTo>
                <a:cubicBezTo>
                  <a:pt x="96286" y="34295"/>
                  <a:pt x="150025" y="88035"/>
                  <a:pt x="150025" y="154310"/>
                </a:cubicBezTo>
                <a:lnTo>
                  <a:pt x="150020" y="154305"/>
                </a:lnTo>
              </a:path>
            </a:pathLst>
          </a:cu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939659" y="2046032"/>
            <a:ext cx="61867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FFFFFF"/>
                </a:solidFill>
                <a:latin typeface="Lexend Deca Bold" pitchFamily="34" charset="0"/>
                <a:ea typeface="Lexend Deca Bold" pitchFamily="34" charset="-122"/>
              </a:rPr>
              <a:t>Real World Systems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939659" y="2402403"/>
            <a:ext cx="61867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100" dirty="0">
                <a:solidFill>
                  <a:srgbClr val="FFFFFF"/>
                </a:solidFill>
                <a:latin typeface="Lexend Regular" pitchFamily="34" charset="0"/>
                <a:ea typeface="Lexend Regular" pitchFamily="34" charset="-122"/>
                <a:cs typeface="Lexend Regular" pitchFamily="34" charset="-120"/>
              </a:rPr>
              <a:t>Develop robust, real -world systems that work under varying conditions</a:t>
            </a:r>
            <a:endParaRPr lang="en-US" sz="1100" dirty="0"/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100" dirty="0">
                <a:solidFill>
                  <a:srgbClr val="FFFFFF"/>
                </a:solidFill>
                <a:latin typeface="Lexend Regular" pitchFamily="34" charset="0"/>
                <a:ea typeface="Lexend Regular" pitchFamily="34" charset="-122"/>
                <a:cs typeface="Lexend Regular" pitchFamily="34" charset="-120"/>
              </a:rPr>
              <a:t>This ensures adaptability and efficiency in real-world applications.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342349" y="2178079"/>
            <a:ext cx="274320" cy="274246"/>
          </a:xfrm>
          <a:custGeom>
            <a:avLst/>
            <a:gdLst/>
            <a:ahLst/>
            <a:cxnLst/>
            <a:rect l="l" t="t" r="r" b="b"/>
            <a:pathLst>
              <a:path w="274320" h="274246">
                <a:moveTo>
                  <a:pt x="167121" y="88985"/>
                </a:moveTo>
                <a:lnTo>
                  <a:pt x="60030" y="196130"/>
                </a:lnTo>
                <a:lnTo>
                  <a:pt x="60030" y="176845"/>
                </a:lnTo>
                <a:cubicBezTo>
                  <a:pt x="60030" y="147273"/>
                  <a:pt x="71762" y="118932"/>
                  <a:pt x="92654" y="98040"/>
                </a:cubicBezTo>
                <a:lnTo>
                  <a:pt x="148262" y="42431"/>
                </a:lnTo>
                <a:cubicBezTo>
                  <a:pt x="158977" y="31717"/>
                  <a:pt x="173494" y="25716"/>
                  <a:pt x="188603" y="25716"/>
                </a:cubicBezTo>
                <a:cubicBezTo>
                  <a:pt x="203710" y="25716"/>
                  <a:pt x="218230" y="31717"/>
                  <a:pt x="228945" y="42431"/>
                </a:cubicBezTo>
                <a:lnTo>
                  <a:pt x="231891" y="45377"/>
                </a:lnTo>
                <a:cubicBezTo>
                  <a:pt x="242606" y="56092"/>
                  <a:pt x="248605" y="70610"/>
                  <a:pt x="248605" y="85718"/>
                </a:cubicBezTo>
                <a:cubicBezTo>
                  <a:pt x="248605" y="94719"/>
                  <a:pt x="246463" y="103558"/>
                  <a:pt x="242499" y="111434"/>
                </a:cubicBezTo>
                <a:lnTo>
                  <a:pt x="181103" y="111434"/>
                </a:lnTo>
                <a:lnTo>
                  <a:pt x="185336" y="107203"/>
                </a:lnTo>
                <a:cubicBezTo>
                  <a:pt x="190373" y="102168"/>
                  <a:pt x="190373" y="94023"/>
                  <a:pt x="185336" y="89042"/>
                </a:cubicBezTo>
                <a:cubicBezTo>
                  <a:pt x="180299" y="84059"/>
                  <a:pt x="172158" y="84007"/>
                  <a:pt x="167176" y="89042"/>
                </a:cubicBezTo>
                <a:lnTo>
                  <a:pt x="167121" y="88985"/>
                </a:lnTo>
                <a:moveTo>
                  <a:pt x="155334" y="137148"/>
                </a:moveTo>
                <a:lnTo>
                  <a:pt x="220800" y="137148"/>
                </a:lnTo>
                <a:lnTo>
                  <a:pt x="195085" y="162864"/>
                </a:lnTo>
                <a:lnTo>
                  <a:pt x="129619" y="162864"/>
                </a:lnTo>
                <a:lnTo>
                  <a:pt x="155334" y="137148"/>
                </a:lnTo>
                <a:moveTo>
                  <a:pt x="168674" y="188577"/>
                </a:moveTo>
                <a:cubicBezTo>
                  <a:pt x="148744" y="205131"/>
                  <a:pt x="123565" y="214293"/>
                  <a:pt x="97477" y="214293"/>
                </a:cubicBezTo>
                <a:lnTo>
                  <a:pt x="78189" y="214293"/>
                </a:lnTo>
                <a:lnTo>
                  <a:pt x="103904" y="188577"/>
                </a:lnTo>
                <a:lnTo>
                  <a:pt x="168674" y="188577"/>
                </a:lnTo>
                <a:moveTo>
                  <a:pt x="34315" y="176790"/>
                </a:moveTo>
                <a:lnTo>
                  <a:pt x="34315" y="221791"/>
                </a:lnTo>
                <a:lnTo>
                  <a:pt x="3777" y="252329"/>
                </a:lnTo>
                <a:cubicBezTo>
                  <a:pt x="-1259" y="257364"/>
                  <a:pt x="-1259" y="265509"/>
                  <a:pt x="3777" y="270489"/>
                </a:cubicBezTo>
                <a:cubicBezTo>
                  <a:pt x="8814" y="275472"/>
                  <a:pt x="16956" y="275524"/>
                  <a:pt x="21937" y="270489"/>
                </a:cubicBezTo>
                <a:lnTo>
                  <a:pt x="52475" y="239952"/>
                </a:lnTo>
                <a:lnTo>
                  <a:pt x="97477" y="239952"/>
                </a:lnTo>
                <a:cubicBezTo>
                  <a:pt x="133852" y="239952"/>
                  <a:pt x="168729" y="225488"/>
                  <a:pt x="194443" y="199772"/>
                </a:cubicBezTo>
                <a:lnTo>
                  <a:pt x="250051" y="144270"/>
                </a:lnTo>
                <a:cubicBezTo>
                  <a:pt x="265588" y="128734"/>
                  <a:pt x="274320" y="107680"/>
                  <a:pt x="274320" y="85716"/>
                </a:cubicBezTo>
                <a:cubicBezTo>
                  <a:pt x="274320" y="63751"/>
                  <a:pt x="265588" y="42697"/>
                  <a:pt x="250051" y="27161"/>
                </a:cubicBezTo>
                <a:lnTo>
                  <a:pt x="247105" y="24216"/>
                </a:lnTo>
                <a:cubicBezTo>
                  <a:pt x="231622" y="8735"/>
                  <a:pt x="210568" y="0"/>
                  <a:pt x="188603" y="0"/>
                </a:cubicBezTo>
                <a:cubicBezTo>
                  <a:pt x="166638" y="0"/>
                  <a:pt x="145584" y="8732"/>
                  <a:pt x="130047" y="24268"/>
                </a:cubicBezTo>
                <a:lnTo>
                  <a:pt x="74492" y="79822"/>
                </a:lnTo>
                <a:cubicBezTo>
                  <a:pt x="48777" y="105538"/>
                  <a:pt x="34312" y="140414"/>
                  <a:pt x="34312" y="176790"/>
                </a:cubicBezTo>
                <a:lnTo>
                  <a:pt x="34315" y="176790"/>
                </a:lnTo>
              </a:path>
            </a:pathLst>
          </a:cu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-740928" y="-1531565"/>
            <a:ext cx="2743200" cy="2743200"/>
          </a:xfrm>
          <a:custGeom>
            <a:avLst/>
            <a:gdLst/>
            <a:ahLst/>
            <a:cxnLst/>
            <a:rect l="l" t="t" r="r" b="b"/>
            <a:pathLst>
              <a:path w="2743200" h="2743200">
                <a:moveTo>
                  <a:pt x="0" y="1371600"/>
                </a:moveTo>
                <a:cubicBezTo>
                  <a:pt x="0" y="614093"/>
                  <a:pt x="614093" y="0"/>
                  <a:pt x="1371600" y="0"/>
                </a:cubicBezTo>
                <a:cubicBezTo>
                  <a:pt x="2129107" y="0"/>
                  <a:pt x="2743200" y="614093"/>
                  <a:pt x="2743200" y="1371600"/>
                </a:cubicBezTo>
                <a:cubicBezTo>
                  <a:pt x="2743200" y="2129107"/>
                  <a:pt x="2129107" y="2743200"/>
                  <a:pt x="1371600" y="2743200"/>
                </a:cubicBezTo>
                <a:cubicBezTo>
                  <a:pt x="614093" y="2743200"/>
                  <a:pt x="0" y="2129107"/>
                  <a:pt x="0" y="1371600"/>
                </a:cubicBezTo>
              </a:path>
            </a:pathLst>
          </a:custGeom>
          <a:gradFill>
            <a:gsLst>
              <a:gs pos="0">
                <a:srgbClr val="FFFFFF">
                  <a:alpha val="100000"/>
                </a:srgbClr>
              </a:gs>
              <a:gs pos="100000">
                <a:srgbClr val="BFE5FF">
                  <a:alpha val="100000"/>
                </a:srgbClr>
              </a:gs>
            </a:gsLst>
            <a:lin ang="5400000"/>
          </a:gra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02919" y="17233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83604" y="6508085"/>
            <a:ext cx="5760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508085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88888"/>
                </a:solidFill>
                <a:latin typeface="Lexend Regular" pitchFamily="34" charset="0"/>
                <a:ea typeface="Lexend Regular" pitchFamily="34" charset="-122"/>
                <a:cs typeface="Lexend Regular" pitchFamily="34" charset="-120"/>
              </a:rPr>
              <a:t>17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890179" y="207599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2057400"/>
                </a:moveTo>
                <a:cubicBezTo>
                  <a:pt x="0" y="921139"/>
                  <a:pt x="921139" y="0"/>
                  <a:pt x="2057400" y="0"/>
                </a:cubicBezTo>
                <a:cubicBezTo>
                  <a:pt x="3193661" y="0"/>
                  <a:pt x="4114800" y="921139"/>
                  <a:pt x="4114800" y="2057400"/>
                </a:cubicBezTo>
                <a:cubicBezTo>
                  <a:pt x="4114800" y="3193661"/>
                  <a:pt x="3193661" y="4114800"/>
                  <a:pt x="2057400" y="4114800"/>
                </a:cubicBezTo>
                <a:cubicBezTo>
                  <a:pt x="921139" y="4114800"/>
                  <a:pt x="0" y="3193661"/>
                  <a:pt x="0" y="2057400"/>
                </a:cubicBezTo>
              </a:path>
            </a:pathLst>
          </a:custGeom>
          <a:solidFill>
            <a:srgbClr val="003860">
              <a:alpha val="20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229541" y="2178448"/>
            <a:ext cx="6008368" cy="3879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Bef>
                <a:spcPts val="1380"/>
              </a:spcBef>
              <a:buNone/>
            </a:pPr>
            <a:r>
              <a:rPr lang="en-US" sz="1577" dirty="0">
                <a:solidFill>
                  <a:srgbClr val="111111"/>
                </a:solidFill>
                <a:latin typeface="Lexend Regular" pitchFamily="34" charset="0"/>
                <a:ea typeface="Lexend Regular" pitchFamily="34" charset="-122"/>
                <a:cs typeface="Lexend Regular" pitchFamily="34" charset="-120"/>
              </a:rPr>
              <a:t>Detecting emotions under deception is a critical task in mental health assessment.</a:t>
            </a:r>
          </a:p>
          <a:p>
            <a:pPr marL="0" indent="0" algn="l">
              <a:lnSpc>
                <a:spcPct val="110000"/>
              </a:lnSpc>
              <a:spcBef>
                <a:spcPts val="1380"/>
              </a:spcBef>
              <a:buNone/>
            </a:pPr>
            <a:r>
              <a:rPr lang="en-US" sz="1577" dirty="0">
                <a:solidFill>
                  <a:srgbClr val="111111"/>
                </a:solidFill>
                <a:latin typeface="Lexend Regular" pitchFamily="34" charset="0"/>
                <a:ea typeface="Lexend Regular" pitchFamily="34" charset="-122"/>
                <a:cs typeface="Lexend Regular" pitchFamily="34" charset="-120"/>
              </a:rPr>
              <a:t>Current </a:t>
            </a:r>
            <a:r>
              <a:rPr lang="en-US" sz="1577" dirty="0" err="1">
                <a:solidFill>
                  <a:srgbClr val="111111"/>
                </a:solidFill>
                <a:latin typeface="Lexend Regular" pitchFamily="34" charset="0"/>
                <a:ea typeface="Lexend Regular" pitchFamily="34" charset="-122"/>
                <a:cs typeface="Lexend Regular" pitchFamily="34" charset="-120"/>
              </a:rPr>
              <a:t>ConVAT</a:t>
            </a:r>
            <a:r>
              <a:rPr lang="en-US" sz="1577" dirty="0">
                <a:solidFill>
                  <a:srgbClr val="111111"/>
                </a:solidFill>
                <a:latin typeface="Lexend Regular" pitchFamily="34" charset="0"/>
                <a:ea typeface="Lexend Regular" pitchFamily="34" charset="-122"/>
                <a:cs typeface="Lexend Regular" pitchFamily="34" charset="-120"/>
              </a:rPr>
              <a:t> rely on single modality.</a:t>
            </a:r>
          </a:p>
          <a:p>
            <a:pPr marL="0" indent="0" algn="l">
              <a:lnSpc>
                <a:spcPct val="110000"/>
              </a:lnSpc>
              <a:spcBef>
                <a:spcPts val="1380"/>
              </a:spcBef>
              <a:buNone/>
            </a:pPr>
            <a:r>
              <a:rPr lang="en-US" sz="1577" dirty="0">
                <a:solidFill>
                  <a:srgbClr val="111111"/>
                </a:solidFill>
                <a:latin typeface="Lexend Regular" pitchFamily="34" charset="0"/>
                <a:ea typeface="Lexend Regular" pitchFamily="34" charset="-122"/>
                <a:cs typeface="Lexend Regular" pitchFamily="34" charset="-120"/>
              </a:rPr>
              <a:t>The project aims to develop a robust system capable of detecting emotions and deception in real-time by integrating multimodal data sources including facial micro-expressions, audio cues, and physiological signals.</a:t>
            </a:r>
            <a:endParaRPr lang="en-US" sz="1577" dirty="0"/>
          </a:p>
        </p:txBody>
      </p:sp>
      <p:sp>
        <p:nvSpPr>
          <p:cNvPr id="7" name="Text 5"/>
          <p:cNvSpPr/>
          <p:nvPr/>
        </p:nvSpPr>
        <p:spPr>
          <a:xfrm>
            <a:off x="1408626" y="1625450"/>
            <a:ext cx="600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76268" y="903859"/>
            <a:ext cx="5884650" cy="63230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000" dirty="0">
                <a:solidFill>
                  <a:srgbClr val="003860"/>
                </a:solidFill>
                <a:latin typeface="Lexend Deca Regular" pitchFamily="34" charset="0"/>
                <a:ea typeface="Lexend Deca Regular" pitchFamily="34" charset="-122"/>
                <a:cs typeface="Lexend Deca Regular" pitchFamily="34" charset="-120"/>
              </a:rPr>
              <a:t>Project Problem Statement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235305" y="1723417"/>
            <a:ext cx="365158" cy="191854"/>
          </a:xfrm>
          <a:custGeom>
            <a:avLst/>
            <a:gdLst/>
            <a:ahLst/>
            <a:cxnLst/>
            <a:rect l="l" t="t" r="r" b="b"/>
            <a:pathLst>
              <a:path w="365158" h="191854">
                <a:moveTo>
                  <a:pt x="58137" y="184932"/>
                </a:moveTo>
                <a:cubicBezTo>
                  <a:pt x="51491" y="184932"/>
                  <a:pt x="44849" y="183547"/>
                  <a:pt x="38203" y="180778"/>
                </a:cubicBezTo>
                <a:cubicBezTo>
                  <a:pt x="12178" y="169705"/>
                  <a:pt x="0" y="139806"/>
                  <a:pt x="11072" y="113781"/>
                </a:cubicBezTo>
                <a:cubicBezTo>
                  <a:pt x="40142" y="44570"/>
                  <a:pt x="107415" y="-2"/>
                  <a:pt x="182437" y="-2"/>
                </a:cubicBezTo>
                <a:cubicBezTo>
                  <a:pt x="257462" y="-2"/>
                  <a:pt x="324735" y="44570"/>
                  <a:pt x="354079" y="113781"/>
                </a:cubicBezTo>
                <a:cubicBezTo>
                  <a:pt x="365154" y="139804"/>
                  <a:pt x="352973" y="169981"/>
                  <a:pt x="326948" y="180778"/>
                </a:cubicBezTo>
                <a:cubicBezTo>
                  <a:pt x="300923" y="191852"/>
                  <a:pt x="270750" y="179671"/>
                  <a:pt x="259952" y="153648"/>
                </a:cubicBezTo>
                <a:cubicBezTo>
                  <a:pt x="246664" y="122641"/>
                  <a:pt x="216210" y="102431"/>
                  <a:pt x="182437" y="102431"/>
                </a:cubicBezTo>
                <a:cubicBezTo>
                  <a:pt x="148663" y="102431"/>
                  <a:pt x="118487" y="122641"/>
                  <a:pt x="105198" y="153648"/>
                </a:cubicBezTo>
                <a:cubicBezTo>
                  <a:pt x="97169" y="173028"/>
                  <a:pt x="78067" y="184932"/>
                  <a:pt x="58133" y="184932"/>
                </a:cubicBezTo>
                <a:lnTo>
                  <a:pt x="58137" y="184932"/>
                </a:lnTo>
              </a:path>
            </a:pathLst>
          </a:custGeom>
          <a:solidFill>
            <a:srgbClr val="BFE5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746406" y="411480"/>
            <a:ext cx="491503" cy="258236"/>
          </a:xfrm>
          <a:custGeom>
            <a:avLst/>
            <a:gdLst/>
            <a:ahLst/>
            <a:cxnLst/>
            <a:rect l="l" t="t" r="r" b="b"/>
            <a:pathLst>
              <a:path w="491503" h="258236">
                <a:moveTo>
                  <a:pt x="78252" y="248919"/>
                </a:moveTo>
                <a:cubicBezTo>
                  <a:pt x="69307" y="248919"/>
                  <a:pt x="60366" y="247054"/>
                  <a:pt x="51421" y="243328"/>
                </a:cubicBezTo>
                <a:cubicBezTo>
                  <a:pt x="16392" y="228423"/>
                  <a:pt x="0" y="188179"/>
                  <a:pt x="14902" y="153149"/>
                </a:cubicBezTo>
                <a:cubicBezTo>
                  <a:pt x="54031" y="59991"/>
                  <a:pt x="144581" y="-2"/>
                  <a:pt x="245560" y="-2"/>
                </a:cubicBezTo>
                <a:cubicBezTo>
                  <a:pt x="346544" y="-2"/>
                  <a:pt x="437094" y="59991"/>
                  <a:pt x="476591" y="153149"/>
                </a:cubicBezTo>
                <a:cubicBezTo>
                  <a:pt x="491498" y="188177"/>
                  <a:pt x="475102" y="228795"/>
                  <a:pt x="440073" y="243328"/>
                </a:cubicBezTo>
                <a:cubicBezTo>
                  <a:pt x="405043" y="258233"/>
                  <a:pt x="364430" y="241838"/>
                  <a:pt x="349896" y="206811"/>
                </a:cubicBezTo>
                <a:cubicBezTo>
                  <a:pt x="332011" y="165075"/>
                  <a:pt x="291019" y="137872"/>
                  <a:pt x="245560" y="137872"/>
                </a:cubicBezTo>
                <a:cubicBezTo>
                  <a:pt x="200101" y="137872"/>
                  <a:pt x="159483" y="165075"/>
                  <a:pt x="141597" y="206811"/>
                </a:cubicBezTo>
                <a:cubicBezTo>
                  <a:pt x="130789" y="232895"/>
                  <a:pt x="105079" y="248919"/>
                  <a:pt x="78247" y="248919"/>
                </a:cubicBezTo>
                <a:lnTo>
                  <a:pt x="78252" y="248919"/>
                </a:lnTo>
              </a:path>
            </a:pathLst>
          </a:custGeom>
          <a:solidFill>
            <a:srgbClr val="0070C0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1223236" y="5478555"/>
            <a:ext cx="475212" cy="249677"/>
          </a:xfrm>
          <a:custGeom>
            <a:avLst/>
            <a:gdLst/>
            <a:ahLst/>
            <a:cxnLst/>
            <a:rect l="l" t="t" r="r" b="b"/>
            <a:pathLst>
              <a:path w="475212" h="249677">
                <a:moveTo>
                  <a:pt x="75659" y="240669"/>
                </a:moveTo>
                <a:cubicBezTo>
                  <a:pt x="67010" y="240669"/>
                  <a:pt x="58366" y="238866"/>
                  <a:pt x="49717" y="235263"/>
                </a:cubicBezTo>
                <a:cubicBezTo>
                  <a:pt x="15848" y="220852"/>
                  <a:pt x="0" y="181942"/>
                  <a:pt x="14408" y="148073"/>
                </a:cubicBezTo>
                <a:cubicBezTo>
                  <a:pt x="52240" y="58002"/>
                  <a:pt x="139789" y="-3"/>
                  <a:pt x="237421" y="-3"/>
                </a:cubicBezTo>
                <a:cubicBezTo>
                  <a:pt x="335058" y="-3"/>
                  <a:pt x="422606" y="58002"/>
                  <a:pt x="460795" y="148073"/>
                </a:cubicBezTo>
                <a:cubicBezTo>
                  <a:pt x="475208" y="181940"/>
                  <a:pt x="459355" y="221211"/>
                  <a:pt x="425486" y="235263"/>
                </a:cubicBezTo>
                <a:cubicBezTo>
                  <a:pt x="391618" y="249675"/>
                  <a:pt x="352351" y="233823"/>
                  <a:pt x="338299" y="199956"/>
                </a:cubicBezTo>
                <a:cubicBezTo>
                  <a:pt x="321006" y="159604"/>
                  <a:pt x="281373" y="133303"/>
                  <a:pt x="237421" y="133303"/>
                </a:cubicBezTo>
                <a:cubicBezTo>
                  <a:pt x="193469" y="133303"/>
                  <a:pt x="154197" y="159604"/>
                  <a:pt x="136904" y="199956"/>
                </a:cubicBezTo>
                <a:cubicBezTo>
                  <a:pt x="126454" y="225176"/>
                  <a:pt x="101596" y="240669"/>
                  <a:pt x="75654" y="240669"/>
                </a:cubicBezTo>
                <a:lnTo>
                  <a:pt x="75659" y="240669"/>
                </a:lnTo>
              </a:path>
            </a:pathLst>
          </a:custGeom>
          <a:solidFill>
            <a:srgbClr val="40AF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416994" y="6057853"/>
            <a:ext cx="399300" cy="399300"/>
          </a:xfrm>
          <a:custGeom>
            <a:avLst/>
            <a:gdLst/>
            <a:ahLst/>
            <a:cxnLst/>
            <a:rect l="l" t="t" r="r" b="b"/>
            <a:pathLst>
              <a:path w="399300" h="399300">
                <a:moveTo>
                  <a:pt x="275118" y="21802"/>
                </a:moveTo>
                <a:lnTo>
                  <a:pt x="286258" y="92238"/>
                </a:lnTo>
                <a:cubicBezTo>
                  <a:pt x="291844" y="127564"/>
                  <a:pt x="309685" y="159788"/>
                  <a:pt x="336654" y="183279"/>
                </a:cubicBezTo>
                <a:lnTo>
                  <a:pt x="390432" y="230113"/>
                </a:lnTo>
                <a:cubicBezTo>
                  <a:pt x="397998" y="236705"/>
                  <a:pt x="401069" y="247087"/>
                  <a:pt x="398294" y="256734"/>
                </a:cubicBezTo>
                <a:cubicBezTo>
                  <a:pt x="395523" y="266381"/>
                  <a:pt x="387413" y="273552"/>
                  <a:pt x="377498" y="275118"/>
                </a:cubicBezTo>
                <a:lnTo>
                  <a:pt x="307062" y="286258"/>
                </a:lnTo>
                <a:cubicBezTo>
                  <a:pt x="271736" y="291844"/>
                  <a:pt x="239512" y="309685"/>
                  <a:pt x="216021" y="336654"/>
                </a:cubicBezTo>
                <a:lnTo>
                  <a:pt x="169187" y="390432"/>
                </a:lnTo>
                <a:cubicBezTo>
                  <a:pt x="162595" y="397998"/>
                  <a:pt x="152213" y="401069"/>
                  <a:pt x="142566" y="398294"/>
                </a:cubicBezTo>
                <a:cubicBezTo>
                  <a:pt x="132919" y="395523"/>
                  <a:pt x="125748" y="387413"/>
                  <a:pt x="124182" y="377498"/>
                </a:cubicBezTo>
                <a:lnTo>
                  <a:pt x="113042" y="307062"/>
                </a:lnTo>
                <a:cubicBezTo>
                  <a:pt x="107456" y="271736"/>
                  <a:pt x="89615" y="239512"/>
                  <a:pt x="62646" y="216021"/>
                </a:cubicBezTo>
                <a:lnTo>
                  <a:pt x="8868" y="169187"/>
                </a:lnTo>
                <a:cubicBezTo>
                  <a:pt x="1302" y="162595"/>
                  <a:pt x="-1769" y="152213"/>
                  <a:pt x="1006" y="142566"/>
                </a:cubicBezTo>
                <a:cubicBezTo>
                  <a:pt x="3777" y="132919"/>
                  <a:pt x="11887" y="125748"/>
                  <a:pt x="21802" y="124182"/>
                </a:cubicBezTo>
                <a:lnTo>
                  <a:pt x="92238" y="113042"/>
                </a:lnTo>
                <a:cubicBezTo>
                  <a:pt x="127564" y="107456"/>
                  <a:pt x="159788" y="89615"/>
                  <a:pt x="183279" y="62646"/>
                </a:cubicBezTo>
                <a:lnTo>
                  <a:pt x="230113" y="8868"/>
                </a:lnTo>
                <a:cubicBezTo>
                  <a:pt x="236705" y="1302"/>
                  <a:pt x="247087" y="-1769"/>
                  <a:pt x="256734" y="1006"/>
                </a:cubicBezTo>
                <a:cubicBezTo>
                  <a:pt x="266381" y="3777"/>
                  <a:pt x="273552" y="11887"/>
                  <a:pt x="275118" y="21802"/>
                </a:cubicBezTo>
                <a:lnTo>
                  <a:pt x="275118" y="21802"/>
                </a:lnTo>
              </a:path>
            </a:pathLst>
          </a:custGeom>
          <a:solidFill>
            <a:srgbClr val="111111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24709" y="1536164"/>
            <a:ext cx="548640" cy="480060"/>
          </a:xfrm>
          <a:custGeom>
            <a:avLst/>
            <a:gdLst/>
            <a:ahLst/>
            <a:cxnLst/>
            <a:rect l="l" t="t" r="r" b="b"/>
            <a:pathLst>
              <a:path w="548640" h="480060">
                <a:moveTo>
                  <a:pt x="213350" y="0"/>
                </a:moveTo>
                <a:cubicBezTo>
                  <a:pt x="187525" y="0"/>
                  <a:pt x="164592" y="16500"/>
                  <a:pt x="156450" y="41040"/>
                </a:cubicBezTo>
                <a:lnTo>
                  <a:pt x="180881" y="49182"/>
                </a:lnTo>
                <a:lnTo>
                  <a:pt x="156450" y="41040"/>
                </a:lnTo>
                <a:lnTo>
                  <a:pt x="147233" y="68581"/>
                </a:lnTo>
                <a:lnTo>
                  <a:pt x="68580" y="68581"/>
                </a:lnTo>
                <a:cubicBezTo>
                  <a:pt x="30751" y="68581"/>
                  <a:pt x="0" y="99334"/>
                  <a:pt x="0" y="137163"/>
                </a:cubicBezTo>
                <a:lnTo>
                  <a:pt x="0" y="411483"/>
                </a:lnTo>
                <a:cubicBezTo>
                  <a:pt x="0" y="449307"/>
                  <a:pt x="30751" y="480065"/>
                  <a:pt x="68580" y="480065"/>
                </a:cubicBezTo>
                <a:lnTo>
                  <a:pt x="480060" y="480065"/>
                </a:lnTo>
                <a:cubicBezTo>
                  <a:pt x="517889" y="480065"/>
                  <a:pt x="548640" y="449312"/>
                  <a:pt x="548640" y="411483"/>
                </a:cubicBezTo>
                <a:lnTo>
                  <a:pt x="548640" y="137163"/>
                </a:lnTo>
                <a:cubicBezTo>
                  <a:pt x="548640" y="99339"/>
                  <a:pt x="517889" y="68581"/>
                  <a:pt x="480060" y="68581"/>
                </a:cubicBezTo>
                <a:lnTo>
                  <a:pt x="401407" y="68581"/>
                </a:lnTo>
                <a:lnTo>
                  <a:pt x="392190" y="41040"/>
                </a:lnTo>
                <a:cubicBezTo>
                  <a:pt x="384048" y="16500"/>
                  <a:pt x="361115" y="0"/>
                  <a:pt x="335290" y="0"/>
                </a:cubicBezTo>
                <a:lnTo>
                  <a:pt x="213350" y="0"/>
                </a:lnTo>
                <a:moveTo>
                  <a:pt x="205202" y="57329"/>
                </a:moveTo>
                <a:cubicBezTo>
                  <a:pt x="206382" y="53791"/>
                  <a:pt x="209597" y="51434"/>
                  <a:pt x="213344" y="51434"/>
                </a:cubicBezTo>
                <a:lnTo>
                  <a:pt x="335395" y="51434"/>
                </a:lnTo>
                <a:cubicBezTo>
                  <a:pt x="339038" y="51434"/>
                  <a:pt x="342362" y="53791"/>
                  <a:pt x="343536" y="57329"/>
                </a:cubicBezTo>
                <a:lnTo>
                  <a:pt x="358536" y="102440"/>
                </a:lnTo>
                <a:cubicBezTo>
                  <a:pt x="362075" y="112944"/>
                  <a:pt x="371824" y="120015"/>
                  <a:pt x="382967" y="120015"/>
                </a:cubicBezTo>
                <a:lnTo>
                  <a:pt x="480159" y="120015"/>
                </a:lnTo>
                <a:cubicBezTo>
                  <a:pt x="489590" y="120015"/>
                  <a:pt x="497304" y="127730"/>
                  <a:pt x="497304" y="137158"/>
                </a:cubicBezTo>
                <a:lnTo>
                  <a:pt x="497304" y="411479"/>
                </a:lnTo>
                <a:cubicBezTo>
                  <a:pt x="497304" y="420907"/>
                  <a:pt x="489590" y="428621"/>
                  <a:pt x="480159" y="428621"/>
                </a:cubicBezTo>
                <a:lnTo>
                  <a:pt x="68569" y="428621"/>
                </a:lnTo>
                <a:cubicBezTo>
                  <a:pt x="59138" y="428621"/>
                  <a:pt x="51424" y="420907"/>
                  <a:pt x="51424" y="411479"/>
                </a:cubicBezTo>
                <a:lnTo>
                  <a:pt x="51424" y="137158"/>
                </a:lnTo>
                <a:cubicBezTo>
                  <a:pt x="51424" y="127729"/>
                  <a:pt x="59138" y="120015"/>
                  <a:pt x="68569" y="120015"/>
                </a:cubicBezTo>
                <a:lnTo>
                  <a:pt x="165761" y="120015"/>
                </a:lnTo>
                <a:cubicBezTo>
                  <a:pt x="176799" y="120015"/>
                  <a:pt x="186658" y="112944"/>
                  <a:pt x="190191" y="102440"/>
                </a:cubicBezTo>
                <a:lnTo>
                  <a:pt x="205202" y="57329"/>
                </a:lnTo>
                <a:moveTo>
                  <a:pt x="274320" y="394336"/>
                </a:moveTo>
                <a:cubicBezTo>
                  <a:pt x="340601" y="394336"/>
                  <a:pt x="394335" y="340603"/>
                  <a:pt x="394335" y="274321"/>
                </a:cubicBezTo>
                <a:cubicBezTo>
                  <a:pt x="394335" y="208039"/>
                  <a:pt x="340601" y="154306"/>
                  <a:pt x="274320" y="154306"/>
                </a:cubicBezTo>
                <a:cubicBezTo>
                  <a:pt x="208039" y="154306"/>
                  <a:pt x="154305" y="208039"/>
                  <a:pt x="154305" y="274321"/>
                </a:cubicBezTo>
                <a:cubicBezTo>
                  <a:pt x="154305" y="340603"/>
                  <a:pt x="208039" y="394336"/>
                  <a:pt x="274320" y="394336"/>
                </a:cubicBezTo>
                <a:lnTo>
                  <a:pt x="274320" y="394336"/>
                </a:lnTo>
                <a:moveTo>
                  <a:pt x="205740" y="274321"/>
                </a:moveTo>
                <a:cubicBezTo>
                  <a:pt x="205740" y="236444"/>
                  <a:pt x="236442" y="205739"/>
                  <a:pt x="274320" y="205739"/>
                </a:cubicBezTo>
                <a:cubicBezTo>
                  <a:pt x="312198" y="205739"/>
                  <a:pt x="342900" y="236444"/>
                  <a:pt x="342900" y="274321"/>
                </a:cubicBezTo>
                <a:cubicBezTo>
                  <a:pt x="342900" y="312197"/>
                  <a:pt x="312198" y="342902"/>
                  <a:pt x="274320" y="342902"/>
                </a:cubicBezTo>
                <a:cubicBezTo>
                  <a:pt x="236442" y="342902"/>
                  <a:pt x="205740" y="312197"/>
                  <a:pt x="205740" y="274321"/>
                </a:cubicBezTo>
              </a:path>
            </a:pathLst>
          </a:custGeom>
          <a:solidFill>
            <a:srgbClr val="003860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-946891" y="-1927767"/>
            <a:ext cx="2743200" cy="2743200"/>
          </a:xfrm>
          <a:custGeom>
            <a:avLst/>
            <a:gdLst/>
            <a:ahLst/>
            <a:cxnLst/>
            <a:rect l="l" t="t" r="r" b="b"/>
            <a:pathLst>
              <a:path w="2743200" h="2743200">
                <a:moveTo>
                  <a:pt x="0" y="1371600"/>
                </a:moveTo>
                <a:cubicBezTo>
                  <a:pt x="0" y="614093"/>
                  <a:pt x="614093" y="0"/>
                  <a:pt x="1371600" y="0"/>
                </a:cubicBezTo>
                <a:cubicBezTo>
                  <a:pt x="2129107" y="0"/>
                  <a:pt x="2743200" y="614093"/>
                  <a:pt x="2743200" y="1371600"/>
                </a:cubicBezTo>
                <a:cubicBezTo>
                  <a:pt x="2743200" y="2129107"/>
                  <a:pt x="2129107" y="2743200"/>
                  <a:pt x="1371600" y="2743200"/>
                </a:cubicBezTo>
                <a:cubicBezTo>
                  <a:pt x="614093" y="2743200"/>
                  <a:pt x="0" y="2129107"/>
                  <a:pt x="0" y="1371600"/>
                </a:cubicBezTo>
              </a:path>
            </a:pathLst>
          </a:custGeom>
          <a:gradFill>
            <a:gsLst>
              <a:gs pos="0">
                <a:srgbClr val="FFFFFF">
                  <a:alpha val="100000"/>
                </a:srgbClr>
              </a:gs>
              <a:gs pos="100000">
                <a:srgbClr val="BFE5FF">
                  <a:alpha val="100000"/>
                </a:srgbClr>
              </a:gs>
            </a:gsLst>
            <a:lin ang="5400000"/>
          </a:gra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02919" y="17233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42455" y="-89868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83604" y="6508085"/>
            <a:ext cx="5760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508085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88888"/>
                </a:solidFill>
                <a:latin typeface="Lexend Regular" pitchFamily="34" charset="0"/>
                <a:ea typeface="Lexend Regular" pitchFamily="34" charset="-122"/>
              </a:rPr>
              <a:t>18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662" y="764907"/>
            <a:ext cx="12192000" cy="2241653"/>
          </a:xfrm>
          <a:prstGeom prst="rect">
            <a:avLst/>
          </a:prstGeom>
          <a:solidFill>
            <a:srgbClr val="80CAFF">
              <a:alpha val="60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316800" y="467675"/>
            <a:ext cx="1875200" cy="186303"/>
          </a:xfrm>
          <a:custGeom>
            <a:avLst/>
            <a:gdLst/>
            <a:ahLst/>
            <a:cxnLst/>
            <a:rect l="l" t="t" r="r" b="b"/>
            <a:pathLst>
              <a:path w="1875200" h="186303">
                <a:moveTo>
                  <a:pt x="1875200" y="237"/>
                </a:moveTo>
                <a:cubicBezTo>
                  <a:pt x="1820707" y="-3054"/>
                  <a:pt x="1766232" y="27917"/>
                  <a:pt x="1711739" y="93151"/>
                </a:cubicBezTo>
                <a:cubicBezTo>
                  <a:pt x="1607984" y="217354"/>
                  <a:pt x="1504248" y="217354"/>
                  <a:pt x="1400512" y="93151"/>
                </a:cubicBezTo>
                <a:cubicBezTo>
                  <a:pt x="1296776" y="-31051"/>
                  <a:pt x="1193040" y="-31051"/>
                  <a:pt x="1089304" y="93151"/>
                </a:cubicBezTo>
                <a:cubicBezTo>
                  <a:pt x="985568" y="217354"/>
                  <a:pt x="881813" y="217354"/>
                  <a:pt x="778077" y="93151"/>
                </a:cubicBezTo>
                <a:cubicBezTo>
                  <a:pt x="674341" y="-31051"/>
                  <a:pt x="570605" y="-31051"/>
                  <a:pt x="466850" y="93151"/>
                </a:cubicBezTo>
                <a:cubicBezTo>
                  <a:pt x="363114" y="217354"/>
                  <a:pt x="259378" y="217354"/>
                  <a:pt x="155623" y="93151"/>
                </a:cubicBezTo>
                <a:cubicBezTo>
                  <a:pt x="103736" y="31038"/>
                  <a:pt x="51868" y="-11"/>
                  <a:pt x="-19" y="0"/>
                </a:cubicBezTo>
              </a:path>
            </a:pathLst>
          </a:custGeom>
          <a:noFill/>
          <a:ln w="28575">
            <a:solidFill>
              <a:srgbClr val="FFFFFF">
                <a:alpha val="1700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0316115" y="737494"/>
            <a:ext cx="1875199" cy="186303"/>
          </a:xfrm>
          <a:custGeom>
            <a:avLst/>
            <a:gdLst/>
            <a:ahLst/>
            <a:cxnLst/>
            <a:rect l="l" t="t" r="r" b="b"/>
            <a:pathLst>
              <a:path w="1875199" h="186303">
                <a:moveTo>
                  <a:pt x="1875199" y="237"/>
                </a:moveTo>
                <a:cubicBezTo>
                  <a:pt x="1820706" y="-3055"/>
                  <a:pt x="1766231" y="27917"/>
                  <a:pt x="1711738" y="93151"/>
                </a:cubicBezTo>
                <a:cubicBezTo>
                  <a:pt x="1608002" y="217354"/>
                  <a:pt x="1504266" y="217354"/>
                  <a:pt x="1400511" y="93151"/>
                </a:cubicBezTo>
                <a:cubicBezTo>
                  <a:pt x="1296775" y="-31051"/>
                  <a:pt x="1193039" y="-31051"/>
                  <a:pt x="1089303" y="93151"/>
                </a:cubicBezTo>
                <a:cubicBezTo>
                  <a:pt x="985567" y="217354"/>
                  <a:pt x="881831" y="217354"/>
                  <a:pt x="778095" y="93151"/>
                </a:cubicBezTo>
                <a:cubicBezTo>
                  <a:pt x="674340" y="-31051"/>
                  <a:pt x="570604" y="-31051"/>
                  <a:pt x="466868" y="93151"/>
                </a:cubicBezTo>
                <a:cubicBezTo>
                  <a:pt x="363132" y="217354"/>
                  <a:pt x="259396" y="217354"/>
                  <a:pt x="155641" y="93151"/>
                </a:cubicBezTo>
                <a:cubicBezTo>
                  <a:pt x="103755" y="31040"/>
                  <a:pt x="51887" y="-11"/>
                  <a:pt x="0" y="0"/>
                </a:cubicBezTo>
              </a:path>
            </a:pathLst>
          </a:custGeom>
          <a:noFill/>
          <a:ln w="28575">
            <a:solidFill>
              <a:srgbClr val="FFFFFF">
                <a:alpha val="1700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0315429" y="1007313"/>
            <a:ext cx="1875203" cy="186302"/>
          </a:xfrm>
          <a:custGeom>
            <a:avLst/>
            <a:gdLst/>
            <a:ahLst/>
            <a:cxnLst/>
            <a:rect l="l" t="t" r="r" b="b"/>
            <a:pathLst>
              <a:path w="1875203" h="186302">
                <a:moveTo>
                  <a:pt x="1875203" y="237"/>
                </a:moveTo>
                <a:cubicBezTo>
                  <a:pt x="1820710" y="-3055"/>
                  <a:pt x="1766235" y="27917"/>
                  <a:pt x="1711742" y="93151"/>
                </a:cubicBezTo>
                <a:cubicBezTo>
                  <a:pt x="1608005" y="217351"/>
                  <a:pt x="1504269" y="217351"/>
                  <a:pt x="1400533" y="93151"/>
                </a:cubicBezTo>
                <a:cubicBezTo>
                  <a:pt x="1296778" y="-31051"/>
                  <a:pt x="1193042" y="-31051"/>
                  <a:pt x="1089305" y="93151"/>
                </a:cubicBezTo>
                <a:cubicBezTo>
                  <a:pt x="985569" y="217351"/>
                  <a:pt x="881833" y="217351"/>
                  <a:pt x="778097" y="93151"/>
                </a:cubicBezTo>
                <a:cubicBezTo>
                  <a:pt x="674360" y="-31051"/>
                  <a:pt x="570624" y="-31051"/>
                  <a:pt x="466869" y="93151"/>
                </a:cubicBezTo>
                <a:cubicBezTo>
                  <a:pt x="363133" y="217351"/>
                  <a:pt x="259397" y="217351"/>
                  <a:pt x="155642" y="93151"/>
                </a:cubicBezTo>
                <a:cubicBezTo>
                  <a:pt x="103755" y="31040"/>
                  <a:pt x="51887" y="-11"/>
                  <a:pt x="0" y="-2"/>
                </a:cubicBezTo>
              </a:path>
            </a:pathLst>
          </a:custGeom>
          <a:noFill/>
          <a:ln w="28575">
            <a:solidFill>
              <a:srgbClr val="FFFFFF">
                <a:alpha val="1700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0314744" y="1277132"/>
            <a:ext cx="1875201" cy="186302"/>
          </a:xfrm>
          <a:custGeom>
            <a:avLst/>
            <a:gdLst/>
            <a:ahLst/>
            <a:cxnLst/>
            <a:rect l="l" t="t" r="r" b="b"/>
            <a:pathLst>
              <a:path w="1875201" h="186302">
                <a:moveTo>
                  <a:pt x="1875201" y="239"/>
                </a:moveTo>
                <a:cubicBezTo>
                  <a:pt x="1820708" y="-3052"/>
                  <a:pt x="1766233" y="27921"/>
                  <a:pt x="1711740" y="93153"/>
                </a:cubicBezTo>
                <a:cubicBezTo>
                  <a:pt x="1608004" y="217353"/>
                  <a:pt x="1504268" y="217353"/>
                  <a:pt x="1400531" y="93153"/>
                </a:cubicBezTo>
                <a:cubicBezTo>
                  <a:pt x="1296795" y="-31047"/>
                  <a:pt x="1193059" y="-31047"/>
                  <a:pt x="1089304" y="93153"/>
                </a:cubicBezTo>
                <a:cubicBezTo>
                  <a:pt x="985568" y="217353"/>
                  <a:pt x="881832" y="217353"/>
                  <a:pt x="778096" y="93153"/>
                </a:cubicBezTo>
                <a:cubicBezTo>
                  <a:pt x="674360" y="-31047"/>
                  <a:pt x="570624" y="-31047"/>
                  <a:pt x="466869" y="93153"/>
                </a:cubicBezTo>
                <a:cubicBezTo>
                  <a:pt x="363133" y="217353"/>
                  <a:pt x="259397" y="217353"/>
                  <a:pt x="155642" y="93153"/>
                </a:cubicBezTo>
                <a:cubicBezTo>
                  <a:pt x="103755" y="31043"/>
                  <a:pt x="51887" y="-13"/>
                  <a:pt x="0" y="0"/>
                </a:cubicBezTo>
              </a:path>
            </a:pathLst>
          </a:custGeom>
          <a:noFill/>
          <a:ln w="28575">
            <a:solidFill>
              <a:srgbClr val="FFFFFF">
                <a:alpha val="1700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02920" y="1796007"/>
            <a:ext cx="11101250" cy="789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800" dirty="0">
                <a:solidFill>
                  <a:srgbClr val="003860"/>
                </a:solidFill>
                <a:latin typeface="Lexend Deca Regular" pitchFamily="34" charset="0"/>
                <a:ea typeface="Lexend Deca Regular" pitchFamily="34" charset="-122"/>
                <a:cs typeface="Lexend Deca Regular" pitchFamily="34" charset="-120"/>
              </a:rPr>
              <a:t>Project Objectives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5559684" y="3827248"/>
            <a:ext cx="8358535" cy="2784994"/>
          </a:xfrm>
          <a:custGeom>
            <a:avLst/>
            <a:gdLst/>
            <a:ahLst/>
            <a:cxnLst/>
            <a:rect l="l" t="t" r="r" b="b"/>
            <a:pathLst>
              <a:path w="8358535" h="2784994">
                <a:moveTo>
                  <a:pt x="525668" y="1392971"/>
                </a:moveTo>
                <a:cubicBezTo>
                  <a:pt x="568882" y="1316662"/>
                  <a:pt x="617111" y="1243639"/>
                  <a:pt x="663751" y="1169419"/>
                </a:cubicBezTo>
                <a:cubicBezTo>
                  <a:pt x="650796" y="1188469"/>
                  <a:pt x="637756" y="1207351"/>
                  <a:pt x="624800" y="1226400"/>
                </a:cubicBezTo>
                <a:cubicBezTo>
                  <a:pt x="693675" y="1136723"/>
                  <a:pt x="763970" y="1049135"/>
                  <a:pt x="840283" y="965892"/>
                </a:cubicBezTo>
                <a:cubicBezTo>
                  <a:pt x="915343" y="884013"/>
                  <a:pt x="996254" y="809542"/>
                  <a:pt x="1076245" y="732843"/>
                </a:cubicBezTo>
                <a:cubicBezTo>
                  <a:pt x="1060029" y="746462"/>
                  <a:pt x="1044232" y="759969"/>
                  <a:pt x="1028016" y="773588"/>
                </a:cubicBezTo>
                <a:cubicBezTo>
                  <a:pt x="1084771" y="726995"/>
                  <a:pt x="1141442" y="682045"/>
                  <a:pt x="1207975" y="649990"/>
                </a:cubicBezTo>
                <a:cubicBezTo>
                  <a:pt x="1190005" y="658401"/>
                  <a:pt x="1172034" y="666811"/>
                  <a:pt x="1153729" y="675222"/>
                </a:cubicBezTo>
                <a:cubicBezTo>
                  <a:pt x="1184739" y="661074"/>
                  <a:pt x="1216418" y="650101"/>
                  <a:pt x="1250270" y="643557"/>
                </a:cubicBezTo>
                <a:cubicBezTo>
                  <a:pt x="1231129" y="646982"/>
                  <a:pt x="1211988" y="650352"/>
                  <a:pt x="1192763" y="653777"/>
                </a:cubicBezTo>
                <a:cubicBezTo>
                  <a:pt x="1220513" y="649182"/>
                  <a:pt x="1248013" y="647595"/>
                  <a:pt x="1275847" y="649544"/>
                </a:cubicBezTo>
                <a:cubicBezTo>
                  <a:pt x="1256455" y="648096"/>
                  <a:pt x="1237398" y="646620"/>
                  <a:pt x="1218006" y="645172"/>
                </a:cubicBezTo>
                <a:cubicBezTo>
                  <a:pt x="1245171" y="647929"/>
                  <a:pt x="1271417" y="653722"/>
                  <a:pt x="1297328" y="662578"/>
                </a:cubicBezTo>
                <a:cubicBezTo>
                  <a:pt x="1279190" y="656145"/>
                  <a:pt x="1260634" y="649767"/>
                  <a:pt x="1242496" y="643389"/>
                </a:cubicBezTo>
                <a:cubicBezTo>
                  <a:pt x="1274008" y="655114"/>
                  <a:pt x="1303514" y="670320"/>
                  <a:pt x="1331598" y="689203"/>
                </a:cubicBezTo>
                <a:cubicBezTo>
                  <a:pt x="1315216" y="678035"/>
                  <a:pt x="1298749" y="666644"/>
                  <a:pt x="1282450" y="655476"/>
                </a:cubicBezTo>
                <a:cubicBezTo>
                  <a:pt x="1321150" y="682602"/>
                  <a:pt x="1355002" y="714323"/>
                  <a:pt x="1385594" y="750110"/>
                </a:cubicBezTo>
                <a:cubicBezTo>
                  <a:pt x="1373057" y="735155"/>
                  <a:pt x="1360268" y="720005"/>
                  <a:pt x="1347730" y="705105"/>
                </a:cubicBezTo>
                <a:cubicBezTo>
                  <a:pt x="1378490" y="742201"/>
                  <a:pt x="1403732" y="781469"/>
                  <a:pt x="1424545" y="824915"/>
                </a:cubicBezTo>
                <a:cubicBezTo>
                  <a:pt x="1416521" y="807704"/>
                  <a:pt x="1408580" y="790827"/>
                  <a:pt x="1400556" y="773532"/>
                </a:cubicBezTo>
                <a:cubicBezTo>
                  <a:pt x="1442432" y="863543"/>
                  <a:pt x="1468093" y="958957"/>
                  <a:pt x="1485980" y="1056209"/>
                </a:cubicBezTo>
                <a:cubicBezTo>
                  <a:pt x="1482637" y="1037438"/>
                  <a:pt x="1479210" y="1019029"/>
                  <a:pt x="1475783" y="1000203"/>
                </a:cubicBezTo>
                <a:cubicBezTo>
                  <a:pt x="1511558" y="1199079"/>
                  <a:pt x="1518997" y="1402662"/>
                  <a:pt x="1567643" y="1599534"/>
                </a:cubicBezTo>
                <a:cubicBezTo>
                  <a:pt x="1617627" y="1801585"/>
                  <a:pt x="1723614" y="2012047"/>
                  <a:pt x="1886187" y="2146479"/>
                </a:cubicBezTo>
                <a:cubicBezTo>
                  <a:pt x="2067735" y="2296701"/>
                  <a:pt x="2309547" y="2352206"/>
                  <a:pt x="2535980" y="2280325"/>
                </a:cubicBezTo>
                <a:cubicBezTo>
                  <a:pt x="2716858" y="2222982"/>
                  <a:pt x="2870990" y="2093146"/>
                  <a:pt x="2991520" y="1949858"/>
                </a:cubicBezTo>
                <a:cubicBezTo>
                  <a:pt x="3127262" y="1788551"/>
                  <a:pt x="3229404" y="1602458"/>
                  <a:pt x="3348011" y="1428813"/>
                </a:cubicBezTo>
                <a:cubicBezTo>
                  <a:pt x="3334889" y="1448058"/>
                  <a:pt x="3321431" y="1467274"/>
                  <a:pt x="3308308" y="1486574"/>
                </a:cubicBezTo>
                <a:cubicBezTo>
                  <a:pt x="3461102" y="1264109"/>
                  <a:pt x="3636464" y="1056348"/>
                  <a:pt x="3842502" y="881283"/>
                </a:cubicBezTo>
                <a:cubicBezTo>
                  <a:pt x="3824114" y="896824"/>
                  <a:pt x="3805558" y="912587"/>
                  <a:pt x="3787252" y="928183"/>
                </a:cubicBezTo>
                <a:cubicBezTo>
                  <a:pt x="3920487" y="815975"/>
                  <a:pt x="4065926" y="719113"/>
                  <a:pt x="4223735" y="645255"/>
                </a:cubicBezTo>
                <a:cubicBezTo>
                  <a:pt x="4202087" y="655337"/>
                  <a:pt x="4180438" y="665446"/>
                  <a:pt x="4159040" y="675333"/>
                </a:cubicBezTo>
                <a:cubicBezTo>
                  <a:pt x="4273886" y="622585"/>
                  <a:pt x="4394751" y="580643"/>
                  <a:pt x="4519544" y="558029"/>
                </a:cubicBezTo>
                <a:cubicBezTo>
                  <a:pt x="4496056" y="562179"/>
                  <a:pt x="4472652" y="566412"/>
                  <a:pt x="4449248" y="570562"/>
                </a:cubicBezTo>
                <a:cubicBezTo>
                  <a:pt x="4500821" y="561761"/>
                  <a:pt x="4552560" y="557472"/>
                  <a:pt x="4604884" y="560842"/>
                </a:cubicBezTo>
                <a:cubicBezTo>
                  <a:pt x="4580895" y="558893"/>
                  <a:pt x="4557074" y="557249"/>
                  <a:pt x="4533085" y="555272"/>
                </a:cubicBezTo>
                <a:cubicBezTo>
                  <a:pt x="4568525" y="558363"/>
                  <a:pt x="4602628" y="564908"/>
                  <a:pt x="4636062" y="576494"/>
                </a:cubicBezTo>
                <a:cubicBezTo>
                  <a:pt x="4612992" y="568473"/>
                  <a:pt x="4589839" y="560424"/>
                  <a:pt x="4567104" y="552404"/>
                </a:cubicBezTo>
                <a:cubicBezTo>
                  <a:pt x="4593266" y="562151"/>
                  <a:pt x="4617589" y="574405"/>
                  <a:pt x="4640910" y="589750"/>
                </a:cubicBezTo>
                <a:cubicBezTo>
                  <a:pt x="4619846" y="575435"/>
                  <a:pt x="4599368" y="561065"/>
                  <a:pt x="4578304" y="546750"/>
                </a:cubicBezTo>
                <a:cubicBezTo>
                  <a:pt x="4611320" y="569503"/>
                  <a:pt x="4639907" y="596379"/>
                  <a:pt x="4666069" y="626763"/>
                </a:cubicBezTo>
                <a:cubicBezTo>
                  <a:pt x="4649686" y="607268"/>
                  <a:pt x="4633303" y="587884"/>
                  <a:pt x="4616753" y="568584"/>
                </a:cubicBezTo>
                <a:cubicBezTo>
                  <a:pt x="4650605" y="609886"/>
                  <a:pt x="4677436" y="654863"/>
                  <a:pt x="4700506" y="702849"/>
                </a:cubicBezTo>
                <a:cubicBezTo>
                  <a:pt x="4690058" y="680458"/>
                  <a:pt x="4679693" y="657927"/>
                  <a:pt x="4669161" y="635563"/>
                </a:cubicBezTo>
                <a:cubicBezTo>
                  <a:pt x="4700757" y="704158"/>
                  <a:pt x="4722238" y="775704"/>
                  <a:pt x="4736113" y="849730"/>
                </a:cubicBezTo>
                <a:cubicBezTo>
                  <a:pt x="4731683" y="825389"/>
                  <a:pt x="4727504" y="801159"/>
                  <a:pt x="4723074" y="776818"/>
                </a:cubicBezTo>
                <a:cubicBezTo>
                  <a:pt x="4768544" y="1030531"/>
                  <a:pt x="4727755" y="1288812"/>
                  <a:pt x="4716638" y="1543472"/>
                </a:cubicBezTo>
                <a:cubicBezTo>
                  <a:pt x="4703849" y="1837484"/>
                  <a:pt x="4762610" y="2147788"/>
                  <a:pt x="4928610" y="2395764"/>
                </a:cubicBezTo>
                <a:cubicBezTo>
                  <a:pt x="5018548" y="2530279"/>
                  <a:pt x="5147270" y="2658723"/>
                  <a:pt x="5299729" y="2719742"/>
                </a:cubicBezTo>
                <a:cubicBezTo>
                  <a:pt x="5406301" y="2762380"/>
                  <a:pt x="5499415" y="2781903"/>
                  <a:pt x="5614428" y="2784716"/>
                </a:cubicBezTo>
                <a:cubicBezTo>
                  <a:pt x="5693751" y="2786749"/>
                  <a:pt x="5777085" y="2772016"/>
                  <a:pt x="5852229" y="2747369"/>
                </a:cubicBezTo>
                <a:cubicBezTo>
                  <a:pt x="6159238" y="2646859"/>
                  <a:pt x="6360260" y="2375043"/>
                  <a:pt x="6504612" y="2100610"/>
                </a:cubicBezTo>
                <a:cubicBezTo>
                  <a:pt x="6574657" y="1967376"/>
                  <a:pt x="6631746" y="1828293"/>
                  <a:pt x="6698196" y="1693499"/>
                </a:cubicBezTo>
                <a:cubicBezTo>
                  <a:pt x="6780110" y="1527736"/>
                  <a:pt x="6873892" y="1368156"/>
                  <a:pt x="6978625" y="1215566"/>
                </a:cubicBezTo>
                <a:cubicBezTo>
                  <a:pt x="6961657" y="1240242"/>
                  <a:pt x="6944856" y="1264722"/>
                  <a:pt x="6927972" y="1289452"/>
                </a:cubicBezTo>
                <a:cubicBezTo>
                  <a:pt x="7018579" y="1158363"/>
                  <a:pt x="7113615" y="1026660"/>
                  <a:pt x="7236068" y="922919"/>
                </a:cubicBezTo>
                <a:cubicBezTo>
                  <a:pt x="7213165" y="942303"/>
                  <a:pt x="7190096" y="961853"/>
                  <a:pt x="7167277" y="981181"/>
                </a:cubicBezTo>
                <a:cubicBezTo>
                  <a:pt x="7212330" y="943640"/>
                  <a:pt x="7260558" y="910805"/>
                  <a:pt x="7313551" y="885405"/>
                </a:cubicBezTo>
                <a:cubicBezTo>
                  <a:pt x="7287222" y="897604"/>
                  <a:pt x="7260893" y="909997"/>
                  <a:pt x="7234480" y="922223"/>
                </a:cubicBezTo>
                <a:cubicBezTo>
                  <a:pt x="7270589" y="905569"/>
                  <a:pt x="7307868" y="893175"/>
                  <a:pt x="7346902" y="885935"/>
                </a:cubicBezTo>
                <a:cubicBezTo>
                  <a:pt x="7318650" y="891115"/>
                  <a:pt x="7290148" y="896155"/>
                  <a:pt x="7262063" y="901141"/>
                </a:cubicBezTo>
                <a:cubicBezTo>
                  <a:pt x="7293157" y="895961"/>
                  <a:pt x="7324250" y="894067"/>
                  <a:pt x="7355846" y="895877"/>
                </a:cubicBezTo>
                <a:cubicBezTo>
                  <a:pt x="7327176" y="893538"/>
                  <a:pt x="7298339" y="891421"/>
                  <a:pt x="7269669" y="889165"/>
                </a:cubicBezTo>
                <a:cubicBezTo>
                  <a:pt x="7303020" y="891811"/>
                  <a:pt x="7335284" y="898077"/>
                  <a:pt x="7367130" y="908660"/>
                </a:cubicBezTo>
                <a:cubicBezTo>
                  <a:pt x="7339630" y="899163"/>
                  <a:pt x="7311880" y="889472"/>
                  <a:pt x="7284547" y="879808"/>
                </a:cubicBezTo>
                <a:cubicBezTo>
                  <a:pt x="7317981" y="891839"/>
                  <a:pt x="7349159" y="907546"/>
                  <a:pt x="7378497" y="927236"/>
                </a:cubicBezTo>
                <a:cubicBezTo>
                  <a:pt x="7353672" y="910108"/>
                  <a:pt x="7328764" y="892981"/>
                  <a:pt x="7303688" y="876020"/>
                </a:cubicBezTo>
                <a:cubicBezTo>
                  <a:pt x="7340884" y="901698"/>
                  <a:pt x="7373399" y="932166"/>
                  <a:pt x="7402821" y="966338"/>
                </a:cubicBezTo>
                <a:cubicBezTo>
                  <a:pt x="7383345" y="943306"/>
                  <a:pt x="7363535" y="920107"/>
                  <a:pt x="7344144" y="896824"/>
                </a:cubicBezTo>
                <a:cubicBezTo>
                  <a:pt x="7384933" y="945478"/>
                  <a:pt x="7417197" y="999006"/>
                  <a:pt x="7444362" y="1056349"/>
                </a:cubicBezTo>
                <a:cubicBezTo>
                  <a:pt x="7431992" y="1029752"/>
                  <a:pt x="7419538" y="1003183"/>
                  <a:pt x="7406916" y="976391"/>
                </a:cubicBezTo>
                <a:cubicBezTo>
                  <a:pt x="7443359" y="1055847"/>
                  <a:pt x="7468769" y="1139564"/>
                  <a:pt x="7484818" y="1225453"/>
                </a:cubicBezTo>
                <a:cubicBezTo>
                  <a:pt x="7479636" y="1196796"/>
                  <a:pt x="7474620" y="1167915"/>
                  <a:pt x="7469187" y="1139146"/>
                </a:cubicBezTo>
                <a:cubicBezTo>
                  <a:pt x="7494932" y="1285359"/>
                  <a:pt x="7499111" y="1434189"/>
                  <a:pt x="7520927" y="1580791"/>
                </a:cubicBezTo>
                <a:cubicBezTo>
                  <a:pt x="7535554" y="1678433"/>
                  <a:pt x="7551686" y="1777996"/>
                  <a:pt x="7582947" y="1871990"/>
                </a:cubicBezTo>
                <a:cubicBezTo>
                  <a:pt x="7602255" y="1930531"/>
                  <a:pt x="7629086" y="1985868"/>
                  <a:pt x="7655750" y="2041346"/>
                </a:cubicBezTo>
                <a:cubicBezTo>
                  <a:pt x="7672133" y="2075378"/>
                  <a:pt x="7690438" y="2108464"/>
                  <a:pt x="7712170" y="2139461"/>
                </a:cubicBezTo>
                <a:cubicBezTo>
                  <a:pt x="7765748" y="2216160"/>
                  <a:pt x="7843650" y="2275480"/>
                  <a:pt x="7936764" y="2294557"/>
                </a:cubicBezTo>
                <a:cubicBezTo>
                  <a:pt x="8019513" y="2311768"/>
                  <a:pt x="8126920" y="2296423"/>
                  <a:pt x="8197299" y="2247017"/>
                </a:cubicBezTo>
                <a:cubicBezTo>
                  <a:pt x="8272693" y="2194019"/>
                  <a:pt x="8337305" y="2116290"/>
                  <a:pt x="8352434" y="2022408"/>
                </a:cubicBezTo>
                <a:cubicBezTo>
                  <a:pt x="8366727" y="1934235"/>
                  <a:pt x="8357700" y="1837122"/>
                  <a:pt x="8304874" y="1761843"/>
                </a:cubicBezTo>
                <a:cubicBezTo>
                  <a:pt x="8279380" y="1725583"/>
                  <a:pt x="8257230" y="1688041"/>
                  <a:pt x="8238507" y="1647909"/>
                </a:cubicBezTo>
                <a:cubicBezTo>
                  <a:pt x="8251379" y="1675230"/>
                  <a:pt x="8264000" y="1702718"/>
                  <a:pt x="8276789" y="1730067"/>
                </a:cubicBezTo>
                <a:cubicBezTo>
                  <a:pt x="8240262" y="1649525"/>
                  <a:pt x="8217945" y="1563970"/>
                  <a:pt x="8201897" y="1476911"/>
                </a:cubicBezTo>
                <a:cubicBezTo>
                  <a:pt x="8207162" y="1505902"/>
                  <a:pt x="8212345" y="1535340"/>
                  <a:pt x="8217527" y="1564359"/>
                </a:cubicBezTo>
                <a:cubicBezTo>
                  <a:pt x="8173812" y="1319391"/>
                  <a:pt x="8176403" y="1061556"/>
                  <a:pt x="8081032" y="828230"/>
                </a:cubicBezTo>
                <a:cubicBezTo>
                  <a:pt x="8018928" y="676336"/>
                  <a:pt x="7939438" y="537671"/>
                  <a:pt x="7819243" y="423626"/>
                </a:cubicBezTo>
                <a:cubicBezTo>
                  <a:pt x="7763659" y="370878"/>
                  <a:pt x="7697877" y="324285"/>
                  <a:pt x="7628417" y="291923"/>
                </a:cubicBezTo>
                <a:cubicBezTo>
                  <a:pt x="7527530" y="244662"/>
                  <a:pt x="7435085" y="227952"/>
                  <a:pt x="7325671" y="221658"/>
                </a:cubicBezTo>
                <a:cubicBezTo>
                  <a:pt x="7250946" y="217369"/>
                  <a:pt x="7173044" y="231628"/>
                  <a:pt x="7101830" y="252293"/>
                </a:cubicBezTo>
                <a:cubicBezTo>
                  <a:pt x="7030866" y="273097"/>
                  <a:pt x="6961574" y="306684"/>
                  <a:pt x="6898550" y="345535"/>
                </a:cubicBezTo>
                <a:cubicBezTo>
                  <a:pt x="6787549" y="413823"/>
                  <a:pt x="6688082" y="508011"/>
                  <a:pt x="6604330" y="607742"/>
                </a:cubicBezTo>
                <a:cubicBezTo>
                  <a:pt x="6506953" y="723792"/>
                  <a:pt x="6421278" y="851791"/>
                  <a:pt x="6339113" y="978703"/>
                </a:cubicBezTo>
                <a:cubicBezTo>
                  <a:pt x="6265475" y="1092581"/>
                  <a:pt x="6197687" y="1210303"/>
                  <a:pt x="6136586" y="1331311"/>
                </a:cubicBezTo>
                <a:cubicBezTo>
                  <a:pt x="6023077" y="1555336"/>
                  <a:pt x="5939241" y="1794400"/>
                  <a:pt x="5797397" y="2003497"/>
                </a:cubicBezTo>
                <a:cubicBezTo>
                  <a:pt x="5814030" y="1979184"/>
                  <a:pt x="5830580" y="1954899"/>
                  <a:pt x="5847381" y="1930753"/>
                </a:cubicBezTo>
                <a:cubicBezTo>
                  <a:pt x="5797397" y="2003497"/>
                  <a:pt x="5742481" y="2072148"/>
                  <a:pt x="5674944" y="2129379"/>
                </a:cubicBezTo>
                <a:cubicBezTo>
                  <a:pt x="5697261" y="2110636"/>
                  <a:pt x="5719244" y="2091837"/>
                  <a:pt x="5741562" y="2073067"/>
                </a:cubicBezTo>
                <a:cubicBezTo>
                  <a:pt x="5704617" y="2103646"/>
                  <a:pt x="5664830" y="2129880"/>
                  <a:pt x="5621617" y="2150851"/>
                </a:cubicBezTo>
                <a:cubicBezTo>
                  <a:pt x="5646943" y="2139071"/>
                  <a:pt x="5672186" y="2127263"/>
                  <a:pt x="5697512" y="2115454"/>
                </a:cubicBezTo>
                <a:cubicBezTo>
                  <a:pt x="5660985" y="2132164"/>
                  <a:pt x="5623539" y="2144335"/>
                  <a:pt x="5584087" y="2151993"/>
                </a:cubicBezTo>
                <a:cubicBezTo>
                  <a:pt x="5611001" y="2147036"/>
                  <a:pt x="5637832" y="2142302"/>
                  <a:pt x="5664830" y="2137400"/>
                </a:cubicBezTo>
                <a:cubicBezTo>
                  <a:pt x="5625712" y="2144251"/>
                  <a:pt x="5586845" y="2146228"/>
                  <a:pt x="5547309" y="2144112"/>
                </a:cubicBezTo>
                <a:cubicBezTo>
                  <a:pt x="5574475" y="2146089"/>
                  <a:pt x="5601723" y="2148261"/>
                  <a:pt x="5628722" y="2150489"/>
                </a:cubicBezTo>
                <a:cubicBezTo>
                  <a:pt x="5589771" y="2147398"/>
                  <a:pt x="5551823" y="2139934"/>
                  <a:pt x="5514711" y="2127513"/>
                </a:cubicBezTo>
                <a:cubicBezTo>
                  <a:pt x="5540539" y="2136564"/>
                  <a:pt x="5566534" y="2145727"/>
                  <a:pt x="5592529" y="2154528"/>
                </a:cubicBezTo>
                <a:cubicBezTo>
                  <a:pt x="5554080" y="2140881"/>
                  <a:pt x="5518305" y="2122779"/>
                  <a:pt x="5484286" y="2100360"/>
                </a:cubicBezTo>
                <a:cubicBezTo>
                  <a:pt x="5507690" y="2116429"/>
                  <a:pt x="5530759" y="2132359"/>
                  <a:pt x="5554247" y="2148261"/>
                </a:cubicBezTo>
                <a:cubicBezTo>
                  <a:pt x="5510866" y="2118351"/>
                  <a:pt x="5472500" y="2082953"/>
                  <a:pt x="5438147" y="2043016"/>
                </a:cubicBezTo>
                <a:cubicBezTo>
                  <a:pt x="5456285" y="2064433"/>
                  <a:pt x="5474256" y="2085655"/>
                  <a:pt x="5492477" y="2107099"/>
                </a:cubicBezTo>
                <a:cubicBezTo>
                  <a:pt x="5445335" y="2050898"/>
                  <a:pt x="5407471" y="1988458"/>
                  <a:pt x="5376210" y="1922259"/>
                </a:cubicBezTo>
                <a:cubicBezTo>
                  <a:pt x="5387578" y="1946433"/>
                  <a:pt x="5398778" y="1970885"/>
                  <a:pt x="5410062" y="1995059"/>
                </a:cubicBezTo>
                <a:cubicBezTo>
                  <a:pt x="5368938" y="1906134"/>
                  <a:pt x="5340603" y="1812558"/>
                  <a:pt x="5322966" y="1716253"/>
                </a:cubicBezTo>
                <a:cubicBezTo>
                  <a:pt x="5327647" y="1741931"/>
                  <a:pt x="5332077" y="1767413"/>
                  <a:pt x="5336758" y="1793119"/>
                </a:cubicBezTo>
                <a:cubicBezTo>
                  <a:pt x="5292291" y="1540659"/>
                  <a:pt x="5335170" y="1281738"/>
                  <a:pt x="5329988" y="1027329"/>
                </a:cubicBezTo>
                <a:cubicBezTo>
                  <a:pt x="5327062" y="879947"/>
                  <a:pt x="5309091" y="728638"/>
                  <a:pt x="5264791" y="587857"/>
                </a:cubicBezTo>
                <a:cubicBezTo>
                  <a:pt x="5212467" y="420841"/>
                  <a:pt x="5118851" y="244411"/>
                  <a:pt x="4976171" y="137913"/>
                </a:cubicBezTo>
                <a:cubicBezTo>
                  <a:pt x="4884812" y="69709"/>
                  <a:pt x="4782754" y="17796"/>
                  <a:pt x="4667657" y="5236"/>
                </a:cubicBezTo>
                <a:cubicBezTo>
                  <a:pt x="4554399" y="-7046"/>
                  <a:pt x="4457607" y="2340"/>
                  <a:pt x="4346188" y="24870"/>
                </a:cubicBezTo>
                <a:cubicBezTo>
                  <a:pt x="4190886" y="56369"/>
                  <a:pt x="4042105" y="120591"/>
                  <a:pt x="3901598" y="192248"/>
                </a:cubicBezTo>
                <a:cubicBezTo>
                  <a:pt x="3635545" y="328435"/>
                  <a:pt x="3401506" y="532853"/>
                  <a:pt x="3205833" y="756878"/>
                </a:cubicBezTo>
                <a:cubicBezTo>
                  <a:pt x="3088730" y="890753"/>
                  <a:pt x="2984917" y="1035684"/>
                  <a:pt x="2887122" y="1183818"/>
                </a:cubicBezTo>
                <a:cubicBezTo>
                  <a:pt x="2807632" y="1304185"/>
                  <a:pt x="2738006" y="1430624"/>
                  <a:pt x="2656761" y="1549850"/>
                </a:cubicBezTo>
                <a:cubicBezTo>
                  <a:pt x="2669717" y="1530800"/>
                  <a:pt x="2682756" y="1511918"/>
                  <a:pt x="2695712" y="1492869"/>
                </a:cubicBezTo>
                <a:cubicBezTo>
                  <a:pt x="2626670" y="1593379"/>
                  <a:pt x="2550858" y="1691077"/>
                  <a:pt x="2457911" y="1770672"/>
                </a:cubicBezTo>
                <a:cubicBezTo>
                  <a:pt x="2475046" y="1756106"/>
                  <a:pt x="2492348" y="1741736"/>
                  <a:pt x="2509316" y="1727170"/>
                </a:cubicBezTo>
                <a:cubicBezTo>
                  <a:pt x="2467022" y="1762512"/>
                  <a:pt x="2421468" y="1793565"/>
                  <a:pt x="2371568" y="1817488"/>
                </a:cubicBezTo>
                <a:cubicBezTo>
                  <a:pt x="2390792" y="1808409"/>
                  <a:pt x="2410435" y="1799357"/>
                  <a:pt x="2429659" y="1790362"/>
                </a:cubicBezTo>
                <a:cubicBezTo>
                  <a:pt x="2392464" y="1807462"/>
                  <a:pt x="2354015" y="1820273"/>
                  <a:pt x="2313894" y="1827541"/>
                </a:cubicBezTo>
                <a:cubicBezTo>
                  <a:pt x="2334456" y="1823670"/>
                  <a:pt x="2355185" y="1820189"/>
                  <a:pt x="2375831" y="1816346"/>
                </a:cubicBezTo>
                <a:cubicBezTo>
                  <a:pt x="2339304" y="1822306"/>
                  <a:pt x="2303028" y="1824144"/>
                  <a:pt x="2266083" y="1821526"/>
                </a:cubicBezTo>
                <a:cubicBezTo>
                  <a:pt x="2286812" y="1823141"/>
                  <a:pt x="2307541" y="1824673"/>
                  <a:pt x="2328271" y="1826288"/>
                </a:cubicBezTo>
                <a:cubicBezTo>
                  <a:pt x="2291911" y="1823030"/>
                  <a:pt x="2256387" y="1815649"/>
                  <a:pt x="2221866" y="1803674"/>
                </a:cubicBezTo>
                <a:cubicBezTo>
                  <a:pt x="2241676" y="1810553"/>
                  <a:pt x="2261235" y="1817460"/>
                  <a:pt x="2281045" y="1824339"/>
                </a:cubicBezTo>
                <a:cubicBezTo>
                  <a:pt x="2243933" y="1810831"/>
                  <a:pt x="2209245" y="1793091"/>
                  <a:pt x="2176396" y="1770922"/>
                </a:cubicBezTo>
                <a:cubicBezTo>
                  <a:pt x="2194116" y="1782982"/>
                  <a:pt x="2211585" y="1795263"/>
                  <a:pt x="2229305" y="1807322"/>
                </a:cubicBezTo>
                <a:cubicBezTo>
                  <a:pt x="2186175" y="1777217"/>
                  <a:pt x="2148061" y="1741374"/>
                  <a:pt x="2113958" y="1701298"/>
                </a:cubicBezTo>
                <a:cubicBezTo>
                  <a:pt x="2127582" y="1717478"/>
                  <a:pt x="2141290" y="1733520"/>
                  <a:pt x="2154831" y="1749757"/>
                </a:cubicBezTo>
                <a:cubicBezTo>
                  <a:pt x="2109444" y="1694836"/>
                  <a:pt x="2073001" y="1634318"/>
                  <a:pt x="2042743" y="1569790"/>
                </a:cubicBezTo>
                <a:cubicBezTo>
                  <a:pt x="2051352" y="1587948"/>
                  <a:pt x="2059794" y="1606274"/>
                  <a:pt x="2068404" y="1624432"/>
                </a:cubicBezTo>
                <a:cubicBezTo>
                  <a:pt x="2023100" y="1525537"/>
                  <a:pt x="1995434" y="1422046"/>
                  <a:pt x="1976209" y="1315270"/>
                </a:cubicBezTo>
                <a:cubicBezTo>
                  <a:pt x="1979636" y="1334458"/>
                  <a:pt x="1983063" y="1353591"/>
                  <a:pt x="1986406" y="1372807"/>
                </a:cubicBezTo>
                <a:cubicBezTo>
                  <a:pt x="1922965" y="1016802"/>
                  <a:pt x="1903406" y="615345"/>
                  <a:pt x="1617294" y="353555"/>
                </a:cubicBezTo>
                <a:cubicBezTo>
                  <a:pt x="1457646" y="207510"/>
                  <a:pt x="1228872" y="150390"/>
                  <a:pt x="1024172" y="231350"/>
                </a:cubicBezTo>
                <a:cubicBezTo>
                  <a:pt x="831173" y="307352"/>
                  <a:pt x="670188" y="454595"/>
                  <a:pt x="519567" y="593204"/>
                </a:cubicBezTo>
                <a:cubicBezTo>
                  <a:pt x="439576" y="666700"/>
                  <a:pt x="363179" y="744513"/>
                  <a:pt x="290878" y="825668"/>
                </a:cubicBezTo>
                <a:cubicBezTo>
                  <a:pt x="216236" y="909412"/>
                  <a:pt x="140842" y="992433"/>
                  <a:pt x="71048" y="1080383"/>
                </a:cubicBezTo>
                <a:cubicBezTo>
                  <a:pt x="23237" y="1140790"/>
                  <a:pt x="-1170" y="1204538"/>
                  <a:pt x="-250" y="1281042"/>
                </a:cubicBezTo>
                <a:cubicBezTo>
                  <a:pt x="418" y="1368881"/>
                  <a:pt x="51991" y="1446582"/>
                  <a:pt x="121868" y="1494679"/>
                </a:cubicBezTo>
                <a:cubicBezTo>
                  <a:pt x="184641" y="1537874"/>
                  <a:pt x="251676" y="1552328"/>
                  <a:pt x="326819" y="1538765"/>
                </a:cubicBezTo>
                <a:cubicBezTo>
                  <a:pt x="415754" y="1523754"/>
                  <a:pt x="480867" y="1472260"/>
                  <a:pt x="525502" y="1393222"/>
                </a:cubicBezTo>
                <a:lnTo>
                  <a:pt x="525668" y="1392971"/>
                </a:lnTo>
              </a:path>
            </a:pathLst>
          </a:custGeom>
          <a:solidFill>
            <a:srgbClr val="40AFFF">
              <a:alpha val="20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6559" y="4995045"/>
            <a:ext cx="399300" cy="399300"/>
          </a:xfrm>
          <a:custGeom>
            <a:avLst/>
            <a:gdLst/>
            <a:ahLst/>
            <a:cxnLst/>
            <a:rect l="l" t="t" r="r" b="b"/>
            <a:pathLst>
              <a:path w="399300" h="399300">
                <a:moveTo>
                  <a:pt x="275118" y="21802"/>
                </a:moveTo>
                <a:lnTo>
                  <a:pt x="286258" y="92238"/>
                </a:lnTo>
                <a:cubicBezTo>
                  <a:pt x="291844" y="127564"/>
                  <a:pt x="309685" y="159788"/>
                  <a:pt x="336654" y="183279"/>
                </a:cubicBezTo>
                <a:lnTo>
                  <a:pt x="390432" y="230113"/>
                </a:lnTo>
                <a:cubicBezTo>
                  <a:pt x="397998" y="236705"/>
                  <a:pt x="401069" y="247087"/>
                  <a:pt x="398294" y="256734"/>
                </a:cubicBezTo>
                <a:cubicBezTo>
                  <a:pt x="395523" y="266381"/>
                  <a:pt x="387413" y="273552"/>
                  <a:pt x="377498" y="275118"/>
                </a:cubicBezTo>
                <a:lnTo>
                  <a:pt x="307062" y="286258"/>
                </a:lnTo>
                <a:cubicBezTo>
                  <a:pt x="271736" y="291844"/>
                  <a:pt x="239512" y="309685"/>
                  <a:pt x="216021" y="336654"/>
                </a:cubicBezTo>
                <a:lnTo>
                  <a:pt x="169187" y="390432"/>
                </a:lnTo>
                <a:cubicBezTo>
                  <a:pt x="162595" y="397998"/>
                  <a:pt x="152213" y="401069"/>
                  <a:pt x="142566" y="398294"/>
                </a:cubicBezTo>
                <a:cubicBezTo>
                  <a:pt x="132919" y="395523"/>
                  <a:pt x="125748" y="387413"/>
                  <a:pt x="124182" y="377498"/>
                </a:cubicBezTo>
                <a:lnTo>
                  <a:pt x="113042" y="307062"/>
                </a:lnTo>
                <a:cubicBezTo>
                  <a:pt x="107456" y="271736"/>
                  <a:pt x="89615" y="239512"/>
                  <a:pt x="62646" y="216021"/>
                </a:cubicBezTo>
                <a:lnTo>
                  <a:pt x="8868" y="169187"/>
                </a:lnTo>
                <a:cubicBezTo>
                  <a:pt x="1302" y="162595"/>
                  <a:pt x="-1769" y="152213"/>
                  <a:pt x="1006" y="142566"/>
                </a:cubicBezTo>
                <a:cubicBezTo>
                  <a:pt x="3777" y="132919"/>
                  <a:pt x="11887" y="125748"/>
                  <a:pt x="21802" y="124182"/>
                </a:cubicBezTo>
                <a:lnTo>
                  <a:pt x="92238" y="113042"/>
                </a:lnTo>
                <a:cubicBezTo>
                  <a:pt x="127564" y="107456"/>
                  <a:pt x="159788" y="89615"/>
                  <a:pt x="183279" y="62646"/>
                </a:cubicBezTo>
                <a:lnTo>
                  <a:pt x="230113" y="8868"/>
                </a:lnTo>
                <a:cubicBezTo>
                  <a:pt x="236705" y="1302"/>
                  <a:pt x="247087" y="-1769"/>
                  <a:pt x="256734" y="1006"/>
                </a:cubicBezTo>
                <a:cubicBezTo>
                  <a:pt x="266381" y="3777"/>
                  <a:pt x="273552" y="11887"/>
                  <a:pt x="275118" y="21802"/>
                </a:cubicBezTo>
                <a:lnTo>
                  <a:pt x="275118" y="21802"/>
                </a:lnTo>
              </a:path>
            </a:pathLst>
          </a:custGeom>
          <a:solidFill>
            <a:srgbClr val="C6FDFF">
              <a:alpha val="15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02921" y="3026338"/>
            <a:ext cx="2103120" cy="3200400"/>
          </a:xfrm>
          <a:custGeom>
            <a:avLst/>
            <a:gdLst/>
            <a:ahLst/>
            <a:cxnLst/>
            <a:rect l="l" t="t" r="r" b="b"/>
            <a:pathLst>
              <a:path w="2103120" h="3200400">
                <a:moveTo>
                  <a:pt x="0" y="0"/>
                </a:moveTo>
                <a:lnTo>
                  <a:pt x="2103120" y="0"/>
                </a:lnTo>
                <a:lnTo>
                  <a:pt x="2103120" y="3200400"/>
                </a:lnTo>
                <a:lnTo>
                  <a:pt x="0" y="3200400"/>
                </a:lnTo>
                <a:lnTo>
                  <a:pt x="0" y="0"/>
                </a:lnTo>
              </a:path>
            </a:pathLst>
          </a:custGeom>
          <a:solidFill>
            <a:srgbClr val="FFFFFF"/>
          </a:solidFill>
          <a:ln/>
          <a:effectLst>
            <a:outerShdw blurRad="485775" dist="139700" dir="2700000" algn="bl" rotWithShape="0">
              <a:srgbClr val="000000">
                <a:alpha val="8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0309539" y="3021211"/>
            <a:ext cx="239397" cy="125779"/>
          </a:xfrm>
          <a:custGeom>
            <a:avLst/>
            <a:gdLst/>
            <a:ahLst/>
            <a:cxnLst/>
            <a:rect l="l" t="t" r="r" b="b"/>
            <a:pathLst>
              <a:path w="239397" h="125779">
                <a:moveTo>
                  <a:pt x="38114" y="121241"/>
                </a:moveTo>
                <a:cubicBezTo>
                  <a:pt x="33757" y="121241"/>
                  <a:pt x="29403" y="120333"/>
                  <a:pt x="25046" y="118518"/>
                </a:cubicBezTo>
                <a:cubicBezTo>
                  <a:pt x="7984" y="111258"/>
                  <a:pt x="0" y="91657"/>
                  <a:pt x="7259" y="74595"/>
                </a:cubicBezTo>
                <a:cubicBezTo>
                  <a:pt x="26317" y="29220"/>
                  <a:pt x="70421" y="-1"/>
                  <a:pt x="119605" y="-1"/>
                </a:cubicBezTo>
                <a:cubicBezTo>
                  <a:pt x="168792" y="-1"/>
                  <a:pt x="212896" y="29220"/>
                  <a:pt x="232134" y="74595"/>
                </a:cubicBezTo>
                <a:cubicBezTo>
                  <a:pt x="239395" y="91655"/>
                  <a:pt x="231409" y="111439"/>
                  <a:pt x="214347" y="118518"/>
                </a:cubicBezTo>
                <a:cubicBezTo>
                  <a:pt x="197285" y="125778"/>
                  <a:pt x="177504" y="117793"/>
                  <a:pt x="170425" y="100732"/>
                </a:cubicBezTo>
                <a:cubicBezTo>
                  <a:pt x="161713" y="80403"/>
                  <a:pt x="141747" y="67154"/>
                  <a:pt x="119605" y="67154"/>
                </a:cubicBezTo>
                <a:cubicBezTo>
                  <a:pt x="97463" y="67154"/>
                  <a:pt x="77680" y="80403"/>
                  <a:pt x="68968" y="100732"/>
                </a:cubicBezTo>
                <a:cubicBezTo>
                  <a:pt x="63703" y="113437"/>
                  <a:pt x="51181" y="121241"/>
                  <a:pt x="38112" y="121241"/>
                </a:cubicBezTo>
                <a:lnTo>
                  <a:pt x="38114" y="121241"/>
                </a:lnTo>
              </a:path>
            </a:pathLst>
          </a:custGeom>
          <a:solidFill>
            <a:srgbClr val="40AF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608230" y="3021211"/>
            <a:ext cx="2103120" cy="3200400"/>
          </a:xfrm>
          <a:custGeom>
            <a:avLst/>
            <a:gdLst/>
            <a:ahLst/>
            <a:cxnLst/>
            <a:rect l="l" t="t" r="r" b="b"/>
            <a:pathLst>
              <a:path w="2103120" h="3200400">
                <a:moveTo>
                  <a:pt x="0" y="0"/>
                </a:moveTo>
                <a:lnTo>
                  <a:pt x="2103120" y="0"/>
                </a:lnTo>
                <a:lnTo>
                  <a:pt x="2103120" y="3200400"/>
                </a:lnTo>
                <a:lnTo>
                  <a:pt x="0" y="3200400"/>
                </a:lnTo>
                <a:lnTo>
                  <a:pt x="0" y="0"/>
                </a:lnTo>
              </a:path>
            </a:pathLst>
          </a:custGeom>
          <a:solidFill>
            <a:srgbClr val="FFFFFF"/>
          </a:solidFill>
          <a:ln/>
          <a:effectLst>
            <a:outerShdw blurRad="485775" dist="139700" dir="2700000" algn="bl" rotWithShape="0">
              <a:srgbClr val="000000">
                <a:alpha val="8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516558" y="3026338"/>
            <a:ext cx="2103120" cy="3200400"/>
          </a:xfrm>
          <a:custGeom>
            <a:avLst/>
            <a:gdLst/>
            <a:ahLst/>
            <a:cxnLst/>
            <a:rect l="l" t="t" r="r" b="b"/>
            <a:pathLst>
              <a:path w="2103120" h="3200400">
                <a:moveTo>
                  <a:pt x="0" y="0"/>
                </a:moveTo>
                <a:lnTo>
                  <a:pt x="2103120" y="0"/>
                </a:lnTo>
                <a:lnTo>
                  <a:pt x="2103120" y="3200400"/>
                </a:lnTo>
                <a:lnTo>
                  <a:pt x="0" y="3200400"/>
                </a:lnTo>
                <a:lnTo>
                  <a:pt x="0" y="0"/>
                </a:lnTo>
              </a:path>
            </a:pathLst>
          </a:custGeom>
          <a:solidFill>
            <a:srgbClr val="FFFFFF"/>
          </a:solidFill>
          <a:ln/>
          <a:effectLst>
            <a:outerShdw blurRad="485775" dist="139700" dir="2700000" algn="bl" rotWithShape="0">
              <a:srgbClr val="000000">
                <a:alpha val="8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839844" y="3679593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111111"/>
                </a:solidFill>
                <a:latin typeface="Lexend Deca Bold" pitchFamily="34" charset="0"/>
                <a:ea typeface="Lexend Deca Bold" pitchFamily="34" charset="-122"/>
                <a:cs typeface="Lexend Deca Bold" pitchFamily="34" charset="-120"/>
              </a:rPr>
              <a:t>Performance Evaluation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778884" y="4229734"/>
            <a:ext cx="1645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100" dirty="0">
                <a:solidFill>
                  <a:srgbClr val="111111"/>
                </a:solidFill>
                <a:latin typeface="Lexend Regular" pitchFamily="34" charset="0"/>
                <a:ea typeface="Lexend Regular" pitchFamily="34" charset="-122"/>
                <a:cs typeface="Lexend Regular" pitchFamily="34" charset="-120"/>
              </a:rPr>
              <a:t>Evaluate system performance on benchmark datasets and real-time scenarios.</a:t>
            </a:r>
            <a:endParaRPr lang="en-US" sz="1100" dirty="0"/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100" dirty="0">
                <a:solidFill>
                  <a:srgbClr val="111111"/>
                </a:solidFill>
                <a:latin typeface="Lexend Regular" pitchFamily="34" charset="0"/>
                <a:ea typeface="Lexend Regular" pitchFamily="34" charset="-122"/>
                <a:cs typeface="Lexend Regular" pitchFamily="34" charset="-120"/>
              </a:rPr>
              <a:t>This step ensures the framework's applicability and effectiveness in diverse conditions.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260401" y="3266036"/>
            <a:ext cx="320040" cy="284480"/>
          </a:xfrm>
          <a:custGeom>
            <a:avLst/>
            <a:gdLst/>
            <a:ahLst/>
            <a:cxnLst/>
            <a:rect l="l" t="t" r="r" b="b"/>
            <a:pathLst>
              <a:path w="320040" h="284480">
                <a:moveTo>
                  <a:pt x="138238" y="172076"/>
                </a:moveTo>
                <a:cubicBezTo>
                  <a:pt x="122902" y="155241"/>
                  <a:pt x="101843" y="115957"/>
                  <a:pt x="98345" y="26670"/>
                </a:cubicBezTo>
                <a:lnTo>
                  <a:pt x="221804" y="26670"/>
                </a:lnTo>
                <a:cubicBezTo>
                  <a:pt x="218248" y="115960"/>
                  <a:pt x="197189" y="155241"/>
                  <a:pt x="181911" y="172076"/>
                </a:cubicBezTo>
                <a:cubicBezTo>
                  <a:pt x="174300" y="180466"/>
                  <a:pt x="167519" y="183968"/>
                  <a:pt x="163518" y="185467"/>
                </a:cubicBezTo>
                <a:cubicBezTo>
                  <a:pt x="162075" y="186021"/>
                  <a:pt x="160906" y="186300"/>
                  <a:pt x="160129" y="186522"/>
                </a:cubicBezTo>
                <a:cubicBezTo>
                  <a:pt x="159351" y="186354"/>
                  <a:pt x="158183" y="186021"/>
                  <a:pt x="156740" y="185467"/>
                </a:cubicBezTo>
                <a:cubicBezTo>
                  <a:pt x="152739" y="183967"/>
                  <a:pt x="145961" y="180466"/>
                  <a:pt x="138347" y="172076"/>
                </a:cubicBezTo>
                <a:lnTo>
                  <a:pt x="138238" y="172076"/>
                </a:lnTo>
                <a:moveTo>
                  <a:pt x="222249" y="0"/>
                </a:moveTo>
                <a:lnTo>
                  <a:pt x="97788" y="0"/>
                </a:lnTo>
                <a:cubicBezTo>
                  <a:pt x="83063" y="0"/>
                  <a:pt x="71062" y="12113"/>
                  <a:pt x="71619" y="26781"/>
                </a:cubicBezTo>
                <a:cubicBezTo>
                  <a:pt x="71731" y="29725"/>
                  <a:pt x="71839" y="32670"/>
                  <a:pt x="72009" y="35560"/>
                </a:cubicBezTo>
                <a:lnTo>
                  <a:pt x="13336" y="35560"/>
                </a:lnTo>
                <a:cubicBezTo>
                  <a:pt x="5946" y="35560"/>
                  <a:pt x="0" y="41506"/>
                  <a:pt x="0" y="48896"/>
                </a:cubicBezTo>
                <a:cubicBezTo>
                  <a:pt x="0" y="109181"/>
                  <a:pt x="25504" y="147631"/>
                  <a:pt x="56397" y="171468"/>
                </a:cubicBezTo>
                <a:cubicBezTo>
                  <a:pt x="86347" y="194638"/>
                  <a:pt x="120684" y="203472"/>
                  <a:pt x="139464" y="206860"/>
                </a:cubicBezTo>
                <a:cubicBezTo>
                  <a:pt x="142075" y="208248"/>
                  <a:pt x="144520" y="209360"/>
                  <a:pt x="146741" y="210248"/>
                </a:cubicBezTo>
                <a:lnTo>
                  <a:pt x="146741" y="257810"/>
                </a:lnTo>
                <a:lnTo>
                  <a:pt x="102291" y="257810"/>
                </a:lnTo>
                <a:cubicBezTo>
                  <a:pt x="94901" y="257810"/>
                  <a:pt x="88955" y="263756"/>
                  <a:pt x="88955" y="271146"/>
                </a:cubicBezTo>
                <a:cubicBezTo>
                  <a:pt x="88955" y="278537"/>
                  <a:pt x="94901" y="284483"/>
                  <a:pt x="102291" y="284483"/>
                </a:cubicBezTo>
                <a:lnTo>
                  <a:pt x="160078" y="284483"/>
                </a:lnTo>
                <a:lnTo>
                  <a:pt x="217864" y="284483"/>
                </a:lnTo>
                <a:cubicBezTo>
                  <a:pt x="225254" y="284483"/>
                  <a:pt x="231200" y="278537"/>
                  <a:pt x="231200" y="271149"/>
                </a:cubicBezTo>
                <a:cubicBezTo>
                  <a:pt x="231200" y="263758"/>
                  <a:pt x="225254" y="257816"/>
                  <a:pt x="217864" y="257816"/>
                </a:cubicBezTo>
                <a:lnTo>
                  <a:pt x="173414" y="257816"/>
                </a:lnTo>
                <a:lnTo>
                  <a:pt x="173414" y="210254"/>
                </a:lnTo>
                <a:cubicBezTo>
                  <a:pt x="175635" y="209363"/>
                  <a:pt x="178080" y="208254"/>
                  <a:pt x="180691" y="206865"/>
                </a:cubicBezTo>
                <a:cubicBezTo>
                  <a:pt x="199471" y="203531"/>
                  <a:pt x="233754" y="194641"/>
                  <a:pt x="263758" y="171473"/>
                </a:cubicBezTo>
                <a:cubicBezTo>
                  <a:pt x="294539" y="147637"/>
                  <a:pt x="320043" y="109186"/>
                  <a:pt x="320043" y="48902"/>
                </a:cubicBezTo>
                <a:cubicBezTo>
                  <a:pt x="320043" y="41511"/>
                  <a:pt x="314097" y="35569"/>
                  <a:pt x="306707" y="35569"/>
                </a:cubicBezTo>
                <a:lnTo>
                  <a:pt x="248034" y="35569"/>
                </a:lnTo>
                <a:cubicBezTo>
                  <a:pt x="248201" y="32678"/>
                  <a:pt x="248313" y="29791"/>
                  <a:pt x="248425" y="26790"/>
                </a:cubicBezTo>
                <a:cubicBezTo>
                  <a:pt x="248981" y="12122"/>
                  <a:pt x="236980" y="9"/>
                  <a:pt x="222255" y="9"/>
                </a:cubicBezTo>
                <a:lnTo>
                  <a:pt x="222249" y="0"/>
                </a:lnTo>
                <a:moveTo>
                  <a:pt x="245976" y="62230"/>
                </a:moveTo>
                <a:lnTo>
                  <a:pt x="292872" y="62230"/>
                </a:lnTo>
                <a:cubicBezTo>
                  <a:pt x="289537" y="105792"/>
                  <a:pt x="269925" y="132960"/>
                  <a:pt x="247365" y="150353"/>
                </a:cubicBezTo>
                <a:cubicBezTo>
                  <a:pt x="237643" y="157909"/>
                  <a:pt x="227196" y="163690"/>
                  <a:pt x="217141" y="168133"/>
                </a:cubicBezTo>
                <a:cubicBezTo>
                  <a:pt x="229754" y="145742"/>
                  <a:pt x="240923" y="112293"/>
                  <a:pt x="245976" y="62230"/>
                </a:cubicBezTo>
                <a:lnTo>
                  <a:pt x="245976" y="62230"/>
                </a:lnTo>
                <a:moveTo>
                  <a:pt x="102902" y="168133"/>
                </a:moveTo>
                <a:cubicBezTo>
                  <a:pt x="92847" y="163690"/>
                  <a:pt x="82455" y="157909"/>
                  <a:pt x="72678" y="150353"/>
                </a:cubicBezTo>
                <a:cubicBezTo>
                  <a:pt x="50118" y="132963"/>
                  <a:pt x="30506" y="105792"/>
                  <a:pt x="27171" y="62230"/>
                </a:cubicBezTo>
                <a:lnTo>
                  <a:pt x="74067" y="62230"/>
                </a:lnTo>
                <a:cubicBezTo>
                  <a:pt x="79124" y="112293"/>
                  <a:pt x="90290" y="145739"/>
                  <a:pt x="102903" y="168133"/>
                </a:cubicBezTo>
                <a:lnTo>
                  <a:pt x="102902" y="168133"/>
                </a:lnTo>
              </a:path>
            </a:pathLst>
          </a:custGeom>
          <a:solidFill>
            <a:srgbClr val="003860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939541" y="375283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111111"/>
                </a:solidFill>
                <a:latin typeface="Lexend Deca Bold" pitchFamily="34" charset="0"/>
                <a:ea typeface="Lexend Deca Bold" pitchFamily="34" charset="-122"/>
              </a:rPr>
              <a:t>Baseline Model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770443" y="4280295"/>
            <a:ext cx="1645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100" dirty="0">
                <a:solidFill>
                  <a:srgbClr val="111111"/>
                </a:solidFill>
                <a:latin typeface="Lexend Regular" pitchFamily="34" charset="0"/>
                <a:ea typeface="Lexend Regular" pitchFamily="34" charset="-122"/>
              </a:rPr>
              <a:t>Implementing  </a:t>
            </a:r>
            <a:r>
              <a:rPr lang="en-US" sz="1100" dirty="0" err="1">
                <a:solidFill>
                  <a:srgbClr val="111111"/>
                </a:solidFill>
                <a:latin typeface="Lexend Regular" pitchFamily="34" charset="0"/>
                <a:ea typeface="Lexend Regular" pitchFamily="34" charset="-122"/>
              </a:rPr>
              <a:t>ConVAT</a:t>
            </a:r>
            <a:r>
              <a:rPr lang="en-US" sz="1100" dirty="0">
                <a:solidFill>
                  <a:srgbClr val="111111"/>
                </a:solidFill>
                <a:latin typeface="Lexend Regular" pitchFamily="34" charset="0"/>
                <a:ea typeface="Lexend Regular" pitchFamily="34" charset="-122"/>
              </a:rPr>
              <a:t> model as </a:t>
            </a:r>
            <a:r>
              <a:rPr lang="en-US" sz="1100">
                <a:solidFill>
                  <a:srgbClr val="111111"/>
                </a:solidFill>
                <a:latin typeface="Lexend Regular" pitchFamily="34" charset="0"/>
                <a:ea typeface="Lexend Regular" pitchFamily="34" charset="-122"/>
              </a:rPr>
              <a:t>baseline model.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273363" y="3302879"/>
            <a:ext cx="320040" cy="247637"/>
          </a:xfrm>
          <a:custGeom>
            <a:avLst/>
            <a:gdLst/>
            <a:ahLst/>
            <a:cxnLst/>
            <a:rect l="l" t="t" r="r" b="b"/>
            <a:pathLst>
              <a:path w="320040" h="319954">
                <a:moveTo>
                  <a:pt x="230006" y="130004"/>
                </a:moveTo>
                <a:cubicBezTo>
                  <a:pt x="230006" y="74773"/>
                  <a:pt x="185233" y="30002"/>
                  <a:pt x="130003" y="30002"/>
                </a:cubicBezTo>
                <a:cubicBezTo>
                  <a:pt x="74774" y="30002"/>
                  <a:pt x="30001" y="74773"/>
                  <a:pt x="30001" y="130004"/>
                </a:cubicBezTo>
                <a:cubicBezTo>
                  <a:pt x="30001" y="185234"/>
                  <a:pt x="74774" y="230005"/>
                  <a:pt x="130003" y="230005"/>
                </a:cubicBezTo>
                <a:cubicBezTo>
                  <a:pt x="185233" y="230005"/>
                  <a:pt x="230006" y="185234"/>
                  <a:pt x="230006" y="130004"/>
                </a:cubicBezTo>
                <a:lnTo>
                  <a:pt x="230006" y="130004"/>
                </a:lnTo>
                <a:moveTo>
                  <a:pt x="210692" y="231944"/>
                </a:moveTo>
                <a:cubicBezTo>
                  <a:pt x="188568" y="249507"/>
                  <a:pt x="160503" y="260007"/>
                  <a:pt x="130003" y="260007"/>
                </a:cubicBezTo>
                <a:cubicBezTo>
                  <a:pt x="58190" y="260007"/>
                  <a:pt x="0" y="201817"/>
                  <a:pt x="0" y="130004"/>
                </a:cubicBezTo>
                <a:cubicBezTo>
                  <a:pt x="0" y="58190"/>
                  <a:pt x="58190" y="0"/>
                  <a:pt x="130003" y="0"/>
                </a:cubicBezTo>
                <a:cubicBezTo>
                  <a:pt x="201817" y="0"/>
                  <a:pt x="260007" y="58190"/>
                  <a:pt x="260007" y="130004"/>
                </a:cubicBezTo>
                <a:cubicBezTo>
                  <a:pt x="260007" y="160505"/>
                  <a:pt x="249506" y="188568"/>
                  <a:pt x="231943" y="210693"/>
                </a:cubicBezTo>
                <a:lnTo>
                  <a:pt x="315633" y="294383"/>
                </a:lnTo>
                <a:cubicBezTo>
                  <a:pt x="321509" y="300258"/>
                  <a:pt x="321509" y="309760"/>
                  <a:pt x="315633" y="315571"/>
                </a:cubicBezTo>
                <a:cubicBezTo>
                  <a:pt x="309757" y="321384"/>
                  <a:pt x="300258" y="321445"/>
                  <a:pt x="294447" y="315571"/>
                </a:cubicBezTo>
                <a:lnTo>
                  <a:pt x="210692" y="231944"/>
                </a:lnTo>
              </a:path>
            </a:pathLst>
          </a:custGeom>
          <a:solidFill>
            <a:srgbClr val="003860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273041" y="3716319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273041" y="4202602"/>
            <a:ext cx="1645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002281" y="3716319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002281" y="4202602"/>
            <a:ext cx="1645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31521" y="3716319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111111"/>
                </a:solidFill>
                <a:latin typeface="Lexend Deca Bold" pitchFamily="34" charset="0"/>
                <a:ea typeface="Lexend Deca Bold" pitchFamily="34" charset="-122"/>
                <a:cs typeface="Lexend Deca Bold" pitchFamily="34" charset="-120"/>
              </a:rPr>
              <a:t>Multimodal Data Acquisition Framework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31521" y="4202602"/>
            <a:ext cx="1645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100" dirty="0">
                <a:solidFill>
                  <a:srgbClr val="111111"/>
                </a:solidFill>
                <a:latin typeface="Lexend Regular" pitchFamily="34" charset="0"/>
                <a:ea typeface="Lexend Regular" pitchFamily="34" charset="-122"/>
                <a:cs typeface="Lexend Regular" pitchFamily="34" charset="-120"/>
              </a:rPr>
              <a:t>Design a multimodal data acquisition framework combining facial micro expression, audio, and physiological signals.</a:t>
            </a:r>
            <a:endParaRPr lang="en-US" sz="1100" dirty="0"/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100" dirty="0">
                <a:solidFill>
                  <a:srgbClr val="111111"/>
                </a:solidFill>
                <a:latin typeface="Lexend Regular" pitchFamily="34" charset="0"/>
                <a:ea typeface="Lexend Regular" pitchFamily="34" charset="-122"/>
                <a:cs typeface="Lexend Regular" pitchFamily="34" charset="-120"/>
              </a:rPr>
              <a:t>This integration aims to enhance the robustness and accuracy of data collection for emotion and deception detection.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03788" y="3272049"/>
            <a:ext cx="320040" cy="280035"/>
          </a:xfrm>
          <a:custGeom>
            <a:avLst/>
            <a:gdLst/>
            <a:ahLst/>
            <a:cxnLst/>
            <a:rect l="l" t="t" r="r" b="b"/>
            <a:pathLst>
              <a:path w="320040" h="280035">
                <a:moveTo>
                  <a:pt x="124454" y="0"/>
                </a:moveTo>
                <a:cubicBezTo>
                  <a:pt x="109390" y="0"/>
                  <a:pt x="96012" y="9625"/>
                  <a:pt x="91263" y="23940"/>
                </a:cubicBezTo>
                <a:lnTo>
                  <a:pt x="105514" y="28690"/>
                </a:lnTo>
                <a:lnTo>
                  <a:pt x="91263" y="23940"/>
                </a:lnTo>
                <a:lnTo>
                  <a:pt x="85886" y="40006"/>
                </a:lnTo>
                <a:lnTo>
                  <a:pt x="40005" y="40006"/>
                </a:lnTo>
                <a:cubicBezTo>
                  <a:pt x="17938" y="40006"/>
                  <a:pt x="0" y="57945"/>
                  <a:pt x="0" y="80012"/>
                </a:cubicBezTo>
                <a:lnTo>
                  <a:pt x="0" y="240032"/>
                </a:lnTo>
                <a:cubicBezTo>
                  <a:pt x="0" y="262096"/>
                  <a:pt x="17938" y="280038"/>
                  <a:pt x="40005" y="280038"/>
                </a:cubicBezTo>
                <a:lnTo>
                  <a:pt x="280035" y="280038"/>
                </a:lnTo>
                <a:cubicBezTo>
                  <a:pt x="302102" y="280038"/>
                  <a:pt x="320040" y="262099"/>
                  <a:pt x="320040" y="240032"/>
                </a:cubicBezTo>
                <a:lnTo>
                  <a:pt x="320040" y="80012"/>
                </a:lnTo>
                <a:cubicBezTo>
                  <a:pt x="320040" y="57948"/>
                  <a:pt x="302102" y="40006"/>
                  <a:pt x="280035" y="40006"/>
                </a:cubicBezTo>
                <a:lnTo>
                  <a:pt x="234154" y="40006"/>
                </a:lnTo>
                <a:lnTo>
                  <a:pt x="228777" y="23940"/>
                </a:lnTo>
                <a:cubicBezTo>
                  <a:pt x="224028" y="9625"/>
                  <a:pt x="210650" y="0"/>
                  <a:pt x="195586" y="0"/>
                </a:cubicBezTo>
                <a:lnTo>
                  <a:pt x="124454" y="0"/>
                </a:lnTo>
                <a:moveTo>
                  <a:pt x="119701" y="33442"/>
                </a:moveTo>
                <a:cubicBezTo>
                  <a:pt x="120389" y="31378"/>
                  <a:pt x="122265" y="30003"/>
                  <a:pt x="124451" y="30003"/>
                </a:cubicBezTo>
                <a:lnTo>
                  <a:pt x="195647" y="30003"/>
                </a:lnTo>
                <a:cubicBezTo>
                  <a:pt x="197772" y="30003"/>
                  <a:pt x="199711" y="31378"/>
                  <a:pt x="200396" y="33442"/>
                </a:cubicBezTo>
                <a:lnTo>
                  <a:pt x="209146" y="59757"/>
                </a:lnTo>
                <a:cubicBezTo>
                  <a:pt x="211210" y="65884"/>
                  <a:pt x="216897" y="70009"/>
                  <a:pt x="223397" y="70009"/>
                </a:cubicBezTo>
                <a:lnTo>
                  <a:pt x="280093" y="70009"/>
                </a:lnTo>
                <a:cubicBezTo>
                  <a:pt x="285594" y="70009"/>
                  <a:pt x="290094" y="74509"/>
                  <a:pt x="290094" y="80009"/>
                </a:cubicBezTo>
                <a:lnTo>
                  <a:pt x="290094" y="240029"/>
                </a:lnTo>
                <a:cubicBezTo>
                  <a:pt x="290094" y="245529"/>
                  <a:pt x="285594" y="250029"/>
                  <a:pt x="280093" y="250029"/>
                </a:cubicBezTo>
                <a:lnTo>
                  <a:pt x="39999" y="250029"/>
                </a:lnTo>
                <a:cubicBezTo>
                  <a:pt x="34497" y="250029"/>
                  <a:pt x="29997" y="245529"/>
                  <a:pt x="29997" y="240029"/>
                </a:cubicBezTo>
                <a:lnTo>
                  <a:pt x="29997" y="80009"/>
                </a:lnTo>
                <a:cubicBezTo>
                  <a:pt x="29997" y="74509"/>
                  <a:pt x="34497" y="70009"/>
                  <a:pt x="39999" y="70009"/>
                </a:cubicBezTo>
                <a:lnTo>
                  <a:pt x="96694" y="70009"/>
                </a:lnTo>
                <a:cubicBezTo>
                  <a:pt x="103133" y="70009"/>
                  <a:pt x="108884" y="65884"/>
                  <a:pt x="110945" y="59757"/>
                </a:cubicBezTo>
                <a:lnTo>
                  <a:pt x="119701" y="33442"/>
                </a:lnTo>
                <a:moveTo>
                  <a:pt x="160020" y="230029"/>
                </a:moveTo>
                <a:cubicBezTo>
                  <a:pt x="198684" y="230029"/>
                  <a:pt x="230029" y="198685"/>
                  <a:pt x="230029" y="160020"/>
                </a:cubicBezTo>
                <a:cubicBezTo>
                  <a:pt x="230029" y="121356"/>
                  <a:pt x="198684" y="90012"/>
                  <a:pt x="160020" y="90012"/>
                </a:cubicBezTo>
                <a:cubicBezTo>
                  <a:pt x="121356" y="90012"/>
                  <a:pt x="90011" y="121356"/>
                  <a:pt x="90011" y="160020"/>
                </a:cubicBezTo>
                <a:cubicBezTo>
                  <a:pt x="90011" y="198685"/>
                  <a:pt x="121356" y="230029"/>
                  <a:pt x="160020" y="230029"/>
                </a:cubicBezTo>
                <a:lnTo>
                  <a:pt x="160020" y="230029"/>
                </a:lnTo>
                <a:moveTo>
                  <a:pt x="120015" y="160020"/>
                </a:moveTo>
                <a:cubicBezTo>
                  <a:pt x="120015" y="137926"/>
                  <a:pt x="137924" y="120015"/>
                  <a:pt x="160020" y="120015"/>
                </a:cubicBezTo>
                <a:cubicBezTo>
                  <a:pt x="182116" y="120015"/>
                  <a:pt x="200025" y="137926"/>
                  <a:pt x="200025" y="160020"/>
                </a:cubicBezTo>
                <a:cubicBezTo>
                  <a:pt x="200025" y="182115"/>
                  <a:pt x="182116" y="200026"/>
                  <a:pt x="160020" y="200026"/>
                </a:cubicBezTo>
                <a:cubicBezTo>
                  <a:pt x="137924" y="200026"/>
                  <a:pt x="120015" y="182115"/>
                  <a:pt x="120015" y="160020"/>
                </a:cubicBezTo>
                <a:lnTo>
                  <a:pt x="120015" y="160020"/>
                </a:lnTo>
              </a:path>
            </a:pathLst>
          </a:custGeom>
          <a:solidFill>
            <a:srgbClr val="003860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-740928" y="-1531565"/>
            <a:ext cx="2743200" cy="2743200"/>
          </a:xfrm>
          <a:custGeom>
            <a:avLst/>
            <a:gdLst/>
            <a:ahLst/>
            <a:cxnLst/>
            <a:rect l="l" t="t" r="r" b="b"/>
            <a:pathLst>
              <a:path w="2743200" h="2743200">
                <a:moveTo>
                  <a:pt x="0" y="1371600"/>
                </a:moveTo>
                <a:cubicBezTo>
                  <a:pt x="0" y="614093"/>
                  <a:pt x="614093" y="0"/>
                  <a:pt x="1371600" y="0"/>
                </a:cubicBezTo>
                <a:cubicBezTo>
                  <a:pt x="2129107" y="0"/>
                  <a:pt x="2743200" y="614093"/>
                  <a:pt x="2743200" y="1371600"/>
                </a:cubicBezTo>
                <a:cubicBezTo>
                  <a:pt x="2743200" y="2129107"/>
                  <a:pt x="2129107" y="2743200"/>
                  <a:pt x="1371600" y="2743200"/>
                </a:cubicBezTo>
                <a:cubicBezTo>
                  <a:pt x="614093" y="2743200"/>
                  <a:pt x="0" y="2129107"/>
                  <a:pt x="0" y="1371600"/>
                </a:cubicBezTo>
              </a:path>
            </a:pathLst>
          </a:custGeom>
          <a:gradFill>
            <a:gsLst>
              <a:gs pos="0">
                <a:srgbClr val="FFFFFF">
                  <a:alpha val="100000"/>
                </a:srgbClr>
              </a:gs>
              <a:gs pos="100000">
                <a:srgbClr val="BFE5FF">
                  <a:alpha val="100000"/>
                </a:srgbClr>
              </a:gs>
            </a:gsLst>
            <a:lin ang="5400000"/>
          </a:gra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02919" y="17233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111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83604" y="6508085"/>
            <a:ext cx="5760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508085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88888"/>
                </a:solidFill>
                <a:latin typeface="Lexend Regular" pitchFamily="34" charset="0"/>
                <a:ea typeface="Lexend Regular" pitchFamily="34" charset="-122"/>
                <a:cs typeface="Lexend Regular" pitchFamily="34" charset="-120"/>
              </a:rPr>
              <a:t>19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1796007"/>
            <a:ext cx="7040881" cy="789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449" dirty="0">
                <a:solidFill>
                  <a:srgbClr val="FFFFFF"/>
                </a:solidFill>
                <a:latin typeface="Lexend Deca Regular" pitchFamily="34" charset="0"/>
                <a:ea typeface="Lexend Deca Regular" pitchFamily="34" charset="-122"/>
                <a:cs typeface="Lexend Deca Regular" pitchFamily="34" charset="-120"/>
              </a:rPr>
              <a:t>Hardware Requirements</a:t>
            </a:r>
          </a:p>
          <a:p>
            <a:pPr marL="0" indent="0" algn="l">
              <a:lnSpc>
                <a:spcPct val="90000"/>
              </a:lnSpc>
              <a:buNone/>
            </a:pPr>
            <a:endParaRPr lang="en-US" sz="3449" dirty="0">
              <a:solidFill>
                <a:srgbClr val="FFFFFF"/>
              </a:solidFill>
              <a:latin typeface="Lexend Deca Regular" pitchFamily="34" charset="0"/>
              <a:ea typeface="Lexend Deca Regular" pitchFamily="34" charset="-122"/>
            </a:endParaRPr>
          </a:p>
          <a:p>
            <a:pPr marL="0" indent="0" algn="l">
              <a:lnSpc>
                <a:spcPct val="90000"/>
              </a:lnSpc>
              <a:buNone/>
            </a:pPr>
            <a:endParaRPr lang="en-US" sz="3449" dirty="0">
              <a:solidFill>
                <a:srgbClr val="FFFFFF"/>
              </a:solidFill>
              <a:latin typeface="Lexend Deca Regular" pitchFamily="34" charset="0"/>
              <a:ea typeface="Lexend Deca Regular" pitchFamily="34" charset="-122"/>
            </a:endParaRPr>
          </a:p>
          <a:p>
            <a:pPr marL="0" indent="0" algn="l">
              <a:lnSpc>
                <a:spcPct val="90000"/>
              </a:lnSpc>
              <a:buNone/>
            </a:pPr>
            <a:endParaRPr lang="en-US" sz="3449" dirty="0"/>
          </a:p>
        </p:txBody>
      </p:sp>
      <p:sp>
        <p:nvSpPr>
          <p:cNvPr id="7" name="Text 5"/>
          <p:cNvSpPr/>
          <p:nvPr/>
        </p:nvSpPr>
        <p:spPr>
          <a:xfrm>
            <a:off x="3977862" y="-1594698"/>
            <a:ext cx="7269840" cy="5342813"/>
          </a:xfrm>
          <a:custGeom>
            <a:avLst/>
            <a:gdLst/>
            <a:ahLst/>
            <a:cxnLst/>
            <a:rect l="l" t="t" r="r" b="b"/>
            <a:pathLst>
              <a:path w="7269840" h="5342813">
                <a:moveTo>
                  <a:pt x="6840047" y="4576546"/>
                </a:moveTo>
                <a:cubicBezTo>
                  <a:pt x="6764441" y="4620999"/>
                  <a:pt x="6686218" y="4660161"/>
                  <a:pt x="6608648" y="4701087"/>
                </a:cubicBezTo>
                <a:cubicBezTo>
                  <a:pt x="6629368" y="4691043"/>
                  <a:pt x="6650159" y="4681266"/>
                  <a:pt x="6670878" y="4671221"/>
                </a:cubicBezTo>
                <a:cubicBezTo>
                  <a:pt x="6566411" y="4714445"/>
                  <a:pt x="6461725" y="4755157"/>
                  <a:pt x="6353986" y="4789084"/>
                </a:cubicBezTo>
                <a:cubicBezTo>
                  <a:pt x="6248064" y="4822476"/>
                  <a:pt x="6140761" y="4846519"/>
                  <a:pt x="6033095" y="4872912"/>
                </a:cubicBezTo>
                <a:cubicBezTo>
                  <a:pt x="6053960" y="4869226"/>
                  <a:pt x="6074388" y="4865432"/>
                  <a:pt x="6095252" y="4861746"/>
                </a:cubicBezTo>
                <a:cubicBezTo>
                  <a:pt x="6022772" y="4873714"/>
                  <a:pt x="5951237" y="4884293"/>
                  <a:pt x="5877593" y="4878789"/>
                </a:cubicBezTo>
                <a:cubicBezTo>
                  <a:pt x="5897367" y="4880499"/>
                  <a:pt x="5917141" y="4882209"/>
                  <a:pt x="5937206" y="4884079"/>
                </a:cubicBezTo>
                <a:cubicBezTo>
                  <a:pt x="5903256" y="4880820"/>
                  <a:pt x="5870323" y="4874462"/>
                  <a:pt x="5837755" y="4863242"/>
                </a:cubicBezTo>
                <a:cubicBezTo>
                  <a:pt x="5856075" y="4869867"/>
                  <a:pt x="5874322" y="4876492"/>
                  <a:pt x="5892642" y="4883117"/>
                </a:cubicBezTo>
                <a:cubicBezTo>
                  <a:pt x="5866325" y="4873233"/>
                  <a:pt x="5841680" y="4860838"/>
                  <a:pt x="5818562" y="4845237"/>
                </a:cubicBezTo>
                <a:cubicBezTo>
                  <a:pt x="5834629" y="4856189"/>
                  <a:pt x="5850404" y="4866982"/>
                  <a:pt x="5866471" y="4877935"/>
                </a:cubicBezTo>
                <a:cubicBezTo>
                  <a:pt x="5844297" y="4861960"/>
                  <a:pt x="5824524" y="4843848"/>
                  <a:pt x="5806494" y="4823224"/>
                </a:cubicBezTo>
                <a:cubicBezTo>
                  <a:pt x="5818999" y="4837864"/>
                  <a:pt x="5831866" y="4852663"/>
                  <a:pt x="5844370" y="4867249"/>
                </a:cubicBezTo>
                <a:cubicBezTo>
                  <a:pt x="5822924" y="4841336"/>
                  <a:pt x="5804968" y="4813393"/>
                  <a:pt x="5790137" y="4783046"/>
                </a:cubicBezTo>
                <a:cubicBezTo>
                  <a:pt x="5798716" y="4800891"/>
                  <a:pt x="5807294" y="4819003"/>
                  <a:pt x="5815873" y="4836848"/>
                </a:cubicBezTo>
                <a:cubicBezTo>
                  <a:pt x="5795880" y="4793999"/>
                  <a:pt x="5782431" y="4749600"/>
                  <a:pt x="5773853" y="4703332"/>
                </a:cubicBezTo>
                <a:cubicBezTo>
                  <a:pt x="5777270" y="4722566"/>
                  <a:pt x="5780759" y="4742067"/>
                  <a:pt x="5784176" y="4761248"/>
                </a:cubicBezTo>
                <a:cubicBezTo>
                  <a:pt x="5776107" y="4713750"/>
                  <a:pt x="5773853" y="4667107"/>
                  <a:pt x="5777560" y="4619075"/>
                </a:cubicBezTo>
                <a:cubicBezTo>
                  <a:pt x="5775888" y="4637989"/>
                  <a:pt x="5774362" y="4656582"/>
                  <a:pt x="5772617" y="4675549"/>
                </a:cubicBezTo>
                <a:cubicBezTo>
                  <a:pt x="5781341" y="4576653"/>
                  <a:pt x="5806858" y="4481231"/>
                  <a:pt x="5840008" y="4388052"/>
                </a:cubicBezTo>
                <a:cubicBezTo>
                  <a:pt x="5833538" y="4406004"/>
                  <a:pt x="5827286" y="4423635"/>
                  <a:pt x="5820816" y="4441641"/>
                </a:cubicBezTo>
                <a:cubicBezTo>
                  <a:pt x="5889298" y="4251543"/>
                  <a:pt x="5984606" y="4071490"/>
                  <a:pt x="6040947" y="3876692"/>
                </a:cubicBezTo>
                <a:cubicBezTo>
                  <a:pt x="6098669" y="3676710"/>
                  <a:pt x="6112118" y="3441466"/>
                  <a:pt x="6038548" y="3243782"/>
                </a:cubicBezTo>
                <a:cubicBezTo>
                  <a:pt x="5956398" y="3022910"/>
                  <a:pt x="5774798" y="2853970"/>
                  <a:pt x="5542745" y="2803000"/>
                </a:cubicBezTo>
                <a:cubicBezTo>
                  <a:pt x="5357436" y="2762234"/>
                  <a:pt x="5159042" y="2797604"/>
                  <a:pt x="4982967" y="2861397"/>
                </a:cubicBezTo>
                <a:cubicBezTo>
                  <a:pt x="4784718" y="2933204"/>
                  <a:pt x="4603263" y="3043320"/>
                  <a:pt x="4413666" y="3134361"/>
                </a:cubicBezTo>
                <a:cubicBezTo>
                  <a:pt x="4434676" y="3124263"/>
                  <a:pt x="4455903" y="3114326"/>
                  <a:pt x="4476913" y="3104174"/>
                </a:cubicBezTo>
                <a:cubicBezTo>
                  <a:pt x="4233374" y="3220434"/>
                  <a:pt x="3977621" y="3312704"/>
                  <a:pt x="3711617" y="3361270"/>
                </a:cubicBezTo>
                <a:cubicBezTo>
                  <a:pt x="3735317" y="3356996"/>
                  <a:pt x="3759235" y="3352615"/>
                  <a:pt x="3782934" y="3348287"/>
                </a:cubicBezTo>
                <a:cubicBezTo>
                  <a:pt x="3611439" y="3378848"/>
                  <a:pt x="3437035" y="3390015"/>
                  <a:pt x="3263431" y="3375055"/>
                </a:cubicBezTo>
                <a:cubicBezTo>
                  <a:pt x="3287204" y="3377139"/>
                  <a:pt x="3311049" y="3379222"/>
                  <a:pt x="3334530" y="3381359"/>
                </a:cubicBezTo>
                <a:cubicBezTo>
                  <a:pt x="3208690" y="3369605"/>
                  <a:pt x="3083067" y="3345509"/>
                  <a:pt x="2963696" y="3302713"/>
                </a:cubicBezTo>
                <a:cubicBezTo>
                  <a:pt x="2986087" y="3310834"/>
                  <a:pt x="3008478" y="3318902"/>
                  <a:pt x="3030869" y="3327023"/>
                </a:cubicBezTo>
                <a:cubicBezTo>
                  <a:pt x="2981798" y="3308857"/>
                  <a:pt x="2934835" y="3286685"/>
                  <a:pt x="2891216" y="3257620"/>
                </a:cubicBezTo>
                <a:cubicBezTo>
                  <a:pt x="2910990" y="3271297"/>
                  <a:pt x="2930836" y="3284654"/>
                  <a:pt x="2950610" y="3298332"/>
                </a:cubicBezTo>
                <a:cubicBezTo>
                  <a:pt x="2921458" y="3277923"/>
                  <a:pt x="2895214" y="3255216"/>
                  <a:pt x="2872023" y="3228448"/>
                </a:cubicBezTo>
                <a:cubicBezTo>
                  <a:pt x="2888017" y="3246934"/>
                  <a:pt x="2904011" y="3265474"/>
                  <a:pt x="2919713" y="3283800"/>
                </a:cubicBezTo>
                <a:cubicBezTo>
                  <a:pt x="2901902" y="3262268"/>
                  <a:pt x="2886999" y="3239508"/>
                  <a:pt x="2874495" y="3214557"/>
                </a:cubicBezTo>
                <a:cubicBezTo>
                  <a:pt x="2885545" y="3237477"/>
                  <a:pt x="2896159" y="3260184"/>
                  <a:pt x="2907209" y="3283105"/>
                </a:cubicBezTo>
                <a:cubicBezTo>
                  <a:pt x="2889980" y="3246881"/>
                  <a:pt x="2878639" y="3209321"/>
                  <a:pt x="2871224" y="3169944"/>
                </a:cubicBezTo>
                <a:cubicBezTo>
                  <a:pt x="2875658" y="3195002"/>
                  <a:pt x="2880165" y="3220006"/>
                  <a:pt x="2884818" y="3244957"/>
                </a:cubicBezTo>
                <a:cubicBezTo>
                  <a:pt x="2876167" y="3192277"/>
                  <a:pt x="2875440" y="3139918"/>
                  <a:pt x="2879438" y="3086810"/>
                </a:cubicBezTo>
                <a:cubicBezTo>
                  <a:pt x="2877330" y="3111441"/>
                  <a:pt x="2875004" y="3136124"/>
                  <a:pt x="2872968" y="3160755"/>
                </a:cubicBezTo>
                <a:cubicBezTo>
                  <a:pt x="2879875" y="3085528"/>
                  <a:pt x="2897104" y="3012866"/>
                  <a:pt x="2922040" y="2941806"/>
                </a:cubicBezTo>
                <a:cubicBezTo>
                  <a:pt x="2913679" y="2965101"/>
                  <a:pt x="2905246" y="2988182"/>
                  <a:pt x="2896886" y="3011476"/>
                </a:cubicBezTo>
                <a:cubicBezTo>
                  <a:pt x="2984342" y="2769020"/>
                  <a:pt x="3148859" y="2565779"/>
                  <a:pt x="3285822" y="2350731"/>
                </a:cubicBezTo>
                <a:cubicBezTo>
                  <a:pt x="3443869" y="2102504"/>
                  <a:pt x="3548191" y="1804428"/>
                  <a:pt x="3528417" y="1506620"/>
                </a:cubicBezTo>
                <a:cubicBezTo>
                  <a:pt x="3517803" y="1345160"/>
                  <a:pt x="3470549" y="1169595"/>
                  <a:pt x="3368989" y="1040513"/>
                </a:cubicBezTo>
                <a:cubicBezTo>
                  <a:pt x="3298036" y="950326"/>
                  <a:pt x="3227155" y="886853"/>
                  <a:pt x="3128939" y="826907"/>
                </a:cubicBezTo>
                <a:cubicBezTo>
                  <a:pt x="3061257" y="785500"/>
                  <a:pt x="2981725" y="756596"/>
                  <a:pt x="2904301" y="740353"/>
                </a:cubicBezTo>
                <a:cubicBezTo>
                  <a:pt x="2588136" y="673889"/>
                  <a:pt x="2278150" y="808795"/>
                  <a:pt x="2015927" y="974262"/>
                </a:cubicBezTo>
                <a:cubicBezTo>
                  <a:pt x="1888632" y="1054618"/>
                  <a:pt x="1769625" y="1146514"/>
                  <a:pt x="1644729" y="1230022"/>
                </a:cubicBezTo>
                <a:cubicBezTo>
                  <a:pt x="1490899" y="1332604"/>
                  <a:pt x="1329872" y="1423913"/>
                  <a:pt x="1162884" y="1503681"/>
                </a:cubicBezTo>
                <a:cubicBezTo>
                  <a:pt x="1189928" y="1490805"/>
                  <a:pt x="1216681" y="1477982"/>
                  <a:pt x="1243724" y="1465053"/>
                </a:cubicBezTo>
                <a:cubicBezTo>
                  <a:pt x="1099709" y="1533280"/>
                  <a:pt x="951550" y="1599798"/>
                  <a:pt x="793649" y="1628436"/>
                </a:cubicBezTo>
                <a:cubicBezTo>
                  <a:pt x="823164" y="1623093"/>
                  <a:pt x="852898" y="1617697"/>
                  <a:pt x="882341" y="1612354"/>
                </a:cubicBezTo>
                <a:cubicBezTo>
                  <a:pt x="824545" y="1622345"/>
                  <a:pt x="766387" y="1626673"/>
                  <a:pt x="707792" y="1622185"/>
                </a:cubicBezTo>
                <a:cubicBezTo>
                  <a:pt x="736726" y="1624803"/>
                  <a:pt x="765660" y="1627207"/>
                  <a:pt x="794666" y="1629825"/>
                </a:cubicBezTo>
                <a:cubicBezTo>
                  <a:pt x="755046" y="1626192"/>
                  <a:pt x="716588" y="1618284"/>
                  <a:pt x="679149" y="1605034"/>
                </a:cubicBezTo>
                <a:cubicBezTo>
                  <a:pt x="706192" y="1614651"/>
                  <a:pt x="733382" y="1624536"/>
                  <a:pt x="760207" y="1634259"/>
                </a:cubicBezTo>
                <a:cubicBezTo>
                  <a:pt x="730692" y="1623200"/>
                  <a:pt x="702848" y="1609309"/>
                  <a:pt x="676386" y="1591944"/>
                </a:cubicBezTo>
                <a:cubicBezTo>
                  <a:pt x="700013" y="1608293"/>
                  <a:pt x="723931" y="1624536"/>
                  <a:pt x="747630" y="1640831"/>
                </a:cubicBezTo>
                <a:cubicBezTo>
                  <a:pt x="720078" y="1621864"/>
                  <a:pt x="695288" y="1600333"/>
                  <a:pt x="672969" y="1575221"/>
                </a:cubicBezTo>
                <a:cubicBezTo>
                  <a:pt x="692016" y="1597180"/>
                  <a:pt x="711209" y="1619460"/>
                  <a:pt x="730038" y="1641472"/>
                </a:cubicBezTo>
                <a:cubicBezTo>
                  <a:pt x="707065" y="1614331"/>
                  <a:pt x="687945" y="1585159"/>
                  <a:pt x="672388" y="1553423"/>
                </a:cubicBezTo>
                <a:cubicBezTo>
                  <a:pt x="685328" y="1580671"/>
                  <a:pt x="698341" y="1607973"/>
                  <a:pt x="711572" y="1635168"/>
                </a:cubicBezTo>
                <a:cubicBezTo>
                  <a:pt x="692234" y="1594349"/>
                  <a:pt x="679294" y="1551713"/>
                  <a:pt x="670861" y="1507368"/>
                </a:cubicBezTo>
                <a:cubicBezTo>
                  <a:pt x="676241" y="1537074"/>
                  <a:pt x="681766" y="1567047"/>
                  <a:pt x="686927" y="1596913"/>
                </a:cubicBezTo>
                <a:cubicBezTo>
                  <a:pt x="675950" y="1534402"/>
                  <a:pt x="674714" y="1471891"/>
                  <a:pt x="679876" y="1408633"/>
                </a:cubicBezTo>
                <a:cubicBezTo>
                  <a:pt x="677331" y="1437858"/>
                  <a:pt x="674787" y="1467083"/>
                  <a:pt x="672315" y="1496575"/>
                </a:cubicBezTo>
                <a:cubicBezTo>
                  <a:pt x="680457" y="1409541"/>
                  <a:pt x="700304" y="1324323"/>
                  <a:pt x="729383" y="1241937"/>
                </a:cubicBezTo>
                <a:cubicBezTo>
                  <a:pt x="719569" y="1269346"/>
                  <a:pt x="709464" y="1296861"/>
                  <a:pt x="699722" y="1324483"/>
                </a:cubicBezTo>
                <a:cubicBezTo>
                  <a:pt x="750538" y="1184982"/>
                  <a:pt x="821347" y="1054030"/>
                  <a:pt x="875725" y="916132"/>
                </a:cubicBezTo>
                <a:cubicBezTo>
                  <a:pt x="911856" y="824236"/>
                  <a:pt x="947697" y="729989"/>
                  <a:pt x="967616" y="632963"/>
                </a:cubicBezTo>
                <a:cubicBezTo>
                  <a:pt x="980193" y="572643"/>
                  <a:pt x="984627" y="511307"/>
                  <a:pt x="989280" y="449918"/>
                </a:cubicBezTo>
                <a:cubicBezTo>
                  <a:pt x="992115" y="412251"/>
                  <a:pt x="992770" y="374424"/>
                  <a:pt x="989498" y="336757"/>
                </a:cubicBezTo>
                <a:cubicBezTo>
                  <a:pt x="981429" y="243525"/>
                  <a:pt x="943626" y="153232"/>
                  <a:pt x="872526" y="90133"/>
                </a:cubicBezTo>
                <a:cubicBezTo>
                  <a:pt x="809497" y="33873"/>
                  <a:pt x="708737" y="-6572"/>
                  <a:pt x="623098" y="1015"/>
                </a:cubicBezTo>
                <a:cubicBezTo>
                  <a:pt x="531280" y="9190"/>
                  <a:pt x="436481" y="44238"/>
                  <a:pt x="376433" y="117969"/>
                </a:cubicBezTo>
                <a:cubicBezTo>
                  <a:pt x="319946" y="187159"/>
                  <a:pt x="279235" y="275796"/>
                  <a:pt x="287304" y="367372"/>
                </a:cubicBezTo>
                <a:cubicBezTo>
                  <a:pt x="291230" y="411503"/>
                  <a:pt x="291666" y="455101"/>
                  <a:pt x="287813" y="499232"/>
                </a:cubicBezTo>
                <a:cubicBezTo>
                  <a:pt x="290358" y="469152"/>
                  <a:pt x="293120" y="439019"/>
                  <a:pt x="295737" y="408939"/>
                </a:cubicBezTo>
                <a:cubicBezTo>
                  <a:pt x="287086" y="496935"/>
                  <a:pt x="263677" y="582206"/>
                  <a:pt x="234016" y="665607"/>
                </a:cubicBezTo>
                <a:cubicBezTo>
                  <a:pt x="243976" y="637878"/>
                  <a:pt x="254154" y="609775"/>
                  <a:pt x="264186" y="582046"/>
                </a:cubicBezTo>
                <a:cubicBezTo>
                  <a:pt x="179565" y="816061"/>
                  <a:pt x="48417" y="1038055"/>
                  <a:pt x="14322" y="1287831"/>
                </a:cubicBezTo>
                <a:cubicBezTo>
                  <a:pt x="-7851" y="1450413"/>
                  <a:pt x="-8360" y="1610217"/>
                  <a:pt x="38749" y="1769112"/>
                </a:cubicBezTo>
                <a:cubicBezTo>
                  <a:pt x="60485" y="1842576"/>
                  <a:pt x="94217" y="1915826"/>
                  <a:pt x="138127" y="1978550"/>
                </a:cubicBezTo>
                <a:cubicBezTo>
                  <a:pt x="201884" y="2069912"/>
                  <a:pt x="273564" y="2130607"/>
                  <a:pt x="365164" y="2190767"/>
                </a:cubicBezTo>
                <a:cubicBezTo>
                  <a:pt x="427758" y="2231853"/>
                  <a:pt x="502346" y="2258460"/>
                  <a:pt x="574318" y="2276145"/>
                </a:cubicBezTo>
                <a:cubicBezTo>
                  <a:pt x="646216" y="2293616"/>
                  <a:pt x="722986" y="2299172"/>
                  <a:pt x="796993" y="2297035"/>
                </a:cubicBezTo>
                <a:cubicBezTo>
                  <a:pt x="927268" y="2293402"/>
                  <a:pt x="1060525" y="2261559"/>
                  <a:pt x="1182876" y="2217053"/>
                </a:cubicBezTo>
                <a:cubicBezTo>
                  <a:pt x="1325220" y="2165228"/>
                  <a:pt x="1463419" y="2097214"/>
                  <a:pt x="1598057" y="2028399"/>
                </a:cubicBezTo>
                <a:cubicBezTo>
                  <a:pt x="1718736" y="1966582"/>
                  <a:pt x="1836362" y="1898568"/>
                  <a:pt x="1949772" y="1824303"/>
                </a:cubicBezTo>
                <a:cubicBezTo>
                  <a:pt x="2160088" y="1687046"/>
                  <a:pt x="2352230" y="1521953"/>
                  <a:pt x="2579631" y="1411785"/>
                </a:cubicBezTo>
                <a:cubicBezTo>
                  <a:pt x="2553096" y="1424554"/>
                  <a:pt x="2526561" y="1437270"/>
                  <a:pt x="2499953" y="1449772"/>
                </a:cubicBezTo>
                <a:cubicBezTo>
                  <a:pt x="2579631" y="1411785"/>
                  <a:pt x="2661489" y="1379781"/>
                  <a:pt x="2748582" y="1363966"/>
                </a:cubicBezTo>
                <a:cubicBezTo>
                  <a:pt x="2719866" y="1369042"/>
                  <a:pt x="2691441" y="1374331"/>
                  <a:pt x="2662725" y="1379407"/>
                </a:cubicBezTo>
                <a:cubicBezTo>
                  <a:pt x="2709979" y="1371393"/>
                  <a:pt x="2757596" y="1368561"/>
                  <a:pt x="2805504" y="1372034"/>
                </a:cubicBezTo>
                <a:cubicBezTo>
                  <a:pt x="2777661" y="1369576"/>
                  <a:pt x="2749890" y="1367172"/>
                  <a:pt x="2722047" y="1364714"/>
                </a:cubicBezTo>
                <a:cubicBezTo>
                  <a:pt x="2762031" y="1368508"/>
                  <a:pt x="2800561" y="1376682"/>
                  <a:pt x="2838509" y="1389772"/>
                </a:cubicBezTo>
                <a:cubicBezTo>
                  <a:pt x="2812702" y="1380583"/>
                  <a:pt x="2787112" y="1371286"/>
                  <a:pt x="2761304" y="1362043"/>
                </a:cubicBezTo>
                <a:cubicBezTo>
                  <a:pt x="2798598" y="1375667"/>
                  <a:pt x="2833275" y="1393405"/>
                  <a:pt x="2866426" y="1414990"/>
                </a:cubicBezTo>
                <a:cubicBezTo>
                  <a:pt x="2843889" y="1399710"/>
                  <a:pt x="2821353" y="1384162"/>
                  <a:pt x="2799107" y="1368775"/>
                </a:cubicBezTo>
                <a:cubicBezTo>
                  <a:pt x="2831312" y="1390948"/>
                  <a:pt x="2860464" y="1416379"/>
                  <a:pt x="2886345" y="1445658"/>
                </a:cubicBezTo>
                <a:cubicBezTo>
                  <a:pt x="2868534" y="1424928"/>
                  <a:pt x="2850577" y="1403984"/>
                  <a:pt x="2832475" y="1383361"/>
                </a:cubicBezTo>
                <a:cubicBezTo>
                  <a:pt x="2858938" y="1414403"/>
                  <a:pt x="2880893" y="1447955"/>
                  <a:pt x="2899140" y="1484393"/>
                </a:cubicBezTo>
                <a:cubicBezTo>
                  <a:pt x="2886927" y="1458801"/>
                  <a:pt x="2874859" y="1433423"/>
                  <a:pt x="2862500" y="1407938"/>
                </a:cubicBezTo>
                <a:cubicBezTo>
                  <a:pt x="2885109" y="1455542"/>
                  <a:pt x="2900667" y="1505391"/>
                  <a:pt x="2910408" y="1557109"/>
                </a:cubicBezTo>
                <a:cubicBezTo>
                  <a:pt x="2905392" y="1529487"/>
                  <a:pt x="2900448" y="1502132"/>
                  <a:pt x="2895432" y="1474456"/>
                </a:cubicBezTo>
                <a:cubicBezTo>
                  <a:pt x="2908155" y="1546691"/>
                  <a:pt x="2909754" y="1619727"/>
                  <a:pt x="2903720" y="1692656"/>
                </a:cubicBezTo>
                <a:cubicBezTo>
                  <a:pt x="2905973" y="1666049"/>
                  <a:pt x="2908518" y="1639282"/>
                  <a:pt x="2910772" y="1612674"/>
                </a:cubicBezTo>
                <a:cubicBezTo>
                  <a:pt x="2901902" y="1710234"/>
                  <a:pt x="2879657" y="1805443"/>
                  <a:pt x="2846797" y="1897660"/>
                </a:cubicBezTo>
                <a:cubicBezTo>
                  <a:pt x="2855594" y="1873083"/>
                  <a:pt x="2864463" y="1848773"/>
                  <a:pt x="2873259" y="1824196"/>
                </a:cubicBezTo>
                <a:cubicBezTo>
                  <a:pt x="2785512" y="2065050"/>
                  <a:pt x="2618960" y="2267864"/>
                  <a:pt x="2496245" y="2490819"/>
                </a:cubicBezTo>
                <a:cubicBezTo>
                  <a:pt x="2425074" y="2619901"/>
                  <a:pt x="2365025" y="2759937"/>
                  <a:pt x="2332965" y="2903979"/>
                </a:cubicBezTo>
                <a:cubicBezTo>
                  <a:pt x="2294798" y="3074789"/>
                  <a:pt x="2287601" y="3274343"/>
                  <a:pt x="2357973" y="3437940"/>
                </a:cubicBezTo>
                <a:cubicBezTo>
                  <a:pt x="2402973" y="3542659"/>
                  <a:pt x="2465421" y="3638669"/>
                  <a:pt x="2558839" y="3707110"/>
                </a:cubicBezTo>
                <a:cubicBezTo>
                  <a:pt x="2650802" y="3774377"/>
                  <a:pt x="2739276" y="3814608"/>
                  <a:pt x="2847088" y="3850832"/>
                </a:cubicBezTo>
                <a:cubicBezTo>
                  <a:pt x="2997356" y="3901215"/>
                  <a:pt x="3158310" y="3919968"/>
                  <a:pt x="3315847" y="3928196"/>
                </a:cubicBezTo>
                <a:cubicBezTo>
                  <a:pt x="3614347" y="3943263"/>
                  <a:pt x="3919244" y="3883263"/>
                  <a:pt x="4200732" y="3787092"/>
                </a:cubicBezTo>
                <a:cubicBezTo>
                  <a:pt x="4369102" y="3729711"/>
                  <a:pt x="4531437" y="3656087"/>
                  <a:pt x="4690211" y="3576692"/>
                </a:cubicBezTo>
                <a:cubicBezTo>
                  <a:pt x="4819250" y="3512205"/>
                  <a:pt x="4942765" y="3437512"/>
                  <a:pt x="5072750" y="3374894"/>
                </a:cubicBezTo>
                <a:cubicBezTo>
                  <a:pt x="5052031" y="3384939"/>
                  <a:pt x="5031239" y="3394716"/>
                  <a:pt x="5010520" y="3404761"/>
                </a:cubicBezTo>
                <a:cubicBezTo>
                  <a:pt x="5120585" y="3352241"/>
                  <a:pt x="5235085" y="3305545"/>
                  <a:pt x="5355401" y="3283105"/>
                </a:cubicBezTo>
                <a:cubicBezTo>
                  <a:pt x="5333301" y="3287165"/>
                  <a:pt x="5311128" y="3290959"/>
                  <a:pt x="5289100" y="3295073"/>
                </a:cubicBezTo>
                <a:cubicBezTo>
                  <a:pt x="5343406" y="3285616"/>
                  <a:pt x="5398366" y="3281502"/>
                  <a:pt x="5453544" y="3285723"/>
                </a:cubicBezTo>
                <a:cubicBezTo>
                  <a:pt x="5432316" y="3283959"/>
                  <a:pt x="5410797" y="3281983"/>
                  <a:pt x="5389642" y="3280166"/>
                </a:cubicBezTo>
                <a:cubicBezTo>
                  <a:pt x="5430426" y="3283960"/>
                  <a:pt x="5470119" y="3292081"/>
                  <a:pt x="5508504" y="3305865"/>
                </a:cubicBezTo>
                <a:cubicBezTo>
                  <a:pt x="5488730" y="3298919"/>
                  <a:pt x="5469101" y="3291600"/>
                  <a:pt x="5449255" y="3284601"/>
                </a:cubicBezTo>
                <a:cubicBezTo>
                  <a:pt x="5483859" y="3297691"/>
                  <a:pt x="5516210" y="3314253"/>
                  <a:pt x="5546889" y="3334983"/>
                </a:cubicBezTo>
                <a:cubicBezTo>
                  <a:pt x="5529732" y="3323229"/>
                  <a:pt x="5512575" y="3311528"/>
                  <a:pt x="5495418" y="3299774"/>
                </a:cubicBezTo>
                <a:cubicBezTo>
                  <a:pt x="5525297" y="3320772"/>
                  <a:pt x="5552341" y="3344921"/>
                  <a:pt x="5576259" y="3372543"/>
                </a:cubicBezTo>
                <a:cubicBezTo>
                  <a:pt x="5562519" y="3356675"/>
                  <a:pt x="5549069" y="3340914"/>
                  <a:pt x="5535329" y="3325046"/>
                </a:cubicBezTo>
                <a:cubicBezTo>
                  <a:pt x="5560701" y="3355286"/>
                  <a:pt x="5581856" y="3387984"/>
                  <a:pt x="5599231" y="3423621"/>
                </a:cubicBezTo>
                <a:cubicBezTo>
                  <a:pt x="5589926" y="3404333"/>
                  <a:pt x="5580911" y="3384939"/>
                  <a:pt x="5571606" y="3365651"/>
                </a:cubicBezTo>
                <a:cubicBezTo>
                  <a:pt x="5593924" y="3413309"/>
                  <a:pt x="5608973" y="3463371"/>
                  <a:pt x="5618496" y="3515143"/>
                </a:cubicBezTo>
                <a:cubicBezTo>
                  <a:pt x="5614789" y="3494306"/>
                  <a:pt x="5610936" y="3473576"/>
                  <a:pt x="5607301" y="3452739"/>
                </a:cubicBezTo>
                <a:cubicBezTo>
                  <a:pt x="5619151" y="3522997"/>
                  <a:pt x="5620459" y="3593629"/>
                  <a:pt x="5614425" y="3664635"/>
                </a:cubicBezTo>
                <a:cubicBezTo>
                  <a:pt x="5616025" y="3644599"/>
                  <a:pt x="5617915" y="3624510"/>
                  <a:pt x="5619514" y="3604475"/>
                </a:cubicBezTo>
                <a:cubicBezTo>
                  <a:pt x="5609336" y="3712773"/>
                  <a:pt x="5581493" y="3816210"/>
                  <a:pt x="5544780" y="3918312"/>
                </a:cubicBezTo>
                <a:cubicBezTo>
                  <a:pt x="5551396" y="3899986"/>
                  <a:pt x="5558011" y="3881713"/>
                  <a:pt x="5564700" y="3863387"/>
                </a:cubicBezTo>
                <a:cubicBezTo>
                  <a:pt x="5441621" y="4203404"/>
                  <a:pt x="5257840" y="4560892"/>
                  <a:pt x="5374739" y="4930668"/>
                </a:cubicBezTo>
                <a:cubicBezTo>
                  <a:pt x="5439949" y="5136954"/>
                  <a:pt x="5609555" y="5300818"/>
                  <a:pt x="5827286" y="5333035"/>
                </a:cubicBezTo>
                <a:cubicBezTo>
                  <a:pt x="6032441" y="5363703"/>
                  <a:pt x="6245448" y="5316686"/>
                  <a:pt x="6445223" y="5271967"/>
                </a:cubicBezTo>
                <a:cubicBezTo>
                  <a:pt x="6551217" y="5248298"/>
                  <a:pt x="6656339" y="5219126"/>
                  <a:pt x="6759498" y="5184986"/>
                </a:cubicBezTo>
                <a:cubicBezTo>
                  <a:pt x="6866001" y="5149776"/>
                  <a:pt x="6972795" y="5115582"/>
                  <a:pt x="7077263" y="5074336"/>
                </a:cubicBezTo>
                <a:cubicBezTo>
                  <a:pt x="7148871" y="5045912"/>
                  <a:pt x="7201868" y="5002903"/>
                  <a:pt x="7239380" y="4936224"/>
                </a:cubicBezTo>
                <a:cubicBezTo>
                  <a:pt x="7282708" y="4859822"/>
                  <a:pt x="7276893" y="4766750"/>
                  <a:pt x="7240471" y="4690188"/>
                </a:cubicBezTo>
                <a:cubicBezTo>
                  <a:pt x="7207684" y="4621372"/>
                  <a:pt x="7156867" y="4575371"/>
                  <a:pt x="7085042" y="4549565"/>
                </a:cubicBezTo>
                <a:cubicBezTo>
                  <a:pt x="7000493" y="4518096"/>
                  <a:pt x="6918344" y="4530117"/>
                  <a:pt x="6840193" y="4576279"/>
                </a:cubicBezTo>
                <a:lnTo>
                  <a:pt x="6840047" y="4576546"/>
                </a:lnTo>
              </a:path>
            </a:pathLst>
          </a:custGeom>
          <a:solidFill>
            <a:srgbClr val="BFE5FF">
              <a:alpha val="27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562368" y="828013"/>
            <a:ext cx="668578" cy="351271"/>
          </a:xfrm>
          <a:custGeom>
            <a:avLst/>
            <a:gdLst/>
            <a:ahLst/>
            <a:cxnLst/>
            <a:rect l="l" t="t" r="r" b="b"/>
            <a:pathLst>
              <a:path w="668578" h="351271">
                <a:moveTo>
                  <a:pt x="106444" y="338597"/>
                </a:moveTo>
                <a:cubicBezTo>
                  <a:pt x="94276" y="338597"/>
                  <a:pt x="82115" y="336061"/>
                  <a:pt x="69947" y="330992"/>
                </a:cubicBezTo>
                <a:cubicBezTo>
                  <a:pt x="22297" y="310717"/>
                  <a:pt x="0" y="255975"/>
                  <a:pt x="20271" y="208325"/>
                </a:cubicBezTo>
                <a:cubicBezTo>
                  <a:pt x="73497" y="81604"/>
                  <a:pt x="196669" y="-4"/>
                  <a:pt x="334028" y="-4"/>
                </a:cubicBezTo>
                <a:cubicBezTo>
                  <a:pt x="471394" y="-4"/>
                  <a:pt x="594566" y="81604"/>
                  <a:pt x="648293" y="208325"/>
                </a:cubicBezTo>
                <a:cubicBezTo>
                  <a:pt x="668571" y="255971"/>
                  <a:pt x="646268" y="311223"/>
                  <a:pt x="598618" y="330992"/>
                </a:cubicBezTo>
                <a:cubicBezTo>
                  <a:pt x="550968" y="351268"/>
                  <a:pt x="495724" y="328965"/>
                  <a:pt x="475954" y="281319"/>
                </a:cubicBezTo>
                <a:cubicBezTo>
                  <a:pt x="451624" y="224547"/>
                  <a:pt x="395865" y="187544"/>
                  <a:pt x="334028" y="187544"/>
                </a:cubicBezTo>
                <a:cubicBezTo>
                  <a:pt x="272191" y="187544"/>
                  <a:pt x="216940" y="224547"/>
                  <a:pt x="192611" y="281319"/>
                </a:cubicBezTo>
                <a:cubicBezTo>
                  <a:pt x="177909" y="316801"/>
                  <a:pt x="142935" y="338597"/>
                  <a:pt x="106438" y="338597"/>
                </a:cubicBezTo>
                <a:lnTo>
                  <a:pt x="106444" y="338597"/>
                </a:lnTo>
              </a:path>
            </a:pathLst>
          </a:custGeom>
          <a:solidFill>
            <a:srgbClr val="BFE5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0782451" y="339563"/>
            <a:ext cx="469893" cy="469893"/>
          </a:xfrm>
          <a:custGeom>
            <a:avLst/>
            <a:gdLst/>
            <a:ahLst/>
            <a:cxnLst/>
            <a:rect l="l" t="t" r="r" b="b"/>
            <a:pathLst>
              <a:path w="469893" h="469893">
                <a:moveTo>
                  <a:pt x="261561" y="16949"/>
                </a:moveTo>
                <a:lnTo>
                  <a:pt x="295845" y="90407"/>
                </a:lnTo>
                <a:cubicBezTo>
                  <a:pt x="313038" y="127247"/>
                  <a:pt x="342646" y="156855"/>
                  <a:pt x="379486" y="174048"/>
                </a:cubicBezTo>
                <a:lnTo>
                  <a:pt x="452944" y="208332"/>
                </a:lnTo>
                <a:cubicBezTo>
                  <a:pt x="463282" y="213158"/>
                  <a:pt x="469893" y="223538"/>
                  <a:pt x="469893" y="234947"/>
                </a:cubicBezTo>
                <a:cubicBezTo>
                  <a:pt x="469893" y="246356"/>
                  <a:pt x="463286" y="256736"/>
                  <a:pt x="452944" y="261561"/>
                </a:cubicBezTo>
                <a:lnTo>
                  <a:pt x="379486" y="295845"/>
                </a:lnTo>
                <a:cubicBezTo>
                  <a:pt x="342646" y="313038"/>
                  <a:pt x="313038" y="342646"/>
                  <a:pt x="295845" y="379486"/>
                </a:cubicBezTo>
                <a:lnTo>
                  <a:pt x="261561" y="452944"/>
                </a:lnTo>
                <a:cubicBezTo>
                  <a:pt x="256735" y="463282"/>
                  <a:pt x="246356" y="469893"/>
                  <a:pt x="234947" y="469893"/>
                </a:cubicBezTo>
                <a:cubicBezTo>
                  <a:pt x="223537" y="469893"/>
                  <a:pt x="213158" y="463286"/>
                  <a:pt x="208332" y="452944"/>
                </a:cubicBezTo>
                <a:lnTo>
                  <a:pt x="174048" y="379486"/>
                </a:lnTo>
                <a:cubicBezTo>
                  <a:pt x="156855" y="342646"/>
                  <a:pt x="127247" y="313038"/>
                  <a:pt x="90407" y="295845"/>
                </a:cubicBezTo>
                <a:lnTo>
                  <a:pt x="16949" y="261561"/>
                </a:lnTo>
                <a:cubicBezTo>
                  <a:pt x="6611" y="256736"/>
                  <a:pt x="0" y="246356"/>
                  <a:pt x="0" y="234947"/>
                </a:cubicBezTo>
                <a:cubicBezTo>
                  <a:pt x="0" y="223538"/>
                  <a:pt x="6607" y="213158"/>
                  <a:pt x="16949" y="208332"/>
                </a:cubicBezTo>
                <a:lnTo>
                  <a:pt x="90407" y="174048"/>
                </a:lnTo>
                <a:cubicBezTo>
                  <a:pt x="127247" y="156855"/>
                  <a:pt x="156855" y="127247"/>
                  <a:pt x="174048" y="90407"/>
                </a:cubicBezTo>
                <a:lnTo>
                  <a:pt x="208332" y="16949"/>
                </a:lnTo>
                <a:cubicBezTo>
                  <a:pt x="213158" y="6611"/>
                  <a:pt x="223537" y="0"/>
                  <a:pt x="234947" y="0"/>
                </a:cubicBezTo>
                <a:cubicBezTo>
                  <a:pt x="246356" y="0"/>
                  <a:pt x="256735" y="6607"/>
                  <a:pt x="261561" y="16949"/>
                </a:cubicBezTo>
                <a:lnTo>
                  <a:pt x="261561" y="16949"/>
                </a:lnTo>
              </a:path>
            </a:pathLst>
          </a:custGeom>
          <a:solidFill>
            <a:srgbClr val="40AFFF">
              <a:alpha val="20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0316800" y="5862241"/>
            <a:ext cx="1875200" cy="186303"/>
          </a:xfrm>
          <a:custGeom>
            <a:avLst/>
            <a:gdLst/>
            <a:ahLst/>
            <a:cxnLst/>
            <a:rect l="l" t="t" r="r" b="b"/>
            <a:pathLst>
              <a:path w="1875200" h="186303">
                <a:moveTo>
                  <a:pt x="1875200" y="237"/>
                </a:moveTo>
                <a:cubicBezTo>
                  <a:pt x="1820707" y="-3054"/>
                  <a:pt x="1766232" y="27917"/>
                  <a:pt x="1711739" y="93151"/>
                </a:cubicBezTo>
                <a:cubicBezTo>
                  <a:pt x="1607984" y="217354"/>
                  <a:pt x="1504248" y="217354"/>
                  <a:pt x="1400512" y="93151"/>
                </a:cubicBezTo>
                <a:cubicBezTo>
                  <a:pt x="1296776" y="-31051"/>
                  <a:pt x="1193040" y="-31051"/>
                  <a:pt x="1089304" y="93151"/>
                </a:cubicBezTo>
                <a:cubicBezTo>
                  <a:pt x="985568" y="217354"/>
                  <a:pt x="881813" y="217354"/>
                  <a:pt x="778077" y="93151"/>
                </a:cubicBezTo>
                <a:cubicBezTo>
                  <a:pt x="674341" y="-31051"/>
                  <a:pt x="570605" y="-31051"/>
                  <a:pt x="466850" y="93151"/>
                </a:cubicBezTo>
                <a:cubicBezTo>
                  <a:pt x="363114" y="217354"/>
                  <a:pt x="259378" y="217354"/>
                  <a:pt x="155623" y="93151"/>
                </a:cubicBezTo>
                <a:cubicBezTo>
                  <a:pt x="103736" y="31038"/>
                  <a:pt x="51868" y="-11"/>
                  <a:pt x="-19" y="0"/>
                </a:cubicBezTo>
              </a:path>
            </a:pathLst>
          </a:custGeom>
          <a:noFill/>
          <a:ln w="28575">
            <a:solidFill>
              <a:srgbClr val="40AFFF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0316115" y="6132060"/>
            <a:ext cx="1875199" cy="186303"/>
          </a:xfrm>
          <a:custGeom>
            <a:avLst/>
            <a:gdLst/>
            <a:ahLst/>
            <a:cxnLst/>
            <a:rect l="l" t="t" r="r" b="b"/>
            <a:pathLst>
              <a:path w="1875199" h="186303">
                <a:moveTo>
                  <a:pt x="1875199" y="237"/>
                </a:moveTo>
                <a:cubicBezTo>
                  <a:pt x="1820706" y="-3055"/>
                  <a:pt x="1766231" y="27917"/>
                  <a:pt x="1711738" y="93151"/>
                </a:cubicBezTo>
                <a:cubicBezTo>
                  <a:pt x="1608002" y="217354"/>
                  <a:pt x="1504266" y="217354"/>
                  <a:pt x="1400511" y="93151"/>
                </a:cubicBezTo>
                <a:cubicBezTo>
                  <a:pt x="1296775" y="-31051"/>
                  <a:pt x="1193039" y="-31051"/>
                  <a:pt x="1089303" y="93151"/>
                </a:cubicBezTo>
                <a:cubicBezTo>
                  <a:pt x="985567" y="217354"/>
                  <a:pt x="881831" y="217354"/>
                  <a:pt x="778095" y="93151"/>
                </a:cubicBezTo>
                <a:cubicBezTo>
                  <a:pt x="674340" y="-31051"/>
                  <a:pt x="570604" y="-31051"/>
                  <a:pt x="466868" y="93151"/>
                </a:cubicBezTo>
                <a:cubicBezTo>
                  <a:pt x="363132" y="217354"/>
                  <a:pt x="259396" y="217354"/>
                  <a:pt x="155641" y="93151"/>
                </a:cubicBezTo>
                <a:cubicBezTo>
                  <a:pt x="103755" y="31040"/>
                  <a:pt x="51887" y="-11"/>
                  <a:pt x="0" y="0"/>
                </a:cubicBezTo>
              </a:path>
            </a:pathLst>
          </a:custGeom>
          <a:noFill/>
          <a:ln w="28575">
            <a:solidFill>
              <a:srgbClr val="40AFFF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0315429" y="6401879"/>
            <a:ext cx="1875203" cy="186302"/>
          </a:xfrm>
          <a:custGeom>
            <a:avLst/>
            <a:gdLst/>
            <a:ahLst/>
            <a:cxnLst/>
            <a:rect l="l" t="t" r="r" b="b"/>
            <a:pathLst>
              <a:path w="1875203" h="186302">
                <a:moveTo>
                  <a:pt x="1875203" y="237"/>
                </a:moveTo>
                <a:cubicBezTo>
                  <a:pt x="1820710" y="-3055"/>
                  <a:pt x="1766235" y="27917"/>
                  <a:pt x="1711742" y="93151"/>
                </a:cubicBezTo>
                <a:cubicBezTo>
                  <a:pt x="1608005" y="217351"/>
                  <a:pt x="1504269" y="217351"/>
                  <a:pt x="1400533" y="93151"/>
                </a:cubicBezTo>
                <a:cubicBezTo>
                  <a:pt x="1296778" y="-31051"/>
                  <a:pt x="1193042" y="-31051"/>
                  <a:pt x="1089305" y="93151"/>
                </a:cubicBezTo>
                <a:cubicBezTo>
                  <a:pt x="985569" y="217351"/>
                  <a:pt x="881833" y="217351"/>
                  <a:pt x="778097" y="93151"/>
                </a:cubicBezTo>
                <a:cubicBezTo>
                  <a:pt x="674360" y="-31051"/>
                  <a:pt x="570624" y="-31051"/>
                  <a:pt x="466869" y="93151"/>
                </a:cubicBezTo>
                <a:cubicBezTo>
                  <a:pt x="363133" y="217351"/>
                  <a:pt x="259397" y="217351"/>
                  <a:pt x="155642" y="93151"/>
                </a:cubicBezTo>
                <a:cubicBezTo>
                  <a:pt x="103755" y="31040"/>
                  <a:pt x="51887" y="-11"/>
                  <a:pt x="0" y="-2"/>
                </a:cubicBezTo>
              </a:path>
            </a:pathLst>
          </a:custGeom>
          <a:noFill/>
          <a:ln w="28575">
            <a:solidFill>
              <a:srgbClr val="40AFFF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0314744" y="6671698"/>
            <a:ext cx="1875201" cy="186302"/>
          </a:xfrm>
          <a:custGeom>
            <a:avLst/>
            <a:gdLst/>
            <a:ahLst/>
            <a:cxnLst/>
            <a:rect l="l" t="t" r="r" b="b"/>
            <a:pathLst>
              <a:path w="1875201" h="186302">
                <a:moveTo>
                  <a:pt x="1875201" y="239"/>
                </a:moveTo>
                <a:cubicBezTo>
                  <a:pt x="1820708" y="-3052"/>
                  <a:pt x="1766233" y="27921"/>
                  <a:pt x="1711740" y="93153"/>
                </a:cubicBezTo>
                <a:cubicBezTo>
                  <a:pt x="1608004" y="217353"/>
                  <a:pt x="1504268" y="217353"/>
                  <a:pt x="1400531" y="93153"/>
                </a:cubicBezTo>
                <a:cubicBezTo>
                  <a:pt x="1296795" y="-31047"/>
                  <a:pt x="1193059" y="-31047"/>
                  <a:pt x="1089304" y="93153"/>
                </a:cubicBezTo>
                <a:cubicBezTo>
                  <a:pt x="985568" y="217353"/>
                  <a:pt x="881832" y="217353"/>
                  <a:pt x="778096" y="93153"/>
                </a:cubicBezTo>
                <a:cubicBezTo>
                  <a:pt x="674360" y="-31047"/>
                  <a:pt x="570624" y="-31047"/>
                  <a:pt x="466869" y="93153"/>
                </a:cubicBezTo>
                <a:cubicBezTo>
                  <a:pt x="363133" y="217353"/>
                  <a:pt x="259397" y="217353"/>
                  <a:pt x="155642" y="93153"/>
                </a:cubicBezTo>
                <a:cubicBezTo>
                  <a:pt x="103755" y="31043"/>
                  <a:pt x="51887" y="-13"/>
                  <a:pt x="0" y="0"/>
                </a:cubicBezTo>
              </a:path>
            </a:pathLst>
          </a:custGeom>
          <a:noFill/>
          <a:ln w="28575">
            <a:solidFill>
              <a:srgbClr val="40AFFF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6559" y="4995045"/>
            <a:ext cx="399300" cy="399300"/>
          </a:xfrm>
          <a:custGeom>
            <a:avLst/>
            <a:gdLst/>
            <a:ahLst/>
            <a:cxnLst/>
            <a:rect l="l" t="t" r="r" b="b"/>
            <a:pathLst>
              <a:path w="399300" h="399300">
                <a:moveTo>
                  <a:pt x="275118" y="21802"/>
                </a:moveTo>
                <a:lnTo>
                  <a:pt x="286258" y="92238"/>
                </a:lnTo>
                <a:cubicBezTo>
                  <a:pt x="291844" y="127564"/>
                  <a:pt x="309685" y="159788"/>
                  <a:pt x="336654" y="183279"/>
                </a:cubicBezTo>
                <a:lnTo>
                  <a:pt x="390432" y="230113"/>
                </a:lnTo>
                <a:cubicBezTo>
                  <a:pt x="397998" y="236705"/>
                  <a:pt x="401069" y="247087"/>
                  <a:pt x="398294" y="256734"/>
                </a:cubicBezTo>
                <a:cubicBezTo>
                  <a:pt x="395523" y="266381"/>
                  <a:pt x="387413" y="273552"/>
                  <a:pt x="377498" y="275118"/>
                </a:cubicBezTo>
                <a:lnTo>
                  <a:pt x="307062" y="286258"/>
                </a:lnTo>
                <a:cubicBezTo>
                  <a:pt x="271736" y="291844"/>
                  <a:pt x="239512" y="309685"/>
                  <a:pt x="216021" y="336654"/>
                </a:cubicBezTo>
                <a:lnTo>
                  <a:pt x="169187" y="390432"/>
                </a:lnTo>
                <a:cubicBezTo>
                  <a:pt x="162595" y="397998"/>
                  <a:pt x="152213" y="401069"/>
                  <a:pt x="142566" y="398294"/>
                </a:cubicBezTo>
                <a:cubicBezTo>
                  <a:pt x="132919" y="395523"/>
                  <a:pt x="125748" y="387413"/>
                  <a:pt x="124182" y="377498"/>
                </a:cubicBezTo>
                <a:lnTo>
                  <a:pt x="113042" y="307062"/>
                </a:lnTo>
                <a:cubicBezTo>
                  <a:pt x="107456" y="271736"/>
                  <a:pt x="89615" y="239512"/>
                  <a:pt x="62646" y="216021"/>
                </a:cubicBezTo>
                <a:lnTo>
                  <a:pt x="8868" y="169187"/>
                </a:lnTo>
                <a:cubicBezTo>
                  <a:pt x="1302" y="162595"/>
                  <a:pt x="-1769" y="152213"/>
                  <a:pt x="1006" y="142566"/>
                </a:cubicBezTo>
                <a:cubicBezTo>
                  <a:pt x="3777" y="132919"/>
                  <a:pt x="11887" y="125748"/>
                  <a:pt x="21802" y="124182"/>
                </a:cubicBezTo>
                <a:lnTo>
                  <a:pt x="92238" y="113042"/>
                </a:lnTo>
                <a:cubicBezTo>
                  <a:pt x="127564" y="107456"/>
                  <a:pt x="159788" y="89615"/>
                  <a:pt x="183279" y="62646"/>
                </a:cubicBezTo>
                <a:lnTo>
                  <a:pt x="230113" y="8868"/>
                </a:lnTo>
                <a:cubicBezTo>
                  <a:pt x="236705" y="1302"/>
                  <a:pt x="247087" y="-1769"/>
                  <a:pt x="256734" y="1006"/>
                </a:cubicBezTo>
                <a:cubicBezTo>
                  <a:pt x="266381" y="3777"/>
                  <a:pt x="273552" y="11887"/>
                  <a:pt x="275118" y="21802"/>
                </a:cubicBezTo>
                <a:lnTo>
                  <a:pt x="275118" y="21802"/>
                </a:lnTo>
              </a:path>
            </a:pathLst>
          </a:custGeom>
          <a:solidFill>
            <a:srgbClr val="C6FDFF">
              <a:alpha val="15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0309539" y="3021211"/>
            <a:ext cx="239397" cy="125779"/>
          </a:xfrm>
          <a:custGeom>
            <a:avLst/>
            <a:gdLst/>
            <a:ahLst/>
            <a:cxnLst/>
            <a:rect l="l" t="t" r="r" b="b"/>
            <a:pathLst>
              <a:path w="239397" h="125779">
                <a:moveTo>
                  <a:pt x="38114" y="121241"/>
                </a:moveTo>
                <a:cubicBezTo>
                  <a:pt x="33757" y="121241"/>
                  <a:pt x="29403" y="120333"/>
                  <a:pt x="25046" y="118518"/>
                </a:cubicBezTo>
                <a:cubicBezTo>
                  <a:pt x="7984" y="111258"/>
                  <a:pt x="0" y="91657"/>
                  <a:pt x="7259" y="74595"/>
                </a:cubicBezTo>
                <a:cubicBezTo>
                  <a:pt x="26317" y="29220"/>
                  <a:pt x="70421" y="-1"/>
                  <a:pt x="119605" y="-1"/>
                </a:cubicBezTo>
                <a:cubicBezTo>
                  <a:pt x="168792" y="-1"/>
                  <a:pt x="212896" y="29220"/>
                  <a:pt x="232134" y="74595"/>
                </a:cubicBezTo>
                <a:cubicBezTo>
                  <a:pt x="239395" y="91655"/>
                  <a:pt x="231409" y="111439"/>
                  <a:pt x="214347" y="118518"/>
                </a:cubicBezTo>
                <a:cubicBezTo>
                  <a:pt x="197285" y="125778"/>
                  <a:pt x="177504" y="117793"/>
                  <a:pt x="170425" y="100732"/>
                </a:cubicBezTo>
                <a:cubicBezTo>
                  <a:pt x="161713" y="80403"/>
                  <a:pt x="141747" y="67154"/>
                  <a:pt x="119605" y="67154"/>
                </a:cubicBezTo>
                <a:cubicBezTo>
                  <a:pt x="97463" y="67154"/>
                  <a:pt x="77680" y="80403"/>
                  <a:pt x="68968" y="100732"/>
                </a:cubicBezTo>
                <a:cubicBezTo>
                  <a:pt x="63703" y="113437"/>
                  <a:pt x="51181" y="121241"/>
                  <a:pt x="38112" y="121241"/>
                </a:cubicBezTo>
                <a:lnTo>
                  <a:pt x="38114" y="121241"/>
                </a:lnTo>
              </a:path>
            </a:pathLst>
          </a:custGeom>
          <a:solidFill>
            <a:srgbClr val="40AF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9814559" y="3716319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111111"/>
                </a:solidFill>
                <a:latin typeface="Lexend Deca Bold" pitchFamily="34" charset="0"/>
                <a:ea typeface="Lexend Deca Bold" pitchFamily="34" charset="-122"/>
                <a:cs typeface="Lexend Deca Bold" pitchFamily="34" charset="-120"/>
              </a:rPr>
              <a:t>Deep Learning Frameworks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814559" y="4202602"/>
            <a:ext cx="1645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100" dirty="0">
                <a:solidFill>
                  <a:srgbClr val="111111"/>
                </a:solidFill>
                <a:latin typeface="Lexend Regular" pitchFamily="34" charset="0"/>
                <a:ea typeface="Lexend Regular" pitchFamily="34" charset="-122"/>
                <a:cs typeface="Lexend Regular" pitchFamily="34" charset="-120"/>
              </a:rPr>
              <a:t>Software frameworks like TensorFlow and PyTorch are essential.</a:t>
            </a:r>
            <a:endParaRPr lang="en-US" sz="1100" dirty="0"/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100" dirty="0">
                <a:solidFill>
                  <a:srgbClr val="111111"/>
                </a:solidFill>
                <a:latin typeface="Lexend Regular" pitchFamily="34" charset="0"/>
                <a:ea typeface="Lexend Regular" pitchFamily="34" charset="-122"/>
                <a:cs typeface="Lexend Regular" pitchFamily="34" charset="-120"/>
              </a:rPr>
              <a:t>They enable the development and deployment of deep learning models.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814559" y="3256884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40" h="320040">
                <a:moveTo>
                  <a:pt x="120015" y="30004"/>
                </a:moveTo>
                <a:cubicBezTo>
                  <a:pt x="133828" y="30004"/>
                  <a:pt x="145020" y="41192"/>
                  <a:pt x="145020" y="55008"/>
                </a:cubicBezTo>
                <a:lnTo>
                  <a:pt x="145020" y="80013"/>
                </a:lnTo>
                <a:lnTo>
                  <a:pt x="132954" y="80013"/>
                </a:lnTo>
                <a:cubicBezTo>
                  <a:pt x="129079" y="71199"/>
                  <a:pt x="120265" y="65013"/>
                  <a:pt x="110014" y="65013"/>
                </a:cubicBezTo>
                <a:cubicBezTo>
                  <a:pt x="96201" y="65013"/>
                  <a:pt x="85012" y="76202"/>
                  <a:pt x="85012" y="90018"/>
                </a:cubicBezTo>
                <a:cubicBezTo>
                  <a:pt x="85012" y="103831"/>
                  <a:pt x="96201" y="115022"/>
                  <a:pt x="110017" y="115022"/>
                </a:cubicBezTo>
                <a:cubicBezTo>
                  <a:pt x="120268" y="115022"/>
                  <a:pt x="129082" y="108833"/>
                  <a:pt x="132957" y="100022"/>
                </a:cubicBezTo>
                <a:lnTo>
                  <a:pt x="145023" y="100022"/>
                </a:lnTo>
                <a:lnTo>
                  <a:pt x="145023" y="160030"/>
                </a:lnTo>
                <a:lnTo>
                  <a:pt x="120021" y="160030"/>
                </a:lnTo>
                <a:cubicBezTo>
                  <a:pt x="103456" y="160030"/>
                  <a:pt x="90018" y="173468"/>
                  <a:pt x="90018" y="190033"/>
                </a:cubicBezTo>
                <a:lnTo>
                  <a:pt x="90018" y="197097"/>
                </a:lnTo>
                <a:cubicBezTo>
                  <a:pt x="81204" y="200972"/>
                  <a:pt x="75017" y="209786"/>
                  <a:pt x="75017" y="220037"/>
                </a:cubicBezTo>
                <a:cubicBezTo>
                  <a:pt x="75017" y="233850"/>
                  <a:pt x="86206" y="245042"/>
                  <a:pt x="100022" y="245042"/>
                </a:cubicBezTo>
                <a:cubicBezTo>
                  <a:pt x="113835" y="245042"/>
                  <a:pt x="125027" y="233853"/>
                  <a:pt x="125027" y="220040"/>
                </a:cubicBezTo>
                <a:cubicBezTo>
                  <a:pt x="125027" y="209790"/>
                  <a:pt x="118837" y="200976"/>
                  <a:pt x="110027" y="197100"/>
                </a:cubicBezTo>
                <a:lnTo>
                  <a:pt x="110027" y="190037"/>
                </a:lnTo>
                <a:cubicBezTo>
                  <a:pt x="110027" y="184535"/>
                  <a:pt x="114527" y="180035"/>
                  <a:pt x="120028" y="180035"/>
                </a:cubicBezTo>
                <a:lnTo>
                  <a:pt x="145033" y="180035"/>
                </a:lnTo>
                <a:lnTo>
                  <a:pt x="145033" y="262545"/>
                </a:lnTo>
                <a:cubicBezTo>
                  <a:pt x="145033" y="277734"/>
                  <a:pt x="132718" y="290049"/>
                  <a:pt x="117528" y="290049"/>
                </a:cubicBezTo>
                <a:cubicBezTo>
                  <a:pt x="106401" y="290049"/>
                  <a:pt x="96777" y="283424"/>
                  <a:pt x="92463" y="273858"/>
                </a:cubicBezTo>
                <a:cubicBezTo>
                  <a:pt x="90088" y="268607"/>
                  <a:pt x="84961" y="265169"/>
                  <a:pt x="79210" y="265045"/>
                </a:cubicBezTo>
                <a:cubicBezTo>
                  <a:pt x="63019" y="264606"/>
                  <a:pt x="50019" y="251356"/>
                  <a:pt x="50019" y="235041"/>
                </a:cubicBezTo>
                <a:cubicBezTo>
                  <a:pt x="50019" y="233415"/>
                  <a:pt x="50144" y="231789"/>
                  <a:pt x="50394" y="230291"/>
                </a:cubicBezTo>
                <a:cubicBezTo>
                  <a:pt x="51267" y="224979"/>
                  <a:pt x="49142" y="219602"/>
                  <a:pt x="44956" y="216226"/>
                </a:cubicBezTo>
                <a:cubicBezTo>
                  <a:pt x="35829" y="208849"/>
                  <a:pt x="30017" y="197660"/>
                  <a:pt x="30017" y="185035"/>
                </a:cubicBezTo>
                <a:cubicBezTo>
                  <a:pt x="30017" y="172969"/>
                  <a:pt x="35329" y="162158"/>
                  <a:pt x="43830" y="154842"/>
                </a:cubicBezTo>
                <a:cubicBezTo>
                  <a:pt x="48832" y="150528"/>
                  <a:pt x="50394" y="143404"/>
                  <a:pt x="47641" y="137339"/>
                </a:cubicBezTo>
                <a:cubicBezTo>
                  <a:pt x="45955" y="133588"/>
                  <a:pt x="45017" y="129463"/>
                  <a:pt x="45017" y="125024"/>
                </a:cubicBezTo>
                <a:cubicBezTo>
                  <a:pt x="45017" y="113272"/>
                  <a:pt x="51767" y="103085"/>
                  <a:pt x="61707" y="98147"/>
                </a:cubicBezTo>
                <a:cubicBezTo>
                  <a:pt x="66770" y="95647"/>
                  <a:pt x="70022" y="90460"/>
                  <a:pt x="70022" y="84833"/>
                </a:cubicBezTo>
                <a:cubicBezTo>
                  <a:pt x="70086" y="72768"/>
                  <a:pt x="77335" y="62331"/>
                  <a:pt x="87710" y="57643"/>
                </a:cubicBezTo>
                <a:cubicBezTo>
                  <a:pt x="91711" y="55831"/>
                  <a:pt x="94774" y="52330"/>
                  <a:pt x="95961" y="48080"/>
                </a:cubicBezTo>
                <a:cubicBezTo>
                  <a:pt x="98963" y="37640"/>
                  <a:pt x="108651" y="30014"/>
                  <a:pt x="120028" y="30014"/>
                </a:cubicBezTo>
                <a:lnTo>
                  <a:pt x="120015" y="30004"/>
                </a:lnTo>
                <a:moveTo>
                  <a:pt x="117515" y="320040"/>
                </a:moveTo>
                <a:cubicBezTo>
                  <a:pt x="134330" y="320040"/>
                  <a:pt x="149519" y="312788"/>
                  <a:pt x="160020" y="301289"/>
                </a:cubicBezTo>
                <a:cubicBezTo>
                  <a:pt x="170521" y="312852"/>
                  <a:pt x="185710" y="320040"/>
                  <a:pt x="202525" y="320040"/>
                </a:cubicBezTo>
                <a:cubicBezTo>
                  <a:pt x="222652" y="320040"/>
                  <a:pt x="240341" y="309725"/>
                  <a:pt x="250595" y="294101"/>
                </a:cubicBezTo>
                <a:cubicBezTo>
                  <a:pt x="278723" y="289102"/>
                  <a:pt x="300038" y="264535"/>
                  <a:pt x="300038" y="235031"/>
                </a:cubicBezTo>
                <a:cubicBezTo>
                  <a:pt x="300038" y="234717"/>
                  <a:pt x="300038" y="234343"/>
                  <a:pt x="300038" y="234029"/>
                </a:cubicBezTo>
                <a:cubicBezTo>
                  <a:pt x="312413" y="221404"/>
                  <a:pt x="320040" y="204090"/>
                  <a:pt x="320040" y="185025"/>
                </a:cubicBezTo>
                <a:cubicBezTo>
                  <a:pt x="320040" y="167647"/>
                  <a:pt x="313726" y="151769"/>
                  <a:pt x="303289" y="139582"/>
                </a:cubicBezTo>
                <a:cubicBezTo>
                  <a:pt x="304416" y="134894"/>
                  <a:pt x="305040" y="130019"/>
                  <a:pt x="305040" y="125017"/>
                </a:cubicBezTo>
                <a:cubicBezTo>
                  <a:pt x="305040" y="104640"/>
                  <a:pt x="294850" y="86574"/>
                  <a:pt x="279350" y="75760"/>
                </a:cubicBezTo>
                <a:cubicBezTo>
                  <a:pt x="276537" y="57694"/>
                  <a:pt x="265723" y="42319"/>
                  <a:pt x="250659" y="33380"/>
                </a:cubicBezTo>
                <a:cubicBezTo>
                  <a:pt x="242219" y="13752"/>
                  <a:pt x="222719" y="0"/>
                  <a:pt x="200028" y="0"/>
                </a:cubicBezTo>
                <a:cubicBezTo>
                  <a:pt x="184276" y="0"/>
                  <a:pt x="170024" y="6625"/>
                  <a:pt x="160023" y="17253"/>
                </a:cubicBezTo>
                <a:cubicBezTo>
                  <a:pt x="150022" y="6628"/>
                  <a:pt x="135771" y="0"/>
                  <a:pt x="120018" y="0"/>
                </a:cubicBezTo>
                <a:cubicBezTo>
                  <a:pt x="97327" y="0"/>
                  <a:pt x="77824" y="13752"/>
                  <a:pt x="69449" y="33380"/>
                </a:cubicBezTo>
                <a:cubicBezTo>
                  <a:pt x="54320" y="42319"/>
                  <a:pt x="43509" y="57697"/>
                  <a:pt x="40696" y="75760"/>
                </a:cubicBezTo>
                <a:cubicBezTo>
                  <a:pt x="25194" y="86574"/>
                  <a:pt x="15007" y="104637"/>
                  <a:pt x="15007" y="125017"/>
                </a:cubicBezTo>
                <a:cubicBezTo>
                  <a:pt x="15007" y="130019"/>
                  <a:pt x="15631" y="134894"/>
                  <a:pt x="16757" y="139582"/>
                </a:cubicBezTo>
                <a:cubicBezTo>
                  <a:pt x="6318" y="151773"/>
                  <a:pt x="6" y="167650"/>
                  <a:pt x="6" y="185025"/>
                </a:cubicBezTo>
                <a:cubicBezTo>
                  <a:pt x="6" y="204090"/>
                  <a:pt x="7633" y="221404"/>
                  <a:pt x="20009" y="234029"/>
                </a:cubicBezTo>
                <a:cubicBezTo>
                  <a:pt x="20009" y="234343"/>
                  <a:pt x="20009" y="234717"/>
                  <a:pt x="20009" y="235031"/>
                </a:cubicBezTo>
                <a:cubicBezTo>
                  <a:pt x="20009" y="264596"/>
                  <a:pt x="41324" y="289102"/>
                  <a:pt x="69452" y="294101"/>
                </a:cubicBezTo>
                <a:cubicBezTo>
                  <a:pt x="79703" y="309728"/>
                  <a:pt x="97391" y="320040"/>
                  <a:pt x="117522" y="320040"/>
                </a:cubicBezTo>
                <a:lnTo>
                  <a:pt x="117515" y="320040"/>
                </a:lnTo>
                <a:moveTo>
                  <a:pt x="202525" y="290036"/>
                </a:moveTo>
                <a:cubicBezTo>
                  <a:pt x="187335" y="290036"/>
                  <a:pt x="175020" y="277721"/>
                  <a:pt x="175020" y="262532"/>
                </a:cubicBezTo>
                <a:lnTo>
                  <a:pt x="175020" y="220028"/>
                </a:lnTo>
                <a:lnTo>
                  <a:pt x="207088" y="220028"/>
                </a:lnTo>
                <a:cubicBezTo>
                  <a:pt x="210964" y="228841"/>
                  <a:pt x="219778" y="235031"/>
                  <a:pt x="230029" y="235031"/>
                </a:cubicBezTo>
                <a:cubicBezTo>
                  <a:pt x="243842" y="235031"/>
                  <a:pt x="255034" y="223842"/>
                  <a:pt x="255034" y="210029"/>
                </a:cubicBezTo>
                <a:cubicBezTo>
                  <a:pt x="255034" y="196217"/>
                  <a:pt x="243845" y="185028"/>
                  <a:pt x="230032" y="185028"/>
                </a:cubicBezTo>
                <a:cubicBezTo>
                  <a:pt x="219781" y="185028"/>
                  <a:pt x="210967" y="191218"/>
                  <a:pt x="207092" y="200031"/>
                </a:cubicBezTo>
                <a:lnTo>
                  <a:pt x="175024" y="200031"/>
                </a:lnTo>
                <a:lnTo>
                  <a:pt x="175024" y="100019"/>
                </a:lnTo>
                <a:lnTo>
                  <a:pt x="200028" y="100019"/>
                </a:lnTo>
                <a:cubicBezTo>
                  <a:pt x="205530" y="100019"/>
                  <a:pt x="210030" y="104519"/>
                  <a:pt x="210030" y="110020"/>
                </a:cubicBezTo>
                <a:lnTo>
                  <a:pt x="210030" y="117083"/>
                </a:lnTo>
                <a:cubicBezTo>
                  <a:pt x="201216" y="120959"/>
                  <a:pt x="195029" y="129773"/>
                  <a:pt x="195029" y="140024"/>
                </a:cubicBezTo>
                <a:cubicBezTo>
                  <a:pt x="195029" y="153837"/>
                  <a:pt x="206218" y="165029"/>
                  <a:pt x="220034" y="165029"/>
                </a:cubicBezTo>
                <a:cubicBezTo>
                  <a:pt x="233847" y="165029"/>
                  <a:pt x="245039" y="153840"/>
                  <a:pt x="245039" y="140027"/>
                </a:cubicBezTo>
                <a:cubicBezTo>
                  <a:pt x="245039" y="129776"/>
                  <a:pt x="238849" y="120962"/>
                  <a:pt x="230039" y="117087"/>
                </a:cubicBezTo>
                <a:lnTo>
                  <a:pt x="230039" y="110023"/>
                </a:lnTo>
                <a:cubicBezTo>
                  <a:pt x="230039" y="93458"/>
                  <a:pt x="216600" y="80020"/>
                  <a:pt x="200035" y="80020"/>
                </a:cubicBezTo>
                <a:lnTo>
                  <a:pt x="175033" y="80020"/>
                </a:lnTo>
                <a:lnTo>
                  <a:pt x="175033" y="55018"/>
                </a:lnTo>
                <a:cubicBezTo>
                  <a:pt x="175033" y="41205"/>
                  <a:pt x="186222" y="30017"/>
                  <a:pt x="200038" y="30017"/>
                </a:cubicBezTo>
                <a:cubicBezTo>
                  <a:pt x="211415" y="30017"/>
                  <a:pt x="221103" y="37643"/>
                  <a:pt x="224105" y="48083"/>
                </a:cubicBezTo>
                <a:cubicBezTo>
                  <a:pt x="225292" y="52333"/>
                  <a:pt x="228355" y="55834"/>
                  <a:pt x="232356" y="57646"/>
                </a:cubicBezTo>
                <a:cubicBezTo>
                  <a:pt x="242731" y="62334"/>
                  <a:pt x="249984" y="72710"/>
                  <a:pt x="250044" y="84836"/>
                </a:cubicBezTo>
                <a:cubicBezTo>
                  <a:pt x="250108" y="90524"/>
                  <a:pt x="253296" y="95651"/>
                  <a:pt x="258359" y="98150"/>
                </a:cubicBezTo>
                <a:cubicBezTo>
                  <a:pt x="268296" y="103088"/>
                  <a:pt x="275049" y="113278"/>
                  <a:pt x="275049" y="125027"/>
                </a:cubicBezTo>
                <a:cubicBezTo>
                  <a:pt x="275049" y="129466"/>
                  <a:pt x="274111" y="133591"/>
                  <a:pt x="272425" y="137342"/>
                </a:cubicBezTo>
                <a:cubicBezTo>
                  <a:pt x="269676" y="143407"/>
                  <a:pt x="271237" y="150470"/>
                  <a:pt x="276236" y="154845"/>
                </a:cubicBezTo>
                <a:cubicBezTo>
                  <a:pt x="284676" y="162222"/>
                  <a:pt x="290049" y="172972"/>
                  <a:pt x="290049" y="185038"/>
                </a:cubicBezTo>
                <a:cubicBezTo>
                  <a:pt x="290049" y="197663"/>
                  <a:pt x="284237" y="208852"/>
                  <a:pt x="275110" y="216229"/>
                </a:cubicBezTo>
                <a:cubicBezTo>
                  <a:pt x="270921" y="219605"/>
                  <a:pt x="268860" y="224979"/>
                  <a:pt x="269672" y="230295"/>
                </a:cubicBezTo>
                <a:cubicBezTo>
                  <a:pt x="269922" y="231856"/>
                  <a:pt x="270047" y="233421"/>
                  <a:pt x="270047" y="235044"/>
                </a:cubicBezTo>
                <a:cubicBezTo>
                  <a:pt x="270047" y="251360"/>
                  <a:pt x="257044" y="264609"/>
                  <a:pt x="240856" y="265048"/>
                </a:cubicBezTo>
                <a:cubicBezTo>
                  <a:pt x="235105" y="265236"/>
                  <a:pt x="229981" y="268610"/>
                  <a:pt x="227603" y="273862"/>
                </a:cubicBezTo>
                <a:cubicBezTo>
                  <a:pt x="223289" y="283424"/>
                  <a:pt x="213665" y="290052"/>
                  <a:pt x="202538" y="290052"/>
                </a:cubicBezTo>
                <a:lnTo>
                  <a:pt x="202525" y="290036"/>
                </a:lnTo>
                <a:moveTo>
                  <a:pt x="110014" y="80010"/>
                </a:moveTo>
                <a:cubicBezTo>
                  <a:pt x="115538" y="80010"/>
                  <a:pt x="120015" y="84487"/>
                  <a:pt x="120015" y="90011"/>
                </a:cubicBezTo>
                <a:cubicBezTo>
                  <a:pt x="120015" y="95535"/>
                  <a:pt x="115538" y="100013"/>
                  <a:pt x="110014" y="100013"/>
                </a:cubicBezTo>
                <a:cubicBezTo>
                  <a:pt x="104490" y="100013"/>
                  <a:pt x="100013" y="95535"/>
                  <a:pt x="100013" y="90011"/>
                </a:cubicBezTo>
                <a:cubicBezTo>
                  <a:pt x="100013" y="84487"/>
                  <a:pt x="104490" y="80010"/>
                  <a:pt x="110014" y="80010"/>
                </a:cubicBezTo>
                <a:moveTo>
                  <a:pt x="100013" y="210026"/>
                </a:moveTo>
                <a:cubicBezTo>
                  <a:pt x="105536" y="210026"/>
                  <a:pt x="110014" y="214504"/>
                  <a:pt x="110014" y="220028"/>
                </a:cubicBezTo>
                <a:cubicBezTo>
                  <a:pt x="110014" y="225551"/>
                  <a:pt x="105536" y="230029"/>
                  <a:pt x="100013" y="230029"/>
                </a:cubicBezTo>
                <a:cubicBezTo>
                  <a:pt x="94489" y="230029"/>
                  <a:pt x="90011" y="225551"/>
                  <a:pt x="90011" y="220028"/>
                </a:cubicBezTo>
                <a:cubicBezTo>
                  <a:pt x="90011" y="214504"/>
                  <a:pt x="94489" y="210026"/>
                  <a:pt x="100013" y="210026"/>
                </a:cubicBezTo>
                <a:moveTo>
                  <a:pt x="210026" y="140017"/>
                </a:moveTo>
                <a:cubicBezTo>
                  <a:pt x="210026" y="134494"/>
                  <a:pt x="214504" y="130016"/>
                  <a:pt x="220028" y="130016"/>
                </a:cubicBezTo>
                <a:cubicBezTo>
                  <a:pt x="225551" y="130016"/>
                  <a:pt x="230029" y="134494"/>
                  <a:pt x="230029" y="140017"/>
                </a:cubicBezTo>
                <a:cubicBezTo>
                  <a:pt x="230029" y="145541"/>
                  <a:pt x="225551" y="150019"/>
                  <a:pt x="220028" y="150019"/>
                </a:cubicBezTo>
                <a:cubicBezTo>
                  <a:pt x="214504" y="150019"/>
                  <a:pt x="210026" y="145541"/>
                  <a:pt x="210026" y="140017"/>
                </a:cubicBezTo>
                <a:moveTo>
                  <a:pt x="230029" y="200025"/>
                </a:moveTo>
                <a:cubicBezTo>
                  <a:pt x="235553" y="200025"/>
                  <a:pt x="240030" y="204502"/>
                  <a:pt x="240030" y="210026"/>
                </a:cubicBezTo>
                <a:cubicBezTo>
                  <a:pt x="240030" y="215550"/>
                  <a:pt x="235553" y="220028"/>
                  <a:pt x="230029" y="220028"/>
                </a:cubicBezTo>
                <a:cubicBezTo>
                  <a:pt x="224505" y="220028"/>
                  <a:pt x="220027" y="215550"/>
                  <a:pt x="220027" y="210026"/>
                </a:cubicBezTo>
                <a:cubicBezTo>
                  <a:pt x="220027" y="204502"/>
                  <a:pt x="224505" y="200025"/>
                  <a:pt x="230029" y="200025"/>
                </a:cubicBezTo>
              </a:path>
            </a:pathLst>
          </a:custGeom>
          <a:solidFill>
            <a:srgbClr val="111111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543801" y="3716319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111111"/>
                </a:solidFill>
                <a:latin typeface="Lexend Deca Bold" pitchFamily="34" charset="0"/>
                <a:ea typeface="Lexend Deca Bold" pitchFamily="34" charset="-122"/>
                <a:cs typeface="Lexend Deca Bold" pitchFamily="34" charset="-120"/>
              </a:rPr>
              <a:t>GPU-Enabled Computing Unit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543801" y="4202602"/>
            <a:ext cx="1645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100" dirty="0">
                <a:solidFill>
                  <a:srgbClr val="111111"/>
                </a:solidFill>
                <a:latin typeface="Lexend Regular" pitchFamily="34" charset="0"/>
                <a:ea typeface="Lexend Regular" pitchFamily="34" charset="-122"/>
                <a:cs typeface="Lexend Regular" pitchFamily="34" charset="-120"/>
              </a:rPr>
              <a:t>A high-performance computing unit with GPU capabilities is necessary.</a:t>
            </a:r>
            <a:endParaRPr lang="en-US" sz="1100" dirty="0"/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100" dirty="0">
                <a:solidFill>
                  <a:srgbClr val="111111"/>
                </a:solidFill>
                <a:latin typeface="Lexend Regular" pitchFamily="34" charset="0"/>
                <a:ea typeface="Lexend Regular" pitchFamily="34" charset="-122"/>
                <a:cs typeface="Lexend Regular" pitchFamily="34" charset="-120"/>
              </a:rPr>
              <a:t>This hardware supports efficient model training and inference tasks.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543801" y="3304890"/>
            <a:ext cx="320040" cy="224028"/>
          </a:xfrm>
          <a:custGeom>
            <a:avLst/>
            <a:gdLst/>
            <a:ahLst/>
            <a:cxnLst/>
            <a:rect l="l" t="t" r="r" b="b"/>
            <a:pathLst>
              <a:path w="320040" h="224028">
                <a:moveTo>
                  <a:pt x="192024" y="24002"/>
                </a:moveTo>
                <a:cubicBezTo>
                  <a:pt x="196425" y="24002"/>
                  <a:pt x="200025" y="27602"/>
                  <a:pt x="200025" y="32002"/>
                </a:cubicBezTo>
                <a:lnTo>
                  <a:pt x="200025" y="144016"/>
                </a:lnTo>
                <a:cubicBezTo>
                  <a:pt x="200025" y="148416"/>
                  <a:pt x="196425" y="152016"/>
                  <a:pt x="192024" y="152016"/>
                </a:cubicBezTo>
                <a:lnTo>
                  <a:pt x="140667" y="152016"/>
                </a:lnTo>
                <a:lnTo>
                  <a:pt x="132017" y="152016"/>
                </a:lnTo>
                <a:lnTo>
                  <a:pt x="92012" y="152016"/>
                </a:lnTo>
                <a:lnTo>
                  <a:pt x="83361" y="152016"/>
                </a:lnTo>
                <a:lnTo>
                  <a:pt x="32004" y="152016"/>
                </a:lnTo>
                <a:cubicBezTo>
                  <a:pt x="27603" y="152016"/>
                  <a:pt x="24003" y="148416"/>
                  <a:pt x="24003" y="144016"/>
                </a:cubicBezTo>
                <a:lnTo>
                  <a:pt x="24003" y="32002"/>
                </a:lnTo>
                <a:cubicBezTo>
                  <a:pt x="24003" y="27602"/>
                  <a:pt x="27603" y="24002"/>
                  <a:pt x="32004" y="24002"/>
                </a:cubicBezTo>
                <a:lnTo>
                  <a:pt x="192024" y="24002"/>
                </a:lnTo>
                <a:moveTo>
                  <a:pt x="32004" y="176021"/>
                </a:moveTo>
                <a:lnTo>
                  <a:pt x="75360" y="176021"/>
                </a:lnTo>
                <a:lnTo>
                  <a:pt x="67359" y="200023"/>
                </a:lnTo>
                <a:lnTo>
                  <a:pt x="44006" y="200023"/>
                </a:lnTo>
                <a:cubicBezTo>
                  <a:pt x="37355" y="200023"/>
                  <a:pt x="32004" y="205373"/>
                  <a:pt x="32004" y="212025"/>
                </a:cubicBezTo>
                <a:cubicBezTo>
                  <a:pt x="32004" y="218676"/>
                  <a:pt x="37355" y="224026"/>
                  <a:pt x="44006" y="224026"/>
                </a:cubicBezTo>
                <a:lnTo>
                  <a:pt x="59358" y="224026"/>
                </a:lnTo>
                <a:lnTo>
                  <a:pt x="76010" y="224026"/>
                </a:lnTo>
                <a:lnTo>
                  <a:pt x="148019" y="224026"/>
                </a:lnTo>
                <a:lnTo>
                  <a:pt x="164670" y="224026"/>
                </a:lnTo>
                <a:lnTo>
                  <a:pt x="180023" y="224026"/>
                </a:lnTo>
                <a:cubicBezTo>
                  <a:pt x="186673" y="224026"/>
                  <a:pt x="192024" y="218676"/>
                  <a:pt x="192024" y="212025"/>
                </a:cubicBezTo>
                <a:cubicBezTo>
                  <a:pt x="192024" y="205373"/>
                  <a:pt x="186673" y="200023"/>
                  <a:pt x="180023" y="200023"/>
                </a:cubicBezTo>
                <a:lnTo>
                  <a:pt x="156669" y="200023"/>
                </a:lnTo>
                <a:lnTo>
                  <a:pt x="148668" y="176021"/>
                </a:lnTo>
                <a:lnTo>
                  <a:pt x="192024" y="176021"/>
                </a:lnTo>
                <a:cubicBezTo>
                  <a:pt x="209677" y="176021"/>
                  <a:pt x="224028" y="161670"/>
                  <a:pt x="224028" y="144016"/>
                </a:cubicBezTo>
                <a:lnTo>
                  <a:pt x="224028" y="32002"/>
                </a:lnTo>
                <a:cubicBezTo>
                  <a:pt x="224028" y="14351"/>
                  <a:pt x="209677" y="-2"/>
                  <a:pt x="192024" y="-2"/>
                </a:cubicBezTo>
                <a:lnTo>
                  <a:pt x="32004" y="-2"/>
                </a:lnTo>
                <a:cubicBezTo>
                  <a:pt x="14351" y="-2"/>
                  <a:pt x="0" y="14349"/>
                  <a:pt x="0" y="32002"/>
                </a:cubicBezTo>
                <a:lnTo>
                  <a:pt x="0" y="144016"/>
                </a:lnTo>
                <a:cubicBezTo>
                  <a:pt x="0" y="161668"/>
                  <a:pt x="14351" y="176021"/>
                  <a:pt x="32004" y="176021"/>
                </a:cubicBezTo>
                <a:lnTo>
                  <a:pt x="32004" y="176021"/>
                </a:lnTo>
                <a:moveTo>
                  <a:pt x="92661" y="200026"/>
                </a:moveTo>
                <a:lnTo>
                  <a:pt x="100662" y="176023"/>
                </a:lnTo>
                <a:lnTo>
                  <a:pt x="123366" y="176023"/>
                </a:lnTo>
                <a:lnTo>
                  <a:pt x="131367" y="200026"/>
                </a:lnTo>
                <a:lnTo>
                  <a:pt x="92661" y="200026"/>
                </a:lnTo>
                <a:moveTo>
                  <a:pt x="264033" y="24002"/>
                </a:moveTo>
                <a:lnTo>
                  <a:pt x="296037" y="24002"/>
                </a:lnTo>
                <a:lnTo>
                  <a:pt x="296037" y="40005"/>
                </a:lnTo>
                <a:lnTo>
                  <a:pt x="264033" y="40005"/>
                </a:lnTo>
                <a:lnTo>
                  <a:pt x="264033" y="24002"/>
                </a:lnTo>
                <a:moveTo>
                  <a:pt x="264033" y="64007"/>
                </a:moveTo>
                <a:lnTo>
                  <a:pt x="296037" y="64007"/>
                </a:lnTo>
                <a:lnTo>
                  <a:pt x="296037" y="80009"/>
                </a:lnTo>
                <a:lnTo>
                  <a:pt x="264033" y="80009"/>
                </a:lnTo>
                <a:lnTo>
                  <a:pt x="264033" y="64007"/>
                </a:lnTo>
                <a:moveTo>
                  <a:pt x="296037" y="104014"/>
                </a:moveTo>
                <a:lnTo>
                  <a:pt x="296037" y="200026"/>
                </a:lnTo>
                <a:lnTo>
                  <a:pt x="264033" y="200026"/>
                </a:lnTo>
                <a:lnTo>
                  <a:pt x="264033" y="104014"/>
                </a:lnTo>
                <a:lnTo>
                  <a:pt x="296037" y="104014"/>
                </a:lnTo>
                <a:moveTo>
                  <a:pt x="240030" y="24002"/>
                </a:moveTo>
                <a:lnTo>
                  <a:pt x="240030" y="200023"/>
                </a:lnTo>
                <a:cubicBezTo>
                  <a:pt x="240030" y="213275"/>
                  <a:pt x="250780" y="224026"/>
                  <a:pt x="264033" y="224026"/>
                </a:cubicBezTo>
                <a:lnTo>
                  <a:pt x="296037" y="224026"/>
                </a:lnTo>
                <a:cubicBezTo>
                  <a:pt x="309290" y="224026"/>
                  <a:pt x="320040" y="213275"/>
                  <a:pt x="320040" y="200023"/>
                </a:cubicBezTo>
                <a:lnTo>
                  <a:pt x="320040" y="24002"/>
                </a:lnTo>
                <a:cubicBezTo>
                  <a:pt x="320040" y="10751"/>
                  <a:pt x="309290" y="0"/>
                  <a:pt x="296037" y="0"/>
                </a:cubicBezTo>
                <a:lnTo>
                  <a:pt x="264033" y="0"/>
                </a:lnTo>
                <a:cubicBezTo>
                  <a:pt x="250780" y="0"/>
                  <a:pt x="240030" y="10751"/>
                  <a:pt x="240030" y="24002"/>
                </a:cubicBezTo>
                <a:lnTo>
                  <a:pt x="240030" y="24002"/>
                </a:lnTo>
                <a:moveTo>
                  <a:pt x="280035" y="164020"/>
                </a:moveTo>
                <a:cubicBezTo>
                  <a:pt x="286663" y="164020"/>
                  <a:pt x="292037" y="158648"/>
                  <a:pt x="292037" y="152019"/>
                </a:cubicBezTo>
                <a:cubicBezTo>
                  <a:pt x="292037" y="145390"/>
                  <a:pt x="286663" y="140017"/>
                  <a:pt x="280035" y="140017"/>
                </a:cubicBezTo>
                <a:cubicBezTo>
                  <a:pt x="273407" y="140017"/>
                  <a:pt x="268034" y="145390"/>
                  <a:pt x="268034" y="152019"/>
                </a:cubicBezTo>
                <a:cubicBezTo>
                  <a:pt x="268034" y="158648"/>
                  <a:pt x="273407" y="164020"/>
                  <a:pt x="280035" y="164020"/>
                </a:cubicBezTo>
              </a:path>
            </a:pathLst>
          </a:custGeom>
          <a:solidFill>
            <a:srgbClr val="111111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273041" y="3716319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111111"/>
                </a:solidFill>
                <a:latin typeface="Lexend Deca Bold" pitchFamily="34" charset="0"/>
                <a:ea typeface="Lexend Deca Bold" pitchFamily="34" charset="-122"/>
                <a:cs typeface="Lexend Deca Bold" pitchFamily="34" charset="-120"/>
              </a:rPr>
              <a:t>Physiological Sensors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73041" y="4202602"/>
            <a:ext cx="1645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100" dirty="0">
                <a:solidFill>
                  <a:srgbClr val="111111"/>
                </a:solidFill>
                <a:latin typeface="Lexend Regular" pitchFamily="34" charset="0"/>
                <a:ea typeface="Lexend Regular" pitchFamily="34" charset="-122"/>
                <a:cs typeface="Lexend Regular" pitchFamily="34" charset="-120"/>
              </a:rPr>
              <a:t>Optional physiological sensors like heart rate monitors and skin conductance devices can be used.</a:t>
            </a:r>
            <a:endParaRPr lang="en-US" sz="1100" dirty="0"/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100" dirty="0">
                <a:solidFill>
                  <a:srgbClr val="111111"/>
                </a:solidFill>
                <a:latin typeface="Lexend Regular" pitchFamily="34" charset="0"/>
                <a:ea typeface="Lexend Regular" pitchFamily="34" charset="-122"/>
                <a:cs typeface="Lexend Regular" pitchFamily="34" charset="-120"/>
              </a:rPr>
              <a:t>These sensors provide additional data for comprehensive analysis.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273041" y="3292444"/>
            <a:ext cx="320040" cy="248920"/>
          </a:xfrm>
          <a:custGeom>
            <a:avLst/>
            <a:gdLst/>
            <a:ahLst/>
            <a:cxnLst/>
            <a:rect l="l" t="t" r="r" b="b"/>
            <a:pathLst>
              <a:path w="320040" h="248920">
                <a:moveTo>
                  <a:pt x="35560" y="26669"/>
                </a:moveTo>
                <a:cubicBezTo>
                  <a:pt x="30669" y="26669"/>
                  <a:pt x="26669" y="30669"/>
                  <a:pt x="26669" y="35558"/>
                </a:cubicBezTo>
                <a:lnTo>
                  <a:pt x="26669" y="115569"/>
                </a:lnTo>
                <a:lnTo>
                  <a:pt x="97788" y="115569"/>
                </a:lnTo>
                <a:cubicBezTo>
                  <a:pt x="102454" y="115569"/>
                  <a:pt x="106791" y="118013"/>
                  <a:pt x="109233" y="122070"/>
                </a:cubicBezTo>
                <a:lnTo>
                  <a:pt x="123401" y="145685"/>
                </a:lnTo>
                <a:lnTo>
                  <a:pt x="156960" y="78509"/>
                </a:lnTo>
                <a:cubicBezTo>
                  <a:pt x="159127" y="74176"/>
                  <a:pt x="163518" y="71343"/>
                  <a:pt x="168351" y="71176"/>
                </a:cubicBezTo>
                <a:cubicBezTo>
                  <a:pt x="173183" y="71009"/>
                  <a:pt x="177795" y="73454"/>
                  <a:pt x="180298" y="77621"/>
                </a:cubicBezTo>
                <a:lnTo>
                  <a:pt x="203078" y="115571"/>
                </a:lnTo>
                <a:lnTo>
                  <a:pt x="235527" y="115571"/>
                </a:lnTo>
                <a:cubicBezTo>
                  <a:pt x="242917" y="115571"/>
                  <a:pt x="248863" y="121515"/>
                  <a:pt x="248863" y="128906"/>
                </a:cubicBezTo>
                <a:cubicBezTo>
                  <a:pt x="248863" y="136296"/>
                  <a:pt x="242917" y="142240"/>
                  <a:pt x="235527" y="142240"/>
                </a:cubicBezTo>
                <a:lnTo>
                  <a:pt x="195522" y="142240"/>
                </a:lnTo>
                <a:cubicBezTo>
                  <a:pt x="190856" y="142240"/>
                  <a:pt x="186523" y="139796"/>
                  <a:pt x="184077" y="135739"/>
                </a:cubicBezTo>
                <a:lnTo>
                  <a:pt x="169909" y="112124"/>
                </a:lnTo>
                <a:lnTo>
                  <a:pt x="136404" y="179300"/>
                </a:lnTo>
                <a:cubicBezTo>
                  <a:pt x="134238" y="183633"/>
                  <a:pt x="129847" y="186466"/>
                  <a:pt x="125014" y="186633"/>
                </a:cubicBezTo>
                <a:cubicBezTo>
                  <a:pt x="120181" y="186800"/>
                  <a:pt x="115570" y="184355"/>
                  <a:pt x="113067" y="180188"/>
                </a:cubicBezTo>
                <a:lnTo>
                  <a:pt x="90287" y="142238"/>
                </a:lnTo>
                <a:lnTo>
                  <a:pt x="26669" y="142238"/>
                </a:lnTo>
                <a:lnTo>
                  <a:pt x="26669" y="213357"/>
                </a:lnTo>
                <a:cubicBezTo>
                  <a:pt x="26669" y="218246"/>
                  <a:pt x="30669" y="222246"/>
                  <a:pt x="35560" y="222246"/>
                </a:cubicBezTo>
                <a:lnTo>
                  <a:pt x="284480" y="222246"/>
                </a:lnTo>
                <a:cubicBezTo>
                  <a:pt x="289371" y="222246"/>
                  <a:pt x="293371" y="218246"/>
                  <a:pt x="293371" y="213357"/>
                </a:cubicBezTo>
                <a:lnTo>
                  <a:pt x="293371" y="35556"/>
                </a:lnTo>
                <a:cubicBezTo>
                  <a:pt x="293371" y="30667"/>
                  <a:pt x="289371" y="26667"/>
                  <a:pt x="284480" y="26667"/>
                </a:cubicBezTo>
                <a:lnTo>
                  <a:pt x="35560" y="26669"/>
                </a:lnTo>
                <a:moveTo>
                  <a:pt x="0" y="35561"/>
                </a:moveTo>
                <a:cubicBezTo>
                  <a:pt x="0" y="15948"/>
                  <a:pt x="15948" y="0"/>
                  <a:pt x="35560" y="0"/>
                </a:cubicBezTo>
                <a:lnTo>
                  <a:pt x="284480" y="0"/>
                </a:lnTo>
                <a:cubicBezTo>
                  <a:pt x="304092" y="0"/>
                  <a:pt x="320040" y="15946"/>
                  <a:pt x="320040" y="35561"/>
                </a:cubicBezTo>
                <a:lnTo>
                  <a:pt x="320040" y="213362"/>
                </a:lnTo>
                <a:cubicBezTo>
                  <a:pt x="320040" y="232974"/>
                  <a:pt x="304092" y="248923"/>
                  <a:pt x="284480" y="248923"/>
                </a:cubicBezTo>
                <a:lnTo>
                  <a:pt x="35560" y="248923"/>
                </a:lnTo>
                <a:cubicBezTo>
                  <a:pt x="15948" y="248923"/>
                  <a:pt x="0" y="232977"/>
                  <a:pt x="0" y="213362"/>
                </a:cubicBezTo>
                <a:lnTo>
                  <a:pt x="0" y="35561"/>
                </a:lnTo>
              </a:path>
            </a:pathLst>
          </a:custGeom>
          <a:solidFill>
            <a:srgbClr val="111111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002281" y="3716319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111111"/>
                </a:solidFill>
                <a:latin typeface="Lexend Deca Bold" pitchFamily="34" charset="0"/>
                <a:ea typeface="Lexend Deca Bold" pitchFamily="34" charset="-122"/>
                <a:cs typeface="Lexend Deca Bold" pitchFamily="34" charset="-120"/>
              </a:rPr>
              <a:t>Microphone Array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002281" y="4202602"/>
            <a:ext cx="1645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052287" y="3256884"/>
            <a:ext cx="220028" cy="320040"/>
          </a:xfrm>
          <a:custGeom>
            <a:avLst/>
            <a:gdLst/>
            <a:ahLst/>
            <a:cxnLst/>
            <a:rect l="l" t="t" r="r" b="b"/>
            <a:pathLst>
              <a:path w="220028" h="320040">
                <a:moveTo>
                  <a:pt x="140017" y="60008"/>
                </a:moveTo>
                <a:lnTo>
                  <a:pt x="140017" y="160020"/>
                </a:lnTo>
                <a:cubicBezTo>
                  <a:pt x="140017" y="176585"/>
                  <a:pt x="126577" y="190024"/>
                  <a:pt x="110014" y="190024"/>
                </a:cubicBezTo>
                <a:cubicBezTo>
                  <a:pt x="93450" y="190024"/>
                  <a:pt x="80011" y="176585"/>
                  <a:pt x="80011" y="160020"/>
                </a:cubicBezTo>
                <a:lnTo>
                  <a:pt x="80011" y="60008"/>
                </a:lnTo>
                <a:cubicBezTo>
                  <a:pt x="80011" y="43442"/>
                  <a:pt x="93450" y="30004"/>
                  <a:pt x="110014" y="30004"/>
                </a:cubicBezTo>
                <a:cubicBezTo>
                  <a:pt x="126577" y="30004"/>
                  <a:pt x="140017" y="43442"/>
                  <a:pt x="140017" y="60008"/>
                </a:cubicBezTo>
                <a:lnTo>
                  <a:pt x="140017" y="60008"/>
                </a:lnTo>
                <a:moveTo>
                  <a:pt x="50006" y="60008"/>
                </a:moveTo>
                <a:lnTo>
                  <a:pt x="50006" y="160020"/>
                </a:lnTo>
                <a:cubicBezTo>
                  <a:pt x="50006" y="193151"/>
                  <a:pt x="76884" y="220028"/>
                  <a:pt x="110014" y="220028"/>
                </a:cubicBezTo>
                <a:cubicBezTo>
                  <a:pt x="143143" y="220028"/>
                  <a:pt x="170022" y="193151"/>
                  <a:pt x="170022" y="160020"/>
                </a:cubicBezTo>
                <a:lnTo>
                  <a:pt x="170022" y="60008"/>
                </a:lnTo>
                <a:cubicBezTo>
                  <a:pt x="170022" y="26877"/>
                  <a:pt x="143143" y="0"/>
                  <a:pt x="110014" y="0"/>
                </a:cubicBezTo>
                <a:cubicBezTo>
                  <a:pt x="76884" y="0"/>
                  <a:pt x="50006" y="26877"/>
                  <a:pt x="50006" y="60008"/>
                </a:cubicBezTo>
                <a:lnTo>
                  <a:pt x="50006" y="60008"/>
                </a:lnTo>
                <a:moveTo>
                  <a:pt x="30003" y="135018"/>
                </a:moveTo>
                <a:cubicBezTo>
                  <a:pt x="30003" y="126704"/>
                  <a:pt x="23314" y="120018"/>
                  <a:pt x="15001" y="120018"/>
                </a:cubicBezTo>
                <a:cubicBezTo>
                  <a:pt x="6689" y="120018"/>
                  <a:pt x="0" y="126707"/>
                  <a:pt x="0" y="135022"/>
                </a:cubicBezTo>
                <a:lnTo>
                  <a:pt x="0" y="160026"/>
                </a:lnTo>
                <a:cubicBezTo>
                  <a:pt x="0" y="215720"/>
                  <a:pt x="41381" y="261726"/>
                  <a:pt x="95012" y="269038"/>
                </a:cubicBezTo>
                <a:lnTo>
                  <a:pt x="95012" y="290043"/>
                </a:lnTo>
                <a:lnTo>
                  <a:pt x="65009" y="290043"/>
                </a:lnTo>
                <a:cubicBezTo>
                  <a:pt x="56697" y="290043"/>
                  <a:pt x="50008" y="296732"/>
                  <a:pt x="50008" y="305046"/>
                </a:cubicBezTo>
                <a:cubicBezTo>
                  <a:pt x="50008" y="313361"/>
                  <a:pt x="56697" y="320050"/>
                  <a:pt x="65009" y="320050"/>
                </a:cubicBezTo>
                <a:lnTo>
                  <a:pt x="110016" y="320050"/>
                </a:lnTo>
                <a:lnTo>
                  <a:pt x="155023" y="320050"/>
                </a:lnTo>
                <a:cubicBezTo>
                  <a:pt x="163335" y="320050"/>
                  <a:pt x="170024" y="313361"/>
                  <a:pt x="170024" y="305049"/>
                </a:cubicBezTo>
                <a:cubicBezTo>
                  <a:pt x="170024" y="296735"/>
                  <a:pt x="163335" y="290049"/>
                  <a:pt x="155023" y="290049"/>
                </a:cubicBezTo>
                <a:lnTo>
                  <a:pt x="125020" y="290049"/>
                </a:lnTo>
                <a:lnTo>
                  <a:pt x="125020" y="269045"/>
                </a:lnTo>
                <a:cubicBezTo>
                  <a:pt x="178651" y="261732"/>
                  <a:pt x="220032" y="215726"/>
                  <a:pt x="220032" y="160033"/>
                </a:cubicBezTo>
                <a:lnTo>
                  <a:pt x="220032" y="135031"/>
                </a:lnTo>
                <a:cubicBezTo>
                  <a:pt x="220032" y="126717"/>
                  <a:pt x="213343" y="120031"/>
                  <a:pt x="205030" y="120031"/>
                </a:cubicBezTo>
                <a:cubicBezTo>
                  <a:pt x="196718" y="120031"/>
                  <a:pt x="190029" y="126720"/>
                  <a:pt x="190029" y="135035"/>
                </a:cubicBezTo>
                <a:lnTo>
                  <a:pt x="190029" y="160039"/>
                </a:lnTo>
                <a:cubicBezTo>
                  <a:pt x="190029" y="204234"/>
                  <a:pt x="154213" y="240049"/>
                  <a:pt x="110018" y="240049"/>
                </a:cubicBezTo>
                <a:cubicBezTo>
                  <a:pt x="65826" y="240049"/>
                  <a:pt x="30007" y="204234"/>
                  <a:pt x="30007" y="160039"/>
                </a:cubicBezTo>
                <a:lnTo>
                  <a:pt x="30003" y="135018"/>
                </a:lnTo>
              </a:path>
            </a:pathLst>
          </a:custGeom>
          <a:solidFill>
            <a:srgbClr val="111111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731521" y="3716319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31521" y="4202602"/>
            <a:ext cx="1645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-740928" y="-1531565"/>
            <a:ext cx="2743200" cy="2743200"/>
          </a:xfrm>
          <a:custGeom>
            <a:avLst/>
            <a:gdLst/>
            <a:ahLst/>
            <a:cxnLst/>
            <a:rect l="l" t="t" r="r" b="b"/>
            <a:pathLst>
              <a:path w="2743200" h="2743200">
                <a:moveTo>
                  <a:pt x="0" y="1371600"/>
                </a:moveTo>
                <a:cubicBezTo>
                  <a:pt x="0" y="614093"/>
                  <a:pt x="614093" y="0"/>
                  <a:pt x="1371600" y="0"/>
                </a:cubicBezTo>
                <a:cubicBezTo>
                  <a:pt x="2129107" y="0"/>
                  <a:pt x="2743200" y="614093"/>
                  <a:pt x="2743200" y="1371600"/>
                </a:cubicBezTo>
                <a:cubicBezTo>
                  <a:pt x="2743200" y="2129107"/>
                  <a:pt x="2129107" y="2743200"/>
                  <a:pt x="1371600" y="2743200"/>
                </a:cubicBezTo>
                <a:cubicBezTo>
                  <a:pt x="614093" y="2743200"/>
                  <a:pt x="0" y="2129107"/>
                  <a:pt x="0" y="1371600"/>
                </a:cubicBezTo>
              </a:path>
            </a:pathLst>
          </a:custGeom>
          <a:gradFill>
            <a:gsLst>
              <a:gs pos="0">
                <a:srgbClr val="FFFFFF">
                  <a:alpha val="100000"/>
                </a:srgbClr>
              </a:gs>
              <a:gs pos="100000">
                <a:srgbClr val="BFE5FF">
                  <a:alpha val="100000"/>
                </a:srgbClr>
              </a:gs>
            </a:gsLst>
            <a:lin ang="5400000"/>
          </a:gra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502919" y="17233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6298D8A8-10F6-E157-FE42-E39963B104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419" y="2318166"/>
            <a:ext cx="6680638" cy="385595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5B89E-C9AA-D7C5-3339-2CE1FD3DD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7CE7210-CF8B-85F9-B876-8A75D74E4CC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111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B4F4DE7-7E99-C851-0304-D58DAE4A03CA}"/>
              </a:ext>
            </a:extLst>
          </p:cNvPr>
          <p:cNvSpPr/>
          <p:nvPr/>
        </p:nvSpPr>
        <p:spPr>
          <a:xfrm>
            <a:off x="783604" y="6508085"/>
            <a:ext cx="5760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endParaRPr lang="en-US" sz="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ED62F98-2468-8A74-EC3B-25BD7D165186}"/>
              </a:ext>
            </a:extLst>
          </p:cNvPr>
          <p:cNvSpPr/>
          <p:nvPr/>
        </p:nvSpPr>
        <p:spPr>
          <a:xfrm>
            <a:off x="502920" y="6508085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88888"/>
                </a:solidFill>
                <a:latin typeface="Lexend Regular" pitchFamily="34" charset="0"/>
                <a:ea typeface="Lexend Regular" pitchFamily="34" charset="-122"/>
                <a:cs typeface="Lexend Regular" pitchFamily="34" charset="-120"/>
              </a:rPr>
              <a:t>19</a:t>
            </a:r>
            <a:endParaRPr lang="en-US" sz="8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B1765C6-9578-C863-4632-3F383A00F86E}"/>
              </a:ext>
            </a:extLst>
          </p:cNvPr>
          <p:cNvSpPr/>
          <p:nvPr/>
        </p:nvSpPr>
        <p:spPr>
          <a:xfrm>
            <a:off x="502920" y="1796007"/>
            <a:ext cx="7040881" cy="1174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449" dirty="0">
                <a:solidFill>
                  <a:srgbClr val="FFFFFF"/>
                </a:solidFill>
                <a:latin typeface="Lexend Deca Regular" pitchFamily="34" charset="0"/>
                <a:ea typeface="Lexend Deca Regular" pitchFamily="34" charset="-122"/>
                <a:cs typeface="Lexend Deca Regular" pitchFamily="34" charset="-120"/>
              </a:rPr>
              <a:t>Software Requirements</a:t>
            </a:r>
          </a:p>
          <a:p>
            <a:pPr marL="0" indent="0" algn="l">
              <a:lnSpc>
                <a:spcPct val="90000"/>
              </a:lnSpc>
              <a:buNone/>
            </a:pPr>
            <a:endParaRPr lang="en-US" sz="3449" dirty="0">
              <a:solidFill>
                <a:srgbClr val="FFFFFF"/>
              </a:solidFill>
              <a:latin typeface="Lexend Deca Regular" pitchFamily="34" charset="0"/>
              <a:ea typeface="Lexend Deca Regular" pitchFamily="34" charset="-122"/>
            </a:endParaRPr>
          </a:p>
          <a:p>
            <a:pPr marL="0" indent="0" algn="l">
              <a:lnSpc>
                <a:spcPct val="90000"/>
              </a:lnSpc>
              <a:buNone/>
            </a:pPr>
            <a:endParaRPr lang="en-US" sz="3449" dirty="0">
              <a:solidFill>
                <a:srgbClr val="FFFFFF"/>
              </a:solidFill>
              <a:latin typeface="Lexend Deca Regular" pitchFamily="34" charset="0"/>
              <a:ea typeface="Lexend Deca Regular" pitchFamily="34" charset="-122"/>
            </a:endParaRPr>
          </a:p>
          <a:p>
            <a:pPr marL="0" indent="0" algn="l">
              <a:lnSpc>
                <a:spcPct val="90000"/>
              </a:lnSpc>
              <a:buNone/>
            </a:pPr>
            <a:endParaRPr lang="en-US" sz="3449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728D738-B7F7-C8AE-EAD8-222394F1E0C7}"/>
              </a:ext>
            </a:extLst>
          </p:cNvPr>
          <p:cNvSpPr/>
          <p:nvPr/>
        </p:nvSpPr>
        <p:spPr>
          <a:xfrm>
            <a:off x="3977862" y="-1594698"/>
            <a:ext cx="7269840" cy="5342813"/>
          </a:xfrm>
          <a:custGeom>
            <a:avLst/>
            <a:gdLst/>
            <a:ahLst/>
            <a:cxnLst/>
            <a:rect l="l" t="t" r="r" b="b"/>
            <a:pathLst>
              <a:path w="7269840" h="5342813">
                <a:moveTo>
                  <a:pt x="6840047" y="4576546"/>
                </a:moveTo>
                <a:cubicBezTo>
                  <a:pt x="6764441" y="4620999"/>
                  <a:pt x="6686218" y="4660161"/>
                  <a:pt x="6608648" y="4701087"/>
                </a:cubicBezTo>
                <a:cubicBezTo>
                  <a:pt x="6629368" y="4691043"/>
                  <a:pt x="6650159" y="4681266"/>
                  <a:pt x="6670878" y="4671221"/>
                </a:cubicBezTo>
                <a:cubicBezTo>
                  <a:pt x="6566411" y="4714445"/>
                  <a:pt x="6461725" y="4755157"/>
                  <a:pt x="6353986" y="4789084"/>
                </a:cubicBezTo>
                <a:cubicBezTo>
                  <a:pt x="6248064" y="4822476"/>
                  <a:pt x="6140761" y="4846519"/>
                  <a:pt x="6033095" y="4872912"/>
                </a:cubicBezTo>
                <a:cubicBezTo>
                  <a:pt x="6053960" y="4869226"/>
                  <a:pt x="6074388" y="4865432"/>
                  <a:pt x="6095252" y="4861746"/>
                </a:cubicBezTo>
                <a:cubicBezTo>
                  <a:pt x="6022772" y="4873714"/>
                  <a:pt x="5951237" y="4884293"/>
                  <a:pt x="5877593" y="4878789"/>
                </a:cubicBezTo>
                <a:cubicBezTo>
                  <a:pt x="5897367" y="4880499"/>
                  <a:pt x="5917141" y="4882209"/>
                  <a:pt x="5937206" y="4884079"/>
                </a:cubicBezTo>
                <a:cubicBezTo>
                  <a:pt x="5903256" y="4880820"/>
                  <a:pt x="5870323" y="4874462"/>
                  <a:pt x="5837755" y="4863242"/>
                </a:cubicBezTo>
                <a:cubicBezTo>
                  <a:pt x="5856075" y="4869867"/>
                  <a:pt x="5874322" y="4876492"/>
                  <a:pt x="5892642" y="4883117"/>
                </a:cubicBezTo>
                <a:cubicBezTo>
                  <a:pt x="5866325" y="4873233"/>
                  <a:pt x="5841680" y="4860838"/>
                  <a:pt x="5818562" y="4845237"/>
                </a:cubicBezTo>
                <a:cubicBezTo>
                  <a:pt x="5834629" y="4856189"/>
                  <a:pt x="5850404" y="4866982"/>
                  <a:pt x="5866471" y="4877935"/>
                </a:cubicBezTo>
                <a:cubicBezTo>
                  <a:pt x="5844297" y="4861960"/>
                  <a:pt x="5824524" y="4843848"/>
                  <a:pt x="5806494" y="4823224"/>
                </a:cubicBezTo>
                <a:cubicBezTo>
                  <a:pt x="5818999" y="4837864"/>
                  <a:pt x="5831866" y="4852663"/>
                  <a:pt x="5844370" y="4867249"/>
                </a:cubicBezTo>
                <a:cubicBezTo>
                  <a:pt x="5822924" y="4841336"/>
                  <a:pt x="5804968" y="4813393"/>
                  <a:pt x="5790137" y="4783046"/>
                </a:cubicBezTo>
                <a:cubicBezTo>
                  <a:pt x="5798716" y="4800891"/>
                  <a:pt x="5807294" y="4819003"/>
                  <a:pt x="5815873" y="4836848"/>
                </a:cubicBezTo>
                <a:cubicBezTo>
                  <a:pt x="5795880" y="4793999"/>
                  <a:pt x="5782431" y="4749600"/>
                  <a:pt x="5773853" y="4703332"/>
                </a:cubicBezTo>
                <a:cubicBezTo>
                  <a:pt x="5777270" y="4722566"/>
                  <a:pt x="5780759" y="4742067"/>
                  <a:pt x="5784176" y="4761248"/>
                </a:cubicBezTo>
                <a:cubicBezTo>
                  <a:pt x="5776107" y="4713750"/>
                  <a:pt x="5773853" y="4667107"/>
                  <a:pt x="5777560" y="4619075"/>
                </a:cubicBezTo>
                <a:cubicBezTo>
                  <a:pt x="5775888" y="4637989"/>
                  <a:pt x="5774362" y="4656582"/>
                  <a:pt x="5772617" y="4675549"/>
                </a:cubicBezTo>
                <a:cubicBezTo>
                  <a:pt x="5781341" y="4576653"/>
                  <a:pt x="5806858" y="4481231"/>
                  <a:pt x="5840008" y="4388052"/>
                </a:cubicBezTo>
                <a:cubicBezTo>
                  <a:pt x="5833538" y="4406004"/>
                  <a:pt x="5827286" y="4423635"/>
                  <a:pt x="5820816" y="4441641"/>
                </a:cubicBezTo>
                <a:cubicBezTo>
                  <a:pt x="5889298" y="4251543"/>
                  <a:pt x="5984606" y="4071490"/>
                  <a:pt x="6040947" y="3876692"/>
                </a:cubicBezTo>
                <a:cubicBezTo>
                  <a:pt x="6098669" y="3676710"/>
                  <a:pt x="6112118" y="3441466"/>
                  <a:pt x="6038548" y="3243782"/>
                </a:cubicBezTo>
                <a:cubicBezTo>
                  <a:pt x="5956398" y="3022910"/>
                  <a:pt x="5774798" y="2853970"/>
                  <a:pt x="5542745" y="2803000"/>
                </a:cubicBezTo>
                <a:cubicBezTo>
                  <a:pt x="5357436" y="2762234"/>
                  <a:pt x="5159042" y="2797604"/>
                  <a:pt x="4982967" y="2861397"/>
                </a:cubicBezTo>
                <a:cubicBezTo>
                  <a:pt x="4784718" y="2933204"/>
                  <a:pt x="4603263" y="3043320"/>
                  <a:pt x="4413666" y="3134361"/>
                </a:cubicBezTo>
                <a:cubicBezTo>
                  <a:pt x="4434676" y="3124263"/>
                  <a:pt x="4455903" y="3114326"/>
                  <a:pt x="4476913" y="3104174"/>
                </a:cubicBezTo>
                <a:cubicBezTo>
                  <a:pt x="4233374" y="3220434"/>
                  <a:pt x="3977621" y="3312704"/>
                  <a:pt x="3711617" y="3361270"/>
                </a:cubicBezTo>
                <a:cubicBezTo>
                  <a:pt x="3735317" y="3356996"/>
                  <a:pt x="3759235" y="3352615"/>
                  <a:pt x="3782934" y="3348287"/>
                </a:cubicBezTo>
                <a:cubicBezTo>
                  <a:pt x="3611439" y="3378848"/>
                  <a:pt x="3437035" y="3390015"/>
                  <a:pt x="3263431" y="3375055"/>
                </a:cubicBezTo>
                <a:cubicBezTo>
                  <a:pt x="3287204" y="3377139"/>
                  <a:pt x="3311049" y="3379222"/>
                  <a:pt x="3334530" y="3381359"/>
                </a:cubicBezTo>
                <a:cubicBezTo>
                  <a:pt x="3208690" y="3369605"/>
                  <a:pt x="3083067" y="3345509"/>
                  <a:pt x="2963696" y="3302713"/>
                </a:cubicBezTo>
                <a:cubicBezTo>
                  <a:pt x="2986087" y="3310834"/>
                  <a:pt x="3008478" y="3318902"/>
                  <a:pt x="3030869" y="3327023"/>
                </a:cubicBezTo>
                <a:cubicBezTo>
                  <a:pt x="2981798" y="3308857"/>
                  <a:pt x="2934835" y="3286685"/>
                  <a:pt x="2891216" y="3257620"/>
                </a:cubicBezTo>
                <a:cubicBezTo>
                  <a:pt x="2910990" y="3271297"/>
                  <a:pt x="2930836" y="3284654"/>
                  <a:pt x="2950610" y="3298332"/>
                </a:cubicBezTo>
                <a:cubicBezTo>
                  <a:pt x="2921458" y="3277923"/>
                  <a:pt x="2895214" y="3255216"/>
                  <a:pt x="2872023" y="3228448"/>
                </a:cubicBezTo>
                <a:cubicBezTo>
                  <a:pt x="2888017" y="3246934"/>
                  <a:pt x="2904011" y="3265474"/>
                  <a:pt x="2919713" y="3283800"/>
                </a:cubicBezTo>
                <a:cubicBezTo>
                  <a:pt x="2901902" y="3262268"/>
                  <a:pt x="2886999" y="3239508"/>
                  <a:pt x="2874495" y="3214557"/>
                </a:cubicBezTo>
                <a:cubicBezTo>
                  <a:pt x="2885545" y="3237477"/>
                  <a:pt x="2896159" y="3260184"/>
                  <a:pt x="2907209" y="3283105"/>
                </a:cubicBezTo>
                <a:cubicBezTo>
                  <a:pt x="2889980" y="3246881"/>
                  <a:pt x="2878639" y="3209321"/>
                  <a:pt x="2871224" y="3169944"/>
                </a:cubicBezTo>
                <a:cubicBezTo>
                  <a:pt x="2875658" y="3195002"/>
                  <a:pt x="2880165" y="3220006"/>
                  <a:pt x="2884818" y="3244957"/>
                </a:cubicBezTo>
                <a:cubicBezTo>
                  <a:pt x="2876167" y="3192277"/>
                  <a:pt x="2875440" y="3139918"/>
                  <a:pt x="2879438" y="3086810"/>
                </a:cubicBezTo>
                <a:cubicBezTo>
                  <a:pt x="2877330" y="3111441"/>
                  <a:pt x="2875004" y="3136124"/>
                  <a:pt x="2872968" y="3160755"/>
                </a:cubicBezTo>
                <a:cubicBezTo>
                  <a:pt x="2879875" y="3085528"/>
                  <a:pt x="2897104" y="3012866"/>
                  <a:pt x="2922040" y="2941806"/>
                </a:cubicBezTo>
                <a:cubicBezTo>
                  <a:pt x="2913679" y="2965101"/>
                  <a:pt x="2905246" y="2988182"/>
                  <a:pt x="2896886" y="3011476"/>
                </a:cubicBezTo>
                <a:cubicBezTo>
                  <a:pt x="2984342" y="2769020"/>
                  <a:pt x="3148859" y="2565779"/>
                  <a:pt x="3285822" y="2350731"/>
                </a:cubicBezTo>
                <a:cubicBezTo>
                  <a:pt x="3443869" y="2102504"/>
                  <a:pt x="3548191" y="1804428"/>
                  <a:pt x="3528417" y="1506620"/>
                </a:cubicBezTo>
                <a:cubicBezTo>
                  <a:pt x="3517803" y="1345160"/>
                  <a:pt x="3470549" y="1169595"/>
                  <a:pt x="3368989" y="1040513"/>
                </a:cubicBezTo>
                <a:cubicBezTo>
                  <a:pt x="3298036" y="950326"/>
                  <a:pt x="3227155" y="886853"/>
                  <a:pt x="3128939" y="826907"/>
                </a:cubicBezTo>
                <a:cubicBezTo>
                  <a:pt x="3061257" y="785500"/>
                  <a:pt x="2981725" y="756596"/>
                  <a:pt x="2904301" y="740353"/>
                </a:cubicBezTo>
                <a:cubicBezTo>
                  <a:pt x="2588136" y="673889"/>
                  <a:pt x="2278150" y="808795"/>
                  <a:pt x="2015927" y="974262"/>
                </a:cubicBezTo>
                <a:cubicBezTo>
                  <a:pt x="1888632" y="1054618"/>
                  <a:pt x="1769625" y="1146514"/>
                  <a:pt x="1644729" y="1230022"/>
                </a:cubicBezTo>
                <a:cubicBezTo>
                  <a:pt x="1490899" y="1332604"/>
                  <a:pt x="1329872" y="1423913"/>
                  <a:pt x="1162884" y="1503681"/>
                </a:cubicBezTo>
                <a:cubicBezTo>
                  <a:pt x="1189928" y="1490805"/>
                  <a:pt x="1216681" y="1477982"/>
                  <a:pt x="1243724" y="1465053"/>
                </a:cubicBezTo>
                <a:cubicBezTo>
                  <a:pt x="1099709" y="1533280"/>
                  <a:pt x="951550" y="1599798"/>
                  <a:pt x="793649" y="1628436"/>
                </a:cubicBezTo>
                <a:cubicBezTo>
                  <a:pt x="823164" y="1623093"/>
                  <a:pt x="852898" y="1617697"/>
                  <a:pt x="882341" y="1612354"/>
                </a:cubicBezTo>
                <a:cubicBezTo>
                  <a:pt x="824545" y="1622345"/>
                  <a:pt x="766387" y="1626673"/>
                  <a:pt x="707792" y="1622185"/>
                </a:cubicBezTo>
                <a:cubicBezTo>
                  <a:pt x="736726" y="1624803"/>
                  <a:pt x="765660" y="1627207"/>
                  <a:pt x="794666" y="1629825"/>
                </a:cubicBezTo>
                <a:cubicBezTo>
                  <a:pt x="755046" y="1626192"/>
                  <a:pt x="716588" y="1618284"/>
                  <a:pt x="679149" y="1605034"/>
                </a:cubicBezTo>
                <a:cubicBezTo>
                  <a:pt x="706192" y="1614651"/>
                  <a:pt x="733382" y="1624536"/>
                  <a:pt x="760207" y="1634259"/>
                </a:cubicBezTo>
                <a:cubicBezTo>
                  <a:pt x="730692" y="1623200"/>
                  <a:pt x="702848" y="1609309"/>
                  <a:pt x="676386" y="1591944"/>
                </a:cubicBezTo>
                <a:cubicBezTo>
                  <a:pt x="700013" y="1608293"/>
                  <a:pt x="723931" y="1624536"/>
                  <a:pt x="747630" y="1640831"/>
                </a:cubicBezTo>
                <a:cubicBezTo>
                  <a:pt x="720078" y="1621864"/>
                  <a:pt x="695288" y="1600333"/>
                  <a:pt x="672969" y="1575221"/>
                </a:cubicBezTo>
                <a:cubicBezTo>
                  <a:pt x="692016" y="1597180"/>
                  <a:pt x="711209" y="1619460"/>
                  <a:pt x="730038" y="1641472"/>
                </a:cubicBezTo>
                <a:cubicBezTo>
                  <a:pt x="707065" y="1614331"/>
                  <a:pt x="687945" y="1585159"/>
                  <a:pt x="672388" y="1553423"/>
                </a:cubicBezTo>
                <a:cubicBezTo>
                  <a:pt x="685328" y="1580671"/>
                  <a:pt x="698341" y="1607973"/>
                  <a:pt x="711572" y="1635168"/>
                </a:cubicBezTo>
                <a:cubicBezTo>
                  <a:pt x="692234" y="1594349"/>
                  <a:pt x="679294" y="1551713"/>
                  <a:pt x="670861" y="1507368"/>
                </a:cubicBezTo>
                <a:cubicBezTo>
                  <a:pt x="676241" y="1537074"/>
                  <a:pt x="681766" y="1567047"/>
                  <a:pt x="686927" y="1596913"/>
                </a:cubicBezTo>
                <a:cubicBezTo>
                  <a:pt x="675950" y="1534402"/>
                  <a:pt x="674714" y="1471891"/>
                  <a:pt x="679876" y="1408633"/>
                </a:cubicBezTo>
                <a:cubicBezTo>
                  <a:pt x="677331" y="1437858"/>
                  <a:pt x="674787" y="1467083"/>
                  <a:pt x="672315" y="1496575"/>
                </a:cubicBezTo>
                <a:cubicBezTo>
                  <a:pt x="680457" y="1409541"/>
                  <a:pt x="700304" y="1324323"/>
                  <a:pt x="729383" y="1241937"/>
                </a:cubicBezTo>
                <a:cubicBezTo>
                  <a:pt x="719569" y="1269346"/>
                  <a:pt x="709464" y="1296861"/>
                  <a:pt x="699722" y="1324483"/>
                </a:cubicBezTo>
                <a:cubicBezTo>
                  <a:pt x="750538" y="1184982"/>
                  <a:pt x="821347" y="1054030"/>
                  <a:pt x="875725" y="916132"/>
                </a:cubicBezTo>
                <a:cubicBezTo>
                  <a:pt x="911856" y="824236"/>
                  <a:pt x="947697" y="729989"/>
                  <a:pt x="967616" y="632963"/>
                </a:cubicBezTo>
                <a:cubicBezTo>
                  <a:pt x="980193" y="572643"/>
                  <a:pt x="984627" y="511307"/>
                  <a:pt x="989280" y="449918"/>
                </a:cubicBezTo>
                <a:cubicBezTo>
                  <a:pt x="992115" y="412251"/>
                  <a:pt x="992770" y="374424"/>
                  <a:pt x="989498" y="336757"/>
                </a:cubicBezTo>
                <a:cubicBezTo>
                  <a:pt x="981429" y="243525"/>
                  <a:pt x="943626" y="153232"/>
                  <a:pt x="872526" y="90133"/>
                </a:cubicBezTo>
                <a:cubicBezTo>
                  <a:pt x="809497" y="33873"/>
                  <a:pt x="708737" y="-6572"/>
                  <a:pt x="623098" y="1015"/>
                </a:cubicBezTo>
                <a:cubicBezTo>
                  <a:pt x="531280" y="9190"/>
                  <a:pt x="436481" y="44238"/>
                  <a:pt x="376433" y="117969"/>
                </a:cubicBezTo>
                <a:cubicBezTo>
                  <a:pt x="319946" y="187159"/>
                  <a:pt x="279235" y="275796"/>
                  <a:pt x="287304" y="367372"/>
                </a:cubicBezTo>
                <a:cubicBezTo>
                  <a:pt x="291230" y="411503"/>
                  <a:pt x="291666" y="455101"/>
                  <a:pt x="287813" y="499232"/>
                </a:cubicBezTo>
                <a:cubicBezTo>
                  <a:pt x="290358" y="469152"/>
                  <a:pt x="293120" y="439019"/>
                  <a:pt x="295737" y="408939"/>
                </a:cubicBezTo>
                <a:cubicBezTo>
                  <a:pt x="287086" y="496935"/>
                  <a:pt x="263677" y="582206"/>
                  <a:pt x="234016" y="665607"/>
                </a:cubicBezTo>
                <a:cubicBezTo>
                  <a:pt x="243976" y="637878"/>
                  <a:pt x="254154" y="609775"/>
                  <a:pt x="264186" y="582046"/>
                </a:cubicBezTo>
                <a:cubicBezTo>
                  <a:pt x="179565" y="816061"/>
                  <a:pt x="48417" y="1038055"/>
                  <a:pt x="14322" y="1287831"/>
                </a:cubicBezTo>
                <a:cubicBezTo>
                  <a:pt x="-7851" y="1450413"/>
                  <a:pt x="-8360" y="1610217"/>
                  <a:pt x="38749" y="1769112"/>
                </a:cubicBezTo>
                <a:cubicBezTo>
                  <a:pt x="60485" y="1842576"/>
                  <a:pt x="94217" y="1915826"/>
                  <a:pt x="138127" y="1978550"/>
                </a:cubicBezTo>
                <a:cubicBezTo>
                  <a:pt x="201884" y="2069912"/>
                  <a:pt x="273564" y="2130607"/>
                  <a:pt x="365164" y="2190767"/>
                </a:cubicBezTo>
                <a:cubicBezTo>
                  <a:pt x="427758" y="2231853"/>
                  <a:pt x="502346" y="2258460"/>
                  <a:pt x="574318" y="2276145"/>
                </a:cubicBezTo>
                <a:cubicBezTo>
                  <a:pt x="646216" y="2293616"/>
                  <a:pt x="722986" y="2299172"/>
                  <a:pt x="796993" y="2297035"/>
                </a:cubicBezTo>
                <a:cubicBezTo>
                  <a:pt x="927268" y="2293402"/>
                  <a:pt x="1060525" y="2261559"/>
                  <a:pt x="1182876" y="2217053"/>
                </a:cubicBezTo>
                <a:cubicBezTo>
                  <a:pt x="1325220" y="2165228"/>
                  <a:pt x="1463419" y="2097214"/>
                  <a:pt x="1598057" y="2028399"/>
                </a:cubicBezTo>
                <a:cubicBezTo>
                  <a:pt x="1718736" y="1966582"/>
                  <a:pt x="1836362" y="1898568"/>
                  <a:pt x="1949772" y="1824303"/>
                </a:cubicBezTo>
                <a:cubicBezTo>
                  <a:pt x="2160088" y="1687046"/>
                  <a:pt x="2352230" y="1521953"/>
                  <a:pt x="2579631" y="1411785"/>
                </a:cubicBezTo>
                <a:cubicBezTo>
                  <a:pt x="2553096" y="1424554"/>
                  <a:pt x="2526561" y="1437270"/>
                  <a:pt x="2499953" y="1449772"/>
                </a:cubicBezTo>
                <a:cubicBezTo>
                  <a:pt x="2579631" y="1411785"/>
                  <a:pt x="2661489" y="1379781"/>
                  <a:pt x="2748582" y="1363966"/>
                </a:cubicBezTo>
                <a:cubicBezTo>
                  <a:pt x="2719866" y="1369042"/>
                  <a:pt x="2691441" y="1374331"/>
                  <a:pt x="2662725" y="1379407"/>
                </a:cubicBezTo>
                <a:cubicBezTo>
                  <a:pt x="2709979" y="1371393"/>
                  <a:pt x="2757596" y="1368561"/>
                  <a:pt x="2805504" y="1372034"/>
                </a:cubicBezTo>
                <a:cubicBezTo>
                  <a:pt x="2777661" y="1369576"/>
                  <a:pt x="2749890" y="1367172"/>
                  <a:pt x="2722047" y="1364714"/>
                </a:cubicBezTo>
                <a:cubicBezTo>
                  <a:pt x="2762031" y="1368508"/>
                  <a:pt x="2800561" y="1376682"/>
                  <a:pt x="2838509" y="1389772"/>
                </a:cubicBezTo>
                <a:cubicBezTo>
                  <a:pt x="2812702" y="1380583"/>
                  <a:pt x="2787112" y="1371286"/>
                  <a:pt x="2761304" y="1362043"/>
                </a:cubicBezTo>
                <a:cubicBezTo>
                  <a:pt x="2798598" y="1375667"/>
                  <a:pt x="2833275" y="1393405"/>
                  <a:pt x="2866426" y="1414990"/>
                </a:cubicBezTo>
                <a:cubicBezTo>
                  <a:pt x="2843889" y="1399710"/>
                  <a:pt x="2821353" y="1384162"/>
                  <a:pt x="2799107" y="1368775"/>
                </a:cubicBezTo>
                <a:cubicBezTo>
                  <a:pt x="2831312" y="1390948"/>
                  <a:pt x="2860464" y="1416379"/>
                  <a:pt x="2886345" y="1445658"/>
                </a:cubicBezTo>
                <a:cubicBezTo>
                  <a:pt x="2868534" y="1424928"/>
                  <a:pt x="2850577" y="1403984"/>
                  <a:pt x="2832475" y="1383361"/>
                </a:cubicBezTo>
                <a:cubicBezTo>
                  <a:pt x="2858938" y="1414403"/>
                  <a:pt x="2880893" y="1447955"/>
                  <a:pt x="2899140" y="1484393"/>
                </a:cubicBezTo>
                <a:cubicBezTo>
                  <a:pt x="2886927" y="1458801"/>
                  <a:pt x="2874859" y="1433423"/>
                  <a:pt x="2862500" y="1407938"/>
                </a:cubicBezTo>
                <a:cubicBezTo>
                  <a:pt x="2885109" y="1455542"/>
                  <a:pt x="2900667" y="1505391"/>
                  <a:pt x="2910408" y="1557109"/>
                </a:cubicBezTo>
                <a:cubicBezTo>
                  <a:pt x="2905392" y="1529487"/>
                  <a:pt x="2900448" y="1502132"/>
                  <a:pt x="2895432" y="1474456"/>
                </a:cubicBezTo>
                <a:cubicBezTo>
                  <a:pt x="2908155" y="1546691"/>
                  <a:pt x="2909754" y="1619727"/>
                  <a:pt x="2903720" y="1692656"/>
                </a:cubicBezTo>
                <a:cubicBezTo>
                  <a:pt x="2905973" y="1666049"/>
                  <a:pt x="2908518" y="1639282"/>
                  <a:pt x="2910772" y="1612674"/>
                </a:cubicBezTo>
                <a:cubicBezTo>
                  <a:pt x="2901902" y="1710234"/>
                  <a:pt x="2879657" y="1805443"/>
                  <a:pt x="2846797" y="1897660"/>
                </a:cubicBezTo>
                <a:cubicBezTo>
                  <a:pt x="2855594" y="1873083"/>
                  <a:pt x="2864463" y="1848773"/>
                  <a:pt x="2873259" y="1824196"/>
                </a:cubicBezTo>
                <a:cubicBezTo>
                  <a:pt x="2785512" y="2065050"/>
                  <a:pt x="2618960" y="2267864"/>
                  <a:pt x="2496245" y="2490819"/>
                </a:cubicBezTo>
                <a:cubicBezTo>
                  <a:pt x="2425074" y="2619901"/>
                  <a:pt x="2365025" y="2759937"/>
                  <a:pt x="2332965" y="2903979"/>
                </a:cubicBezTo>
                <a:cubicBezTo>
                  <a:pt x="2294798" y="3074789"/>
                  <a:pt x="2287601" y="3274343"/>
                  <a:pt x="2357973" y="3437940"/>
                </a:cubicBezTo>
                <a:cubicBezTo>
                  <a:pt x="2402973" y="3542659"/>
                  <a:pt x="2465421" y="3638669"/>
                  <a:pt x="2558839" y="3707110"/>
                </a:cubicBezTo>
                <a:cubicBezTo>
                  <a:pt x="2650802" y="3774377"/>
                  <a:pt x="2739276" y="3814608"/>
                  <a:pt x="2847088" y="3850832"/>
                </a:cubicBezTo>
                <a:cubicBezTo>
                  <a:pt x="2997356" y="3901215"/>
                  <a:pt x="3158310" y="3919968"/>
                  <a:pt x="3315847" y="3928196"/>
                </a:cubicBezTo>
                <a:cubicBezTo>
                  <a:pt x="3614347" y="3943263"/>
                  <a:pt x="3919244" y="3883263"/>
                  <a:pt x="4200732" y="3787092"/>
                </a:cubicBezTo>
                <a:cubicBezTo>
                  <a:pt x="4369102" y="3729711"/>
                  <a:pt x="4531437" y="3656087"/>
                  <a:pt x="4690211" y="3576692"/>
                </a:cubicBezTo>
                <a:cubicBezTo>
                  <a:pt x="4819250" y="3512205"/>
                  <a:pt x="4942765" y="3437512"/>
                  <a:pt x="5072750" y="3374894"/>
                </a:cubicBezTo>
                <a:cubicBezTo>
                  <a:pt x="5052031" y="3384939"/>
                  <a:pt x="5031239" y="3394716"/>
                  <a:pt x="5010520" y="3404761"/>
                </a:cubicBezTo>
                <a:cubicBezTo>
                  <a:pt x="5120585" y="3352241"/>
                  <a:pt x="5235085" y="3305545"/>
                  <a:pt x="5355401" y="3283105"/>
                </a:cubicBezTo>
                <a:cubicBezTo>
                  <a:pt x="5333301" y="3287165"/>
                  <a:pt x="5311128" y="3290959"/>
                  <a:pt x="5289100" y="3295073"/>
                </a:cubicBezTo>
                <a:cubicBezTo>
                  <a:pt x="5343406" y="3285616"/>
                  <a:pt x="5398366" y="3281502"/>
                  <a:pt x="5453544" y="3285723"/>
                </a:cubicBezTo>
                <a:cubicBezTo>
                  <a:pt x="5432316" y="3283959"/>
                  <a:pt x="5410797" y="3281983"/>
                  <a:pt x="5389642" y="3280166"/>
                </a:cubicBezTo>
                <a:cubicBezTo>
                  <a:pt x="5430426" y="3283960"/>
                  <a:pt x="5470119" y="3292081"/>
                  <a:pt x="5508504" y="3305865"/>
                </a:cubicBezTo>
                <a:cubicBezTo>
                  <a:pt x="5488730" y="3298919"/>
                  <a:pt x="5469101" y="3291600"/>
                  <a:pt x="5449255" y="3284601"/>
                </a:cubicBezTo>
                <a:cubicBezTo>
                  <a:pt x="5483859" y="3297691"/>
                  <a:pt x="5516210" y="3314253"/>
                  <a:pt x="5546889" y="3334983"/>
                </a:cubicBezTo>
                <a:cubicBezTo>
                  <a:pt x="5529732" y="3323229"/>
                  <a:pt x="5512575" y="3311528"/>
                  <a:pt x="5495418" y="3299774"/>
                </a:cubicBezTo>
                <a:cubicBezTo>
                  <a:pt x="5525297" y="3320772"/>
                  <a:pt x="5552341" y="3344921"/>
                  <a:pt x="5576259" y="3372543"/>
                </a:cubicBezTo>
                <a:cubicBezTo>
                  <a:pt x="5562519" y="3356675"/>
                  <a:pt x="5549069" y="3340914"/>
                  <a:pt x="5535329" y="3325046"/>
                </a:cubicBezTo>
                <a:cubicBezTo>
                  <a:pt x="5560701" y="3355286"/>
                  <a:pt x="5581856" y="3387984"/>
                  <a:pt x="5599231" y="3423621"/>
                </a:cubicBezTo>
                <a:cubicBezTo>
                  <a:pt x="5589926" y="3404333"/>
                  <a:pt x="5580911" y="3384939"/>
                  <a:pt x="5571606" y="3365651"/>
                </a:cubicBezTo>
                <a:cubicBezTo>
                  <a:pt x="5593924" y="3413309"/>
                  <a:pt x="5608973" y="3463371"/>
                  <a:pt x="5618496" y="3515143"/>
                </a:cubicBezTo>
                <a:cubicBezTo>
                  <a:pt x="5614789" y="3494306"/>
                  <a:pt x="5610936" y="3473576"/>
                  <a:pt x="5607301" y="3452739"/>
                </a:cubicBezTo>
                <a:cubicBezTo>
                  <a:pt x="5619151" y="3522997"/>
                  <a:pt x="5620459" y="3593629"/>
                  <a:pt x="5614425" y="3664635"/>
                </a:cubicBezTo>
                <a:cubicBezTo>
                  <a:pt x="5616025" y="3644599"/>
                  <a:pt x="5617915" y="3624510"/>
                  <a:pt x="5619514" y="3604475"/>
                </a:cubicBezTo>
                <a:cubicBezTo>
                  <a:pt x="5609336" y="3712773"/>
                  <a:pt x="5581493" y="3816210"/>
                  <a:pt x="5544780" y="3918312"/>
                </a:cubicBezTo>
                <a:cubicBezTo>
                  <a:pt x="5551396" y="3899986"/>
                  <a:pt x="5558011" y="3881713"/>
                  <a:pt x="5564700" y="3863387"/>
                </a:cubicBezTo>
                <a:cubicBezTo>
                  <a:pt x="5441621" y="4203404"/>
                  <a:pt x="5257840" y="4560892"/>
                  <a:pt x="5374739" y="4930668"/>
                </a:cubicBezTo>
                <a:cubicBezTo>
                  <a:pt x="5439949" y="5136954"/>
                  <a:pt x="5609555" y="5300818"/>
                  <a:pt x="5827286" y="5333035"/>
                </a:cubicBezTo>
                <a:cubicBezTo>
                  <a:pt x="6032441" y="5363703"/>
                  <a:pt x="6245448" y="5316686"/>
                  <a:pt x="6445223" y="5271967"/>
                </a:cubicBezTo>
                <a:cubicBezTo>
                  <a:pt x="6551217" y="5248298"/>
                  <a:pt x="6656339" y="5219126"/>
                  <a:pt x="6759498" y="5184986"/>
                </a:cubicBezTo>
                <a:cubicBezTo>
                  <a:pt x="6866001" y="5149776"/>
                  <a:pt x="6972795" y="5115582"/>
                  <a:pt x="7077263" y="5074336"/>
                </a:cubicBezTo>
                <a:cubicBezTo>
                  <a:pt x="7148871" y="5045912"/>
                  <a:pt x="7201868" y="5002903"/>
                  <a:pt x="7239380" y="4936224"/>
                </a:cubicBezTo>
                <a:cubicBezTo>
                  <a:pt x="7282708" y="4859822"/>
                  <a:pt x="7276893" y="4766750"/>
                  <a:pt x="7240471" y="4690188"/>
                </a:cubicBezTo>
                <a:cubicBezTo>
                  <a:pt x="7207684" y="4621372"/>
                  <a:pt x="7156867" y="4575371"/>
                  <a:pt x="7085042" y="4549565"/>
                </a:cubicBezTo>
                <a:cubicBezTo>
                  <a:pt x="7000493" y="4518096"/>
                  <a:pt x="6918344" y="4530117"/>
                  <a:pt x="6840193" y="4576279"/>
                </a:cubicBezTo>
                <a:lnTo>
                  <a:pt x="6840047" y="4576546"/>
                </a:lnTo>
              </a:path>
            </a:pathLst>
          </a:custGeom>
          <a:solidFill>
            <a:srgbClr val="BFE5FF">
              <a:alpha val="27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8947A48-778B-26DC-DB16-DB857C59043C}"/>
              </a:ext>
            </a:extLst>
          </p:cNvPr>
          <p:cNvSpPr/>
          <p:nvPr/>
        </p:nvSpPr>
        <p:spPr>
          <a:xfrm>
            <a:off x="2562368" y="828013"/>
            <a:ext cx="668578" cy="351271"/>
          </a:xfrm>
          <a:custGeom>
            <a:avLst/>
            <a:gdLst/>
            <a:ahLst/>
            <a:cxnLst/>
            <a:rect l="l" t="t" r="r" b="b"/>
            <a:pathLst>
              <a:path w="668578" h="351271">
                <a:moveTo>
                  <a:pt x="106444" y="338597"/>
                </a:moveTo>
                <a:cubicBezTo>
                  <a:pt x="94276" y="338597"/>
                  <a:pt x="82115" y="336061"/>
                  <a:pt x="69947" y="330992"/>
                </a:cubicBezTo>
                <a:cubicBezTo>
                  <a:pt x="22297" y="310717"/>
                  <a:pt x="0" y="255975"/>
                  <a:pt x="20271" y="208325"/>
                </a:cubicBezTo>
                <a:cubicBezTo>
                  <a:pt x="73497" y="81604"/>
                  <a:pt x="196669" y="-4"/>
                  <a:pt x="334028" y="-4"/>
                </a:cubicBezTo>
                <a:cubicBezTo>
                  <a:pt x="471394" y="-4"/>
                  <a:pt x="594566" y="81604"/>
                  <a:pt x="648293" y="208325"/>
                </a:cubicBezTo>
                <a:cubicBezTo>
                  <a:pt x="668571" y="255971"/>
                  <a:pt x="646268" y="311223"/>
                  <a:pt x="598618" y="330992"/>
                </a:cubicBezTo>
                <a:cubicBezTo>
                  <a:pt x="550968" y="351268"/>
                  <a:pt x="495724" y="328965"/>
                  <a:pt x="475954" y="281319"/>
                </a:cubicBezTo>
                <a:cubicBezTo>
                  <a:pt x="451624" y="224547"/>
                  <a:pt x="395865" y="187544"/>
                  <a:pt x="334028" y="187544"/>
                </a:cubicBezTo>
                <a:cubicBezTo>
                  <a:pt x="272191" y="187544"/>
                  <a:pt x="216940" y="224547"/>
                  <a:pt x="192611" y="281319"/>
                </a:cubicBezTo>
                <a:cubicBezTo>
                  <a:pt x="177909" y="316801"/>
                  <a:pt x="142935" y="338597"/>
                  <a:pt x="106438" y="338597"/>
                </a:cubicBezTo>
                <a:lnTo>
                  <a:pt x="106444" y="338597"/>
                </a:lnTo>
              </a:path>
            </a:pathLst>
          </a:custGeom>
          <a:solidFill>
            <a:srgbClr val="BFE5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3B586CF-CC7D-EC07-E512-62891FB29D4C}"/>
              </a:ext>
            </a:extLst>
          </p:cNvPr>
          <p:cNvSpPr/>
          <p:nvPr/>
        </p:nvSpPr>
        <p:spPr>
          <a:xfrm>
            <a:off x="10782451" y="339563"/>
            <a:ext cx="469893" cy="469893"/>
          </a:xfrm>
          <a:custGeom>
            <a:avLst/>
            <a:gdLst/>
            <a:ahLst/>
            <a:cxnLst/>
            <a:rect l="l" t="t" r="r" b="b"/>
            <a:pathLst>
              <a:path w="469893" h="469893">
                <a:moveTo>
                  <a:pt x="261561" y="16949"/>
                </a:moveTo>
                <a:lnTo>
                  <a:pt x="295845" y="90407"/>
                </a:lnTo>
                <a:cubicBezTo>
                  <a:pt x="313038" y="127247"/>
                  <a:pt x="342646" y="156855"/>
                  <a:pt x="379486" y="174048"/>
                </a:cubicBezTo>
                <a:lnTo>
                  <a:pt x="452944" y="208332"/>
                </a:lnTo>
                <a:cubicBezTo>
                  <a:pt x="463282" y="213158"/>
                  <a:pt x="469893" y="223538"/>
                  <a:pt x="469893" y="234947"/>
                </a:cubicBezTo>
                <a:cubicBezTo>
                  <a:pt x="469893" y="246356"/>
                  <a:pt x="463286" y="256736"/>
                  <a:pt x="452944" y="261561"/>
                </a:cubicBezTo>
                <a:lnTo>
                  <a:pt x="379486" y="295845"/>
                </a:lnTo>
                <a:cubicBezTo>
                  <a:pt x="342646" y="313038"/>
                  <a:pt x="313038" y="342646"/>
                  <a:pt x="295845" y="379486"/>
                </a:cubicBezTo>
                <a:lnTo>
                  <a:pt x="261561" y="452944"/>
                </a:lnTo>
                <a:cubicBezTo>
                  <a:pt x="256735" y="463282"/>
                  <a:pt x="246356" y="469893"/>
                  <a:pt x="234947" y="469893"/>
                </a:cubicBezTo>
                <a:cubicBezTo>
                  <a:pt x="223537" y="469893"/>
                  <a:pt x="213158" y="463286"/>
                  <a:pt x="208332" y="452944"/>
                </a:cubicBezTo>
                <a:lnTo>
                  <a:pt x="174048" y="379486"/>
                </a:lnTo>
                <a:cubicBezTo>
                  <a:pt x="156855" y="342646"/>
                  <a:pt x="127247" y="313038"/>
                  <a:pt x="90407" y="295845"/>
                </a:cubicBezTo>
                <a:lnTo>
                  <a:pt x="16949" y="261561"/>
                </a:lnTo>
                <a:cubicBezTo>
                  <a:pt x="6611" y="256736"/>
                  <a:pt x="0" y="246356"/>
                  <a:pt x="0" y="234947"/>
                </a:cubicBezTo>
                <a:cubicBezTo>
                  <a:pt x="0" y="223538"/>
                  <a:pt x="6607" y="213158"/>
                  <a:pt x="16949" y="208332"/>
                </a:cubicBezTo>
                <a:lnTo>
                  <a:pt x="90407" y="174048"/>
                </a:lnTo>
                <a:cubicBezTo>
                  <a:pt x="127247" y="156855"/>
                  <a:pt x="156855" y="127247"/>
                  <a:pt x="174048" y="90407"/>
                </a:cubicBezTo>
                <a:lnTo>
                  <a:pt x="208332" y="16949"/>
                </a:lnTo>
                <a:cubicBezTo>
                  <a:pt x="213158" y="6611"/>
                  <a:pt x="223537" y="0"/>
                  <a:pt x="234947" y="0"/>
                </a:cubicBezTo>
                <a:cubicBezTo>
                  <a:pt x="246356" y="0"/>
                  <a:pt x="256735" y="6607"/>
                  <a:pt x="261561" y="16949"/>
                </a:cubicBezTo>
                <a:lnTo>
                  <a:pt x="261561" y="16949"/>
                </a:lnTo>
              </a:path>
            </a:pathLst>
          </a:custGeom>
          <a:solidFill>
            <a:srgbClr val="40AFFF">
              <a:alpha val="20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C8D62239-E525-C6CB-63BA-B9A13905E02C}"/>
              </a:ext>
            </a:extLst>
          </p:cNvPr>
          <p:cNvSpPr/>
          <p:nvPr/>
        </p:nvSpPr>
        <p:spPr>
          <a:xfrm>
            <a:off x="10316800" y="5862241"/>
            <a:ext cx="1875200" cy="186303"/>
          </a:xfrm>
          <a:custGeom>
            <a:avLst/>
            <a:gdLst/>
            <a:ahLst/>
            <a:cxnLst/>
            <a:rect l="l" t="t" r="r" b="b"/>
            <a:pathLst>
              <a:path w="1875200" h="186303">
                <a:moveTo>
                  <a:pt x="1875200" y="237"/>
                </a:moveTo>
                <a:cubicBezTo>
                  <a:pt x="1820707" y="-3054"/>
                  <a:pt x="1766232" y="27917"/>
                  <a:pt x="1711739" y="93151"/>
                </a:cubicBezTo>
                <a:cubicBezTo>
                  <a:pt x="1607984" y="217354"/>
                  <a:pt x="1504248" y="217354"/>
                  <a:pt x="1400512" y="93151"/>
                </a:cubicBezTo>
                <a:cubicBezTo>
                  <a:pt x="1296776" y="-31051"/>
                  <a:pt x="1193040" y="-31051"/>
                  <a:pt x="1089304" y="93151"/>
                </a:cubicBezTo>
                <a:cubicBezTo>
                  <a:pt x="985568" y="217354"/>
                  <a:pt x="881813" y="217354"/>
                  <a:pt x="778077" y="93151"/>
                </a:cubicBezTo>
                <a:cubicBezTo>
                  <a:pt x="674341" y="-31051"/>
                  <a:pt x="570605" y="-31051"/>
                  <a:pt x="466850" y="93151"/>
                </a:cubicBezTo>
                <a:cubicBezTo>
                  <a:pt x="363114" y="217354"/>
                  <a:pt x="259378" y="217354"/>
                  <a:pt x="155623" y="93151"/>
                </a:cubicBezTo>
                <a:cubicBezTo>
                  <a:pt x="103736" y="31038"/>
                  <a:pt x="51868" y="-11"/>
                  <a:pt x="-19" y="0"/>
                </a:cubicBezTo>
              </a:path>
            </a:pathLst>
          </a:custGeom>
          <a:noFill/>
          <a:ln w="28575">
            <a:solidFill>
              <a:srgbClr val="40AFFF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932C5D9E-BF5E-D346-3131-0128D8D3CA86}"/>
              </a:ext>
            </a:extLst>
          </p:cNvPr>
          <p:cNvSpPr/>
          <p:nvPr/>
        </p:nvSpPr>
        <p:spPr>
          <a:xfrm>
            <a:off x="10316115" y="6132060"/>
            <a:ext cx="1875199" cy="186303"/>
          </a:xfrm>
          <a:custGeom>
            <a:avLst/>
            <a:gdLst/>
            <a:ahLst/>
            <a:cxnLst/>
            <a:rect l="l" t="t" r="r" b="b"/>
            <a:pathLst>
              <a:path w="1875199" h="186303">
                <a:moveTo>
                  <a:pt x="1875199" y="237"/>
                </a:moveTo>
                <a:cubicBezTo>
                  <a:pt x="1820706" y="-3055"/>
                  <a:pt x="1766231" y="27917"/>
                  <a:pt x="1711738" y="93151"/>
                </a:cubicBezTo>
                <a:cubicBezTo>
                  <a:pt x="1608002" y="217354"/>
                  <a:pt x="1504266" y="217354"/>
                  <a:pt x="1400511" y="93151"/>
                </a:cubicBezTo>
                <a:cubicBezTo>
                  <a:pt x="1296775" y="-31051"/>
                  <a:pt x="1193039" y="-31051"/>
                  <a:pt x="1089303" y="93151"/>
                </a:cubicBezTo>
                <a:cubicBezTo>
                  <a:pt x="985567" y="217354"/>
                  <a:pt x="881831" y="217354"/>
                  <a:pt x="778095" y="93151"/>
                </a:cubicBezTo>
                <a:cubicBezTo>
                  <a:pt x="674340" y="-31051"/>
                  <a:pt x="570604" y="-31051"/>
                  <a:pt x="466868" y="93151"/>
                </a:cubicBezTo>
                <a:cubicBezTo>
                  <a:pt x="363132" y="217354"/>
                  <a:pt x="259396" y="217354"/>
                  <a:pt x="155641" y="93151"/>
                </a:cubicBezTo>
                <a:cubicBezTo>
                  <a:pt x="103755" y="31040"/>
                  <a:pt x="51887" y="-11"/>
                  <a:pt x="0" y="0"/>
                </a:cubicBezTo>
              </a:path>
            </a:pathLst>
          </a:custGeom>
          <a:noFill/>
          <a:ln w="28575">
            <a:solidFill>
              <a:srgbClr val="40AFFF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A287C54-E865-D7C6-AB38-275FC2B3DF7E}"/>
              </a:ext>
            </a:extLst>
          </p:cNvPr>
          <p:cNvSpPr/>
          <p:nvPr/>
        </p:nvSpPr>
        <p:spPr>
          <a:xfrm>
            <a:off x="10315429" y="6401879"/>
            <a:ext cx="1875203" cy="186302"/>
          </a:xfrm>
          <a:custGeom>
            <a:avLst/>
            <a:gdLst/>
            <a:ahLst/>
            <a:cxnLst/>
            <a:rect l="l" t="t" r="r" b="b"/>
            <a:pathLst>
              <a:path w="1875203" h="186302">
                <a:moveTo>
                  <a:pt x="1875203" y="237"/>
                </a:moveTo>
                <a:cubicBezTo>
                  <a:pt x="1820710" y="-3055"/>
                  <a:pt x="1766235" y="27917"/>
                  <a:pt x="1711742" y="93151"/>
                </a:cubicBezTo>
                <a:cubicBezTo>
                  <a:pt x="1608005" y="217351"/>
                  <a:pt x="1504269" y="217351"/>
                  <a:pt x="1400533" y="93151"/>
                </a:cubicBezTo>
                <a:cubicBezTo>
                  <a:pt x="1296778" y="-31051"/>
                  <a:pt x="1193042" y="-31051"/>
                  <a:pt x="1089305" y="93151"/>
                </a:cubicBezTo>
                <a:cubicBezTo>
                  <a:pt x="985569" y="217351"/>
                  <a:pt x="881833" y="217351"/>
                  <a:pt x="778097" y="93151"/>
                </a:cubicBezTo>
                <a:cubicBezTo>
                  <a:pt x="674360" y="-31051"/>
                  <a:pt x="570624" y="-31051"/>
                  <a:pt x="466869" y="93151"/>
                </a:cubicBezTo>
                <a:cubicBezTo>
                  <a:pt x="363133" y="217351"/>
                  <a:pt x="259397" y="217351"/>
                  <a:pt x="155642" y="93151"/>
                </a:cubicBezTo>
                <a:cubicBezTo>
                  <a:pt x="103755" y="31040"/>
                  <a:pt x="51887" y="-11"/>
                  <a:pt x="0" y="-2"/>
                </a:cubicBezTo>
              </a:path>
            </a:pathLst>
          </a:custGeom>
          <a:noFill/>
          <a:ln w="28575">
            <a:solidFill>
              <a:srgbClr val="40AFFF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1EB67721-F0E2-F5DA-301C-421174069BAF}"/>
              </a:ext>
            </a:extLst>
          </p:cNvPr>
          <p:cNvSpPr/>
          <p:nvPr/>
        </p:nvSpPr>
        <p:spPr>
          <a:xfrm>
            <a:off x="10314744" y="6671698"/>
            <a:ext cx="1875201" cy="186302"/>
          </a:xfrm>
          <a:custGeom>
            <a:avLst/>
            <a:gdLst/>
            <a:ahLst/>
            <a:cxnLst/>
            <a:rect l="l" t="t" r="r" b="b"/>
            <a:pathLst>
              <a:path w="1875201" h="186302">
                <a:moveTo>
                  <a:pt x="1875201" y="239"/>
                </a:moveTo>
                <a:cubicBezTo>
                  <a:pt x="1820708" y="-3052"/>
                  <a:pt x="1766233" y="27921"/>
                  <a:pt x="1711740" y="93153"/>
                </a:cubicBezTo>
                <a:cubicBezTo>
                  <a:pt x="1608004" y="217353"/>
                  <a:pt x="1504268" y="217353"/>
                  <a:pt x="1400531" y="93153"/>
                </a:cubicBezTo>
                <a:cubicBezTo>
                  <a:pt x="1296795" y="-31047"/>
                  <a:pt x="1193059" y="-31047"/>
                  <a:pt x="1089304" y="93153"/>
                </a:cubicBezTo>
                <a:cubicBezTo>
                  <a:pt x="985568" y="217353"/>
                  <a:pt x="881832" y="217353"/>
                  <a:pt x="778096" y="93153"/>
                </a:cubicBezTo>
                <a:cubicBezTo>
                  <a:pt x="674360" y="-31047"/>
                  <a:pt x="570624" y="-31047"/>
                  <a:pt x="466869" y="93153"/>
                </a:cubicBezTo>
                <a:cubicBezTo>
                  <a:pt x="363133" y="217353"/>
                  <a:pt x="259397" y="217353"/>
                  <a:pt x="155642" y="93153"/>
                </a:cubicBezTo>
                <a:cubicBezTo>
                  <a:pt x="103755" y="31043"/>
                  <a:pt x="51887" y="-13"/>
                  <a:pt x="0" y="0"/>
                </a:cubicBezTo>
              </a:path>
            </a:pathLst>
          </a:custGeom>
          <a:noFill/>
          <a:ln w="28575">
            <a:solidFill>
              <a:srgbClr val="40AFFF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31C6840-3274-3253-D3AE-0A3B84E4EBFD}"/>
              </a:ext>
            </a:extLst>
          </p:cNvPr>
          <p:cNvSpPr/>
          <p:nvPr/>
        </p:nvSpPr>
        <p:spPr>
          <a:xfrm>
            <a:off x="86559" y="4995045"/>
            <a:ext cx="399300" cy="399300"/>
          </a:xfrm>
          <a:custGeom>
            <a:avLst/>
            <a:gdLst/>
            <a:ahLst/>
            <a:cxnLst/>
            <a:rect l="l" t="t" r="r" b="b"/>
            <a:pathLst>
              <a:path w="399300" h="399300">
                <a:moveTo>
                  <a:pt x="275118" y="21802"/>
                </a:moveTo>
                <a:lnTo>
                  <a:pt x="286258" y="92238"/>
                </a:lnTo>
                <a:cubicBezTo>
                  <a:pt x="291844" y="127564"/>
                  <a:pt x="309685" y="159788"/>
                  <a:pt x="336654" y="183279"/>
                </a:cubicBezTo>
                <a:lnTo>
                  <a:pt x="390432" y="230113"/>
                </a:lnTo>
                <a:cubicBezTo>
                  <a:pt x="397998" y="236705"/>
                  <a:pt x="401069" y="247087"/>
                  <a:pt x="398294" y="256734"/>
                </a:cubicBezTo>
                <a:cubicBezTo>
                  <a:pt x="395523" y="266381"/>
                  <a:pt x="387413" y="273552"/>
                  <a:pt x="377498" y="275118"/>
                </a:cubicBezTo>
                <a:lnTo>
                  <a:pt x="307062" y="286258"/>
                </a:lnTo>
                <a:cubicBezTo>
                  <a:pt x="271736" y="291844"/>
                  <a:pt x="239512" y="309685"/>
                  <a:pt x="216021" y="336654"/>
                </a:cubicBezTo>
                <a:lnTo>
                  <a:pt x="169187" y="390432"/>
                </a:lnTo>
                <a:cubicBezTo>
                  <a:pt x="162595" y="397998"/>
                  <a:pt x="152213" y="401069"/>
                  <a:pt x="142566" y="398294"/>
                </a:cubicBezTo>
                <a:cubicBezTo>
                  <a:pt x="132919" y="395523"/>
                  <a:pt x="125748" y="387413"/>
                  <a:pt x="124182" y="377498"/>
                </a:cubicBezTo>
                <a:lnTo>
                  <a:pt x="113042" y="307062"/>
                </a:lnTo>
                <a:cubicBezTo>
                  <a:pt x="107456" y="271736"/>
                  <a:pt x="89615" y="239512"/>
                  <a:pt x="62646" y="216021"/>
                </a:cubicBezTo>
                <a:lnTo>
                  <a:pt x="8868" y="169187"/>
                </a:lnTo>
                <a:cubicBezTo>
                  <a:pt x="1302" y="162595"/>
                  <a:pt x="-1769" y="152213"/>
                  <a:pt x="1006" y="142566"/>
                </a:cubicBezTo>
                <a:cubicBezTo>
                  <a:pt x="3777" y="132919"/>
                  <a:pt x="11887" y="125748"/>
                  <a:pt x="21802" y="124182"/>
                </a:cubicBezTo>
                <a:lnTo>
                  <a:pt x="92238" y="113042"/>
                </a:lnTo>
                <a:cubicBezTo>
                  <a:pt x="127564" y="107456"/>
                  <a:pt x="159788" y="89615"/>
                  <a:pt x="183279" y="62646"/>
                </a:cubicBezTo>
                <a:lnTo>
                  <a:pt x="230113" y="8868"/>
                </a:lnTo>
                <a:cubicBezTo>
                  <a:pt x="236705" y="1302"/>
                  <a:pt x="247087" y="-1769"/>
                  <a:pt x="256734" y="1006"/>
                </a:cubicBezTo>
                <a:cubicBezTo>
                  <a:pt x="266381" y="3777"/>
                  <a:pt x="273552" y="11887"/>
                  <a:pt x="275118" y="21802"/>
                </a:cubicBezTo>
                <a:lnTo>
                  <a:pt x="275118" y="21802"/>
                </a:lnTo>
              </a:path>
            </a:pathLst>
          </a:custGeom>
          <a:solidFill>
            <a:srgbClr val="C6FDFF">
              <a:alpha val="15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D8A16AB2-C99C-0437-49C6-CDAA85AB7C18}"/>
              </a:ext>
            </a:extLst>
          </p:cNvPr>
          <p:cNvSpPr/>
          <p:nvPr/>
        </p:nvSpPr>
        <p:spPr>
          <a:xfrm>
            <a:off x="10309539" y="3021211"/>
            <a:ext cx="239397" cy="125779"/>
          </a:xfrm>
          <a:custGeom>
            <a:avLst/>
            <a:gdLst/>
            <a:ahLst/>
            <a:cxnLst/>
            <a:rect l="l" t="t" r="r" b="b"/>
            <a:pathLst>
              <a:path w="239397" h="125779">
                <a:moveTo>
                  <a:pt x="38114" y="121241"/>
                </a:moveTo>
                <a:cubicBezTo>
                  <a:pt x="33757" y="121241"/>
                  <a:pt x="29403" y="120333"/>
                  <a:pt x="25046" y="118518"/>
                </a:cubicBezTo>
                <a:cubicBezTo>
                  <a:pt x="7984" y="111258"/>
                  <a:pt x="0" y="91657"/>
                  <a:pt x="7259" y="74595"/>
                </a:cubicBezTo>
                <a:cubicBezTo>
                  <a:pt x="26317" y="29220"/>
                  <a:pt x="70421" y="-1"/>
                  <a:pt x="119605" y="-1"/>
                </a:cubicBezTo>
                <a:cubicBezTo>
                  <a:pt x="168792" y="-1"/>
                  <a:pt x="212896" y="29220"/>
                  <a:pt x="232134" y="74595"/>
                </a:cubicBezTo>
                <a:cubicBezTo>
                  <a:pt x="239395" y="91655"/>
                  <a:pt x="231409" y="111439"/>
                  <a:pt x="214347" y="118518"/>
                </a:cubicBezTo>
                <a:cubicBezTo>
                  <a:pt x="197285" y="125778"/>
                  <a:pt x="177504" y="117793"/>
                  <a:pt x="170425" y="100732"/>
                </a:cubicBezTo>
                <a:cubicBezTo>
                  <a:pt x="161713" y="80403"/>
                  <a:pt x="141747" y="67154"/>
                  <a:pt x="119605" y="67154"/>
                </a:cubicBezTo>
                <a:cubicBezTo>
                  <a:pt x="97463" y="67154"/>
                  <a:pt x="77680" y="80403"/>
                  <a:pt x="68968" y="100732"/>
                </a:cubicBezTo>
                <a:cubicBezTo>
                  <a:pt x="63703" y="113437"/>
                  <a:pt x="51181" y="121241"/>
                  <a:pt x="38112" y="121241"/>
                </a:cubicBezTo>
                <a:lnTo>
                  <a:pt x="38114" y="121241"/>
                </a:lnTo>
              </a:path>
            </a:pathLst>
          </a:custGeom>
          <a:solidFill>
            <a:srgbClr val="40AF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D5E7B0CD-27B2-76BB-5F5D-5FC96FAA2478}"/>
              </a:ext>
            </a:extLst>
          </p:cNvPr>
          <p:cNvSpPr/>
          <p:nvPr/>
        </p:nvSpPr>
        <p:spPr>
          <a:xfrm>
            <a:off x="9814559" y="3716319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111111"/>
                </a:solidFill>
                <a:latin typeface="Lexend Deca Bold" pitchFamily="34" charset="0"/>
                <a:ea typeface="Lexend Deca Bold" pitchFamily="34" charset="-122"/>
                <a:cs typeface="Lexend Deca Bold" pitchFamily="34" charset="-120"/>
              </a:rPr>
              <a:t>Deep Learning Frameworks</a:t>
            </a:r>
            <a:endParaRPr lang="en-US" sz="12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24B8BA8D-5EF7-4F73-B12C-6167455F244B}"/>
              </a:ext>
            </a:extLst>
          </p:cNvPr>
          <p:cNvSpPr/>
          <p:nvPr/>
        </p:nvSpPr>
        <p:spPr>
          <a:xfrm>
            <a:off x="9814559" y="4202602"/>
            <a:ext cx="1645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100" dirty="0">
                <a:solidFill>
                  <a:srgbClr val="111111"/>
                </a:solidFill>
                <a:latin typeface="Lexend Regular" pitchFamily="34" charset="0"/>
                <a:ea typeface="Lexend Regular" pitchFamily="34" charset="-122"/>
                <a:cs typeface="Lexend Regular" pitchFamily="34" charset="-120"/>
              </a:rPr>
              <a:t>Software frameworks like TensorFlow and PyTorch are essential.</a:t>
            </a:r>
            <a:endParaRPr lang="en-US" sz="1100" dirty="0"/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100" dirty="0">
                <a:solidFill>
                  <a:srgbClr val="111111"/>
                </a:solidFill>
                <a:latin typeface="Lexend Regular" pitchFamily="34" charset="0"/>
                <a:ea typeface="Lexend Regular" pitchFamily="34" charset="-122"/>
                <a:cs typeface="Lexend Regular" pitchFamily="34" charset="-120"/>
              </a:rPr>
              <a:t>They enable the development and deployment of deep learning models.</a:t>
            </a:r>
            <a:endParaRPr lang="en-US" sz="11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AF623439-0E4A-D5BF-08DA-30450DA4B620}"/>
              </a:ext>
            </a:extLst>
          </p:cNvPr>
          <p:cNvSpPr/>
          <p:nvPr/>
        </p:nvSpPr>
        <p:spPr>
          <a:xfrm>
            <a:off x="9814559" y="3256884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40" h="320040">
                <a:moveTo>
                  <a:pt x="120015" y="30004"/>
                </a:moveTo>
                <a:cubicBezTo>
                  <a:pt x="133828" y="30004"/>
                  <a:pt x="145020" y="41192"/>
                  <a:pt x="145020" y="55008"/>
                </a:cubicBezTo>
                <a:lnTo>
                  <a:pt x="145020" y="80013"/>
                </a:lnTo>
                <a:lnTo>
                  <a:pt x="132954" y="80013"/>
                </a:lnTo>
                <a:cubicBezTo>
                  <a:pt x="129079" y="71199"/>
                  <a:pt x="120265" y="65013"/>
                  <a:pt x="110014" y="65013"/>
                </a:cubicBezTo>
                <a:cubicBezTo>
                  <a:pt x="96201" y="65013"/>
                  <a:pt x="85012" y="76202"/>
                  <a:pt x="85012" y="90018"/>
                </a:cubicBezTo>
                <a:cubicBezTo>
                  <a:pt x="85012" y="103831"/>
                  <a:pt x="96201" y="115022"/>
                  <a:pt x="110017" y="115022"/>
                </a:cubicBezTo>
                <a:cubicBezTo>
                  <a:pt x="120268" y="115022"/>
                  <a:pt x="129082" y="108833"/>
                  <a:pt x="132957" y="100022"/>
                </a:cubicBezTo>
                <a:lnTo>
                  <a:pt x="145023" y="100022"/>
                </a:lnTo>
                <a:lnTo>
                  <a:pt x="145023" y="160030"/>
                </a:lnTo>
                <a:lnTo>
                  <a:pt x="120021" y="160030"/>
                </a:lnTo>
                <a:cubicBezTo>
                  <a:pt x="103456" y="160030"/>
                  <a:pt x="90018" y="173468"/>
                  <a:pt x="90018" y="190033"/>
                </a:cubicBezTo>
                <a:lnTo>
                  <a:pt x="90018" y="197097"/>
                </a:lnTo>
                <a:cubicBezTo>
                  <a:pt x="81204" y="200972"/>
                  <a:pt x="75017" y="209786"/>
                  <a:pt x="75017" y="220037"/>
                </a:cubicBezTo>
                <a:cubicBezTo>
                  <a:pt x="75017" y="233850"/>
                  <a:pt x="86206" y="245042"/>
                  <a:pt x="100022" y="245042"/>
                </a:cubicBezTo>
                <a:cubicBezTo>
                  <a:pt x="113835" y="245042"/>
                  <a:pt x="125027" y="233853"/>
                  <a:pt x="125027" y="220040"/>
                </a:cubicBezTo>
                <a:cubicBezTo>
                  <a:pt x="125027" y="209790"/>
                  <a:pt x="118837" y="200976"/>
                  <a:pt x="110027" y="197100"/>
                </a:cubicBezTo>
                <a:lnTo>
                  <a:pt x="110027" y="190037"/>
                </a:lnTo>
                <a:cubicBezTo>
                  <a:pt x="110027" y="184535"/>
                  <a:pt x="114527" y="180035"/>
                  <a:pt x="120028" y="180035"/>
                </a:cubicBezTo>
                <a:lnTo>
                  <a:pt x="145033" y="180035"/>
                </a:lnTo>
                <a:lnTo>
                  <a:pt x="145033" y="262545"/>
                </a:lnTo>
                <a:cubicBezTo>
                  <a:pt x="145033" y="277734"/>
                  <a:pt x="132718" y="290049"/>
                  <a:pt x="117528" y="290049"/>
                </a:cubicBezTo>
                <a:cubicBezTo>
                  <a:pt x="106401" y="290049"/>
                  <a:pt x="96777" y="283424"/>
                  <a:pt x="92463" y="273858"/>
                </a:cubicBezTo>
                <a:cubicBezTo>
                  <a:pt x="90088" y="268607"/>
                  <a:pt x="84961" y="265169"/>
                  <a:pt x="79210" y="265045"/>
                </a:cubicBezTo>
                <a:cubicBezTo>
                  <a:pt x="63019" y="264606"/>
                  <a:pt x="50019" y="251356"/>
                  <a:pt x="50019" y="235041"/>
                </a:cubicBezTo>
                <a:cubicBezTo>
                  <a:pt x="50019" y="233415"/>
                  <a:pt x="50144" y="231789"/>
                  <a:pt x="50394" y="230291"/>
                </a:cubicBezTo>
                <a:cubicBezTo>
                  <a:pt x="51267" y="224979"/>
                  <a:pt x="49142" y="219602"/>
                  <a:pt x="44956" y="216226"/>
                </a:cubicBezTo>
                <a:cubicBezTo>
                  <a:pt x="35829" y="208849"/>
                  <a:pt x="30017" y="197660"/>
                  <a:pt x="30017" y="185035"/>
                </a:cubicBezTo>
                <a:cubicBezTo>
                  <a:pt x="30017" y="172969"/>
                  <a:pt x="35329" y="162158"/>
                  <a:pt x="43830" y="154842"/>
                </a:cubicBezTo>
                <a:cubicBezTo>
                  <a:pt x="48832" y="150528"/>
                  <a:pt x="50394" y="143404"/>
                  <a:pt x="47641" y="137339"/>
                </a:cubicBezTo>
                <a:cubicBezTo>
                  <a:pt x="45955" y="133588"/>
                  <a:pt x="45017" y="129463"/>
                  <a:pt x="45017" y="125024"/>
                </a:cubicBezTo>
                <a:cubicBezTo>
                  <a:pt x="45017" y="113272"/>
                  <a:pt x="51767" y="103085"/>
                  <a:pt x="61707" y="98147"/>
                </a:cubicBezTo>
                <a:cubicBezTo>
                  <a:pt x="66770" y="95647"/>
                  <a:pt x="70022" y="90460"/>
                  <a:pt x="70022" y="84833"/>
                </a:cubicBezTo>
                <a:cubicBezTo>
                  <a:pt x="70086" y="72768"/>
                  <a:pt x="77335" y="62331"/>
                  <a:pt x="87710" y="57643"/>
                </a:cubicBezTo>
                <a:cubicBezTo>
                  <a:pt x="91711" y="55831"/>
                  <a:pt x="94774" y="52330"/>
                  <a:pt x="95961" y="48080"/>
                </a:cubicBezTo>
                <a:cubicBezTo>
                  <a:pt x="98963" y="37640"/>
                  <a:pt x="108651" y="30014"/>
                  <a:pt x="120028" y="30014"/>
                </a:cubicBezTo>
                <a:lnTo>
                  <a:pt x="120015" y="30004"/>
                </a:lnTo>
                <a:moveTo>
                  <a:pt x="117515" y="320040"/>
                </a:moveTo>
                <a:cubicBezTo>
                  <a:pt x="134330" y="320040"/>
                  <a:pt x="149519" y="312788"/>
                  <a:pt x="160020" y="301289"/>
                </a:cubicBezTo>
                <a:cubicBezTo>
                  <a:pt x="170521" y="312852"/>
                  <a:pt x="185710" y="320040"/>
                  <a:pt x="202525" y="320040"/>
                </a:cubicBezTo>
                <a:cubicBezTo>
                  <a:pt x="222652" y="320040"/>
                  <a:pt x="240341" y="309725"/>
                  <a:pt x="250595" y="294101"/>
                </a:cubicBezTo>
                <a:cubicBezTo>
                  <a:pt x="278723" y="289102"/>
                  <a:pt x="300038" y="264535"/>
                  <a:pt x="300038" y="235031"/>
                </a:cubicBezTo>
                <a:cubicBezTo>
                  <a:pt x="300038" y="234717"/>
                  <a:pt x="300038" y="234343"/>
                  <a:pt x="300038" y="234029"/>
                </a:cubicBezTo>
                <a:cubicBezTo>
                  <a:pt x="312413" y="221404"/>
                  <a:pt x="320040" y="204090"/>
                  <a:pt x="320040" y="185025"/>
                </a:cubicBezTo>
                <a:cubicBezTo>
                  <a:pt x="320040" y="167647"/>
                  <a:pt x="313726" y="151769"/>
                  <a:pt x="303289" y="139582"/>
                </a:cubicBezTo>
                <a:cubicBezTo>
                  <a:pt x="304416" y="134894"/>
                  <a:pt x="305040" y="130019"/>
                  <a:pt x="305040" y="125017"/>
                </a:cubicBezTo>
                <a:cubicBezTo>
                  <a:pt x="305040" y="104640"/>
                  <a:pt x="294850" y="86574"/>
                  <a:pt x="279350" y="75760"/>
                </a:cubicBezTo>
                <a:cubicBezTo>
                  <a:pt x="276537" y="57694"/>
                  <a:pt x="265723" y="42319"/>
                  <a:pt x="250659" y="33380"/>
                </a:cubicBezTo>
                <a:cubicBezTo>
                  <a:pt x="242219" y="13752"/>
                  <a:pt x="222719" y="0"/>
                  <a:pt x="200028" y="0"/>
                </a:cubicBezTo>
                <a:cubicBezTo>
                  <a:pt x="184276" y="0"/>
                  <a:pt x="170024" y="6625"/>
                  <a:pt x="160023" y="17253"/>
                </a:cubicBezTo>
                <a:cubicBezTo>
                  <a:pt x="150022" y="6628"/>
                  <a:pt x="135771" y="0"/>
                  <a:pt x="120018" y="0"/>
                </a:cubicBezTo>
                <a:cubicBezTo>
                  <a:pt x="97327" y="0"/>
                  <a:pt x="77824" y="13752"/>
                  <a:pt x="69449" y="33380"/>
                </a:cubicBezTo>
                <a:cubicBezTo>
                  <a:pt x="54320" y="42319"/>
                  <a:pt x="43509" y="57697"/>
                  <a:pt x="40696" y="75760"/>
                </a:cubicBezTo>
                <a:cubicBezTo>
                  <a:pt x="25194" y="86574"/>
                  <a:pt x="15007" y="104637"/>
                  <a:pt x="15007" y="125017"/>
                </a:cubicBezTo>
                <a:cubicBezTo>
                  <a:pt x="15007" y="130019"/>
                  <a:pt x="15631" y="134894"/>
                  <a:pt x="16757" y="139582"/>
                </a:cubicBezTo>
                <a:cubicBezTo>
                  <a:pt x="6318" y="151773"/>
                  <a:pt x="6" y="167650"/>
                  <a:pt x="6" y="185025"/>
                </a:cubicBezTo>
                <a:cubicBezTo>
                  <a:pt x="6" y="204090"/>
                  <a:pt x="7633" y="221404"/>
                  <a:pt x="20009" y="234029"/>
                </a:cubicBezTo>
                <a:cubicBezTo>
                  <a:pt x="20009" y="234343"/>
                  <a:pt x="20009" y="234717"/>
                  <a:pt x="20009" y="235031"/>
                </a:cubicBezTo>
                <a:cubicBezTo>
                  <a:pt x="20009" y="264596"/>
                  <a:pt x="41324" y="289102"/>
                  <a:pt x="69452" y="294101"/>
                </a:cubicBezTo>
                <a:cubicBezTo>
                  <a:pt x="79703" y="309728"/>
                  <a:pt x="97391" y="320040"/>
                  <a:pt x="117522" y="320040"/>
                </a:cubicBezTo>
                <a:lnTo>
                  <a:pt x="117515" y="320040"/>
                </a:lnTo>
                <a:moveTo>
                  <a:pt x="202525" y="290036"/>
                </a:moveTo>
                <a:cubicBezTo>
                  <a:pt x="187335" y="290036"/>
                  <a:pt x="175020" y="277721"/>
                  <a:pt x="175020" y="262532"/>
                </a:cubicBezTo>
                <a:lnTo>
                  <a:pt x="175020" y="220028"/>
                </a:lnTo>
                <a:lnTo>
                  <a:pt x="207088" y="220028"/>
                </a:lnTo>
                <a:cubicBezTo>
                  <a:pt x="210964" y="228841"/>
                  <a:pt x="219778" y="235031"/>
                  <a:pt x="230029" y="235031"/>
                </a:cubicBezTo>
                <a:cubicBezTo>
                  <a:pt x="243842" y="235031"/>
                  <a:pt x="255034" y="223842"/>
                  <a:pt x="255034" y="210029"/>
                </a:cubicBezTo>
                <a:cubicBezTo>
                  <a:pt x="255034" y="196217"/>
                  <a:pt x="243845" y="185028"/>
                  <a:pt x="230032" y="185028"/>
                </a:cubicBezTo>
                <a:cubicBezTo>
                  <a:pt x="219781" y="185028"/>
                  <a:pt x="210967" y="191218"/>
                  <a:pt x="207092" y="200031"/>
                </a:cubicBezTo>
                <a:lnTo>
                  <a:pt x="175024" y="200031"/>
                </a:lnTo>
                <a:lnTo>
                  <a:pt x="175024" y="100019"/>
                </a:lnTo>
                <a:lnTo>
                  <a:pt x="200028" y="100019"/>
                </a:lnTo>
                <a:cubicBezTo>
                  <a:pt x="205530" y="100019"/>
                  <a:pt x="210030" y="104519"/>
                  <a:pt x="210030" y="110020"/>
                </a:cubicBezTo>
                <a:lnTo>
                  <a:pt x="210030" y="117083"/>
                </a:lnTo>
                <a:cubicBezTo>
                  <a:pt x="201216" y="120959"/>
                  <a:pt x="195029" y="129773"/>
                  <a:pt x="195029" y="140024"/>
                </a:cubicBezTo>
                <a:cubicBezTo>
                  <a:pt x="195029" y="153837"/>
                  <a:pt x="206218" y="165029"/>
                  <a:pt x="220034" y="165029"/>
                </a:cubicBezTo>
                <a:cubicBezTo>
                  <a:pt x="233847" y="165029"/>
                  <a:pt x="245039" y="153840"/>
                  <a:pt x="245039" y="140027"/>
                </a:cubicBezTo>
                <a:cubicBezTo>
                  <a:pt x="245039" y="129776"/>
                  <a:pt x="238849" y="120962"/>
                  <a:pt x="230039" y="117087"/>
                </a:cubicBezTo>
                <a:lnTo>
                  <a:pt x="230039" y="110023"/>
                </a:lnTo>
                <a:cubicBezTo>
                  <a:pt x="230039" y="93458"/>
                  <a:pt x="216600" y="80020"/>
                  <a:pt x="200035" y="80020"/>
                </a:cubicBezTo>
                <a:lnTo>
                  <a:pt x="175033" y="80020"/>
                </a:lnTo>
                <a:lnTo>
                  <a:pt x="175033" y="55018"/>
                </a:lnTo>
                <a:cubicBezTo>
                  <a:pt x="175033" y="41205"/>
                  <a:pt x="186222" y="30017"/>
                  <a:pt x="200038" y="30017"/>
                </a:cubicBezTo>
                <a:cubicBezTo>
                  <a:pt x="211415" y="30017"/>
                  <a:pt x="221103" y="37643"/>
                  <a:pt x="224105" y="48083"/>
                </a:cubicBezTo>
                <a:cubicBezTo>
                  <a:pt x="225292" y="52333"/>
                  <a:pt x="228355" y="55834"/>
                  <a:pt x="232356" y="57646"/>
                </a:cubicBezTo>
                <a:cubicBezTo>
                  <a:pt x="242731" y="62334"/>
                  <a:pt x="249984" y="72710"/>
                  <a:pt x="250044" y="84836"/>
                </a:cubicBezTo>
                <a:cubicBezTo>
                  <a:pt x="250108" y="90524"/>
                  <a:pt x="253296" y="95651"/>
                  <a:pt x="258359" y="98150"/>
                </a:cubicBezTo>
                <a:cubicBezTo>
                  <a:pt x="268296" y="103088"/>
                  <a:pt x="275049" y="113278"/>
                  <a:pt x="275049" y="125027"/>
                </a:cubicBezTo>
                <a:cubicBezTo>
                  <a:pt x="275049" y="129466"/>
                  <a:pt x="274111" y="133591"/>
                  <a:pt x="272425" y="137342"/>
                </a:cubicBezTo>
                <a:cubicBezTo>
                  <a:pt x="269676" y="143407"/>
                  <a:pt x="271237" y="150470"/>
                  <a:pt x="276236" y="154845"/>
                </a:cubicBezTo>
                <a:cubicBezTo>
                  <a:pt x="284676" y="162222"/>
                  <a:pt x="290049" y="172972"/>
                  <a:pt x="290049" y="185038"/>
                </a:cubicBezTo>
                <a:cubicBezTo>
                  <a:pt x="290049" y="197663"/>
                  <a:pt x="284237" y="208852"/>
                  <a:pt x="275110" y="216229"/>
                </a:cubicBezTo>
                <a:cubicBezTo>
                  <a:pt x="270921" y="219605"/>
                  <a:pt x="268860" y="224979"/>
                  <a:pt x="269672" y="230295"/>
                </a:cubicBezTo>
                <a:cubicBezTo>
                  <a:pt x="269922" y="231856"/>
                  <a:pt x="270047" y="233421"/>
                  <a:pt x="270047" y="235044"/>
                </a:cubicBezTo>
                <a:cubicBezTo>
                  <a:pt x="270047" y="251360"/>
                  <a:pt x="257044" y="264609"/>
                  <a:pt x="240856" y="265048"/>
                </a:cubicBezTo>
                <a:cubicBezTo>
                  <a:pt x="235105" y="265236"/>
                  <a:pt x="229981" y="268610"/>
                  <a:pt x="227603" y="273862"/>
                </a:cubicBezTo>
                <a:cubicBezTo>
                  <a:pt x="223289" y="283424"/>
                  <a:pt x="213665" y="290052"/>
                  <a:pt x="202538" y="290052"/>
                </a:cubicBezTo>
                <a:lnTo>
                  <a:pt x="202525" y="290036"/>
                </a:lnTo>
                <a:moveTo>
                  <a:pt x="110014" y="80010"/>
                </a:moveTo>
                <a:cubicBezTo>
                  <a:pt x="115538" y="80010"/>
                  <a:pt x="120015" y="84487"/>
                  <a:pt x="120015" y="90011"/>
                </a:cubicBezTo>
                <a:cubicBezTo>
                  <a:pt x="120015" y="95535"/>
                  <a:pt x="115538" y="100013"/>
                  <a:pt x="110014" y="100013"/>
                </a:cubicBezTo>
                <a:cubicBezTo>
                  <a:pt x="104490" y="100013"/>
                  <a:pt x="100013" y="95535"/>
                  <a:pt x="100013" y="90011"/>
                </a:cubicBezTo>
                <a:cubicBezTo>
                  <a:pt x="100013" y="84487"/>
                  <a:pt x="104490" y="80010"/>
                  <a:pt x="110014" y="80010"/>
                </a:cubicBezTo>
                <a:moveTo>
                  <a:pt x="100013" y="210026"/>
                </a:moveTo>
                <a:cubicBezTo>
                  <a:pt x="105536" y="210026"/>
                  <a:pt x="110014" y="214504"/>
                  <a:pt x="110014" y="220028"/>
                </a:cubicBezTo>
                <a:cubicBezTo>
                  <a:pt x="110014" y="225551"/>
                  <a:pt x="105536" y="230029"/>
                  <a:pt x="100013" y="230029"/>
                </a:cubicBezTo>
                <a:cubicBezTo>
                  <a:pt x="94489" y="230029"/>
                  <a:pt x="90011" y="225551"/>
                  <a:pt x="90011" y="220028"/>
                </a:cubicBezTo>
                <a:cubicBezTo>
                  <a:pt x="90011" y="214504"/>
                  <a:pt x="94489" y="210026"/>
                  <a:pt x="100013" y="210026"/>
                </a:cubicBezTo>
                <a:moveTo>
                  <a:pt x="210026" y="140017"/>
                </a:moveTo>
                <a:cubicBezTo>
                  <a:pt x="210026" y="134494"/>
                  <a:pt x="214504" y="130016"/>
                  <a:pt x="220028" y="130016"/>
                </a:cubicBezTo>
                <a:cubicBezTo>
                  <a:pt x="225551" y="130016"/>
                  <a:pt x="230029" y="134494"/>
                  <a:pt x="230029" y="140017"/>
                </a:cubicBezTo>
                <a:cubicBezTo>
                  <a:pt x="230029" y="145541"/>
                  <a:pt x="225551" y="150019"/>
                  <a:pt x="220028" y="150019"/>
                </a:cubicBezTo>
                <a:cubicBezTo>
                  <a:pt x="214504" y="150019"/>
                  <a:pt x="210026" y="145541"/>
                  <a:pt x="210026" y="140017"/>
                </a:cubicBezTo>
                <a:moveTo>
                  <a:pt x="230029" y="200025"/>
                </a:moveTo>
                <a:cubicBezTo>
                  <a:pt x="235553" y="200025"/>
                  <a:pt x="240030" y="204502"/>
                  <a:pt x="240030" y="210026"/>
                </a:cubicBezTo>
                <a:cubicBezTo>
                  <a:pt x="240030" y="215550"/>
                  <a:pt x="235553" y="220028"/>
                  <a:pt x="230029" y="220028"/>
                </a:cubicBezTo>
                <a:cubicBezTo>
                  <a:pt x="224505" y="220028"/>
                  <a:pt x="220027" y="215550"/>
                  <a:pt x="220027" y="210026"/>
                </a:cubicBezTo>
                <a:cubicBezTo>
                  <a:pt x="220027" y="204502"/>
                  <a:pt x="224505" y="200025"/>
                  <a:pt x="230029" y="200025"/>
                </a:cubicBezTo>
              </a:path>
            </a:pathLst>
          </a:custGeom>
          <a:solidFill>
            <a:srgbClr val="111111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47D2F8F8-CBA2-FDCF-0C8E-279A05D744F4}"/>
              </a:ext>
            </a:extLst>
          </p:cNvPr>
          <p:cNvSpPr/>
          <p:nvPr/>
        </p:nvSpPr>
        <p:spPr>
          <a:xfrm>
            <a:off x="7543801" y="3716319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111111"/>
                </a:solidFill>
                <a:latin typeface="Lexend Deca Bold" pitchFamily="34" charset="0"/>
                <a:ea typeface="Lexend Deca Bold" pitchFamily="34" charset="-122"/>
                <a:cs typeface="Lexend Deca Bold" pitchFamily="34" charset="-120"/>
              </a:rPr>
              <a:t>GPU-Enabled Computing Unit</a:t>
            </a:r>
            <a:endParaRPr lang="en-US" sz="12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8F81A392-1389-7F75-D4E1-19F6AD14411B}"/>
              </a:ext>
            </a:extLst>
          </p:cNvPr>
          <p:cNvSpPr/>
          <p:nvPr/>
        </p:nvSpPr>
        <p:spPr>
          <a:xfrm>
            <a:off x="7543801" y="4202602"/>
            <a:ext cx="1645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100" dirty="0">
                <a:solidFill>
                  <a:srgbClr val="111111"/>
                </a:solidFill>
                <a:latin typeface="Lexend Regular" pitchFamily="34" charset="0"/>
                <a:ea typeface="Lexend Regular" pitchFamily="34" charset="-122"/>
                <a:cs typeface="Lexend Regular" pitchFamily="34" charset="-120"/>
              </a:rPr>
              <a:t>A high-performance computing unit with GPU capabilities is necessary.</a:t>
            </a:r>
            <a:endParaRPr lang="en-US" sz="1100" dirty="0"/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100" dirty="0">
                <a:solidFill>
                  <a:srgbClr val="111111"/>
                </a:solidFill>
                <a:latin typeface="Lexend Regular" pitchFamily="34" charset="0"/>
                <a:ea typeface="Lexend Regular" pitchFamily="34" charset="-122"/>
                <a:cs typeface="Lexend Regular" pitchFamily="34" charset="-120"/>
              </a:rPr>
              <a:t>This hardware supports efficient model training and inference tasks.</a:t>
            </a:r>
            <a:endParaRPr lang="en-US" sz="11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B80D232A-43FC-BC1A-F03D-BD14CEEC8894}"/>
              </a:ext>
            </a:extLst>
          </p:cNvPr>
          <p:cNvSpPr/>
          <p:nvPr/>
        </p:nvSpPr>
        <p:spPr>
          <a:xfrm>
            <a:off x="7543801" y="3304890"/>
            <a:ext cx="320040" cy="224028"/>
          </a:xfrm>
          <a:custGeom>
            <a:avLst/>
            <a:gdLst/>
            <a:ahLst/>
            <a:cxnLst/>
            <a:rect l="l" t="t" r="r" b="b"/>
            <a:pathLst>
              <a:path w="320040" h="224028">
                <a:moveTo>
                  <a:pt x="192024" y="24002"/>
                </a:moveTo>
                <a:cubicBezTo>
                  <a:pt x="196425" y="24002"/>
                  <a:pt x="200025" y="27602"/>
                  <a:pt x="200025" y="32002"/>
                </a:cubicBezTo>
                <a:lnTo>
                  <a:pt x="200025" y="144016"/>
                </a:lnTo>
                <a:cubicBezTo>
                  <a:pt x="200025" y="148416"/>
                  <a:pt x="196425" y="152016"/>
                  <a:pt x="192024" y="152016"/>
                </a:cubicBezTo>
                <a:lnTo>
                  <a:pt x="140667" y="152016"/>
                </a:lnTo>
                <a:lnTo>
                  <a:pt x="132017" y="152016"/>
                </a:lnTo>
                <a:lnTo>
                  <a:pt x="92012" y="152016"/>
                </a:lnTo>
                <a:lnTo>
                  <a:pt x="83361" y="152016"/>
                </a:lnTo>
                <a:lnTo>
                  <a:pt x="32004" y="152016"/>
                </a:lnTo>
                <a:cubicBezTo>
                  <a:pt x="27603" y="152016"/>
                  <a:pt x="24003" y="148416"/>
                  <a:pt x="24003" y="144016"/>
                </a:cubicBezTo>
                <a:lnTo>
                  <a:pt x="24003" y="32002"/>
                </a:lnTo>
                <a:cubicBezTo>
                  <a:pt x="24003" y="27602"/>
                  <a:pt x="27603" y="24002"/>
                  <a:pt x="32004" y="24002"/>
                </a:cubicBezTo>
                <a:lnTo>
                  <a:pt x="192024" y="24002"/>
                </a:lnTo>
                <a:moveTo>
                  <a:pt x="32004" y="176021"/>
                </a:moveTo>
                <a:lnTo>
                  <a:pt x="75360" y="176021"/>
                </a:lnTo>
                <a:lnTo>
                  <a:pt x="67359" y="200023"/>
                </a:lnTo>
                <a:lnTo>
                  <a:pt x="44006" y="200023"/>
                </a:lnTo>
                <a:cubicBezTo>
                  <a:pt x="37355" y="200023"/>
                  <a:pt x="32004" y="205373"/>
                  <a:pt x="32004" y="212025"/>
                </a:cubicBezTo>
                <a:cubicBezTo>
                  <a:pt x="32004" y="218676"/>
                  <a:pt x="37355" y="224026"/>
                  <a:pt x="44006" y="224026"/>
                </a:cubicBezTo>
                <a:lnTo>
                  <a:pt x="59358" y="224026"/>
                </a:lnTo>
                <a:lnTo>
                  <a:pt x="76010" y="224026"/>
                </a:lnTo>
                <a:lnTo>
                  <a:pt x="148019" y="224026"/>
                </a:lnTo>
                <a:lnTo>
                  <a:pt x="164670" y="224026"/>
                </a:lnTo>
                <a:lnTo>
                  <a:pt x="180023" y="224026"/>
                </a:lnTo>
                <a:cubicBezTo>
                  <a:pt x="186673" y="224026"/>
                  <a:pt x="192024" y="218676"/>
                  <a:pt x="192024" y="212025"/>
                </a:cubicBezTo>
                <a:cubicBezTo>
                  <a:pt x="192024" y="205373"/>
                  <a:pt x="186673" y="200023"/>
                  <a:pt x="180023" y="200023"/>
                </a:cubicBezTo>
                <a:lnTo>
                  <a:pt x="156669" y="200023"/>
                </a:lnTo>
                <a:lnTo>
                  <a:pt x="148668" y="176021"/>
                </a:lnTo>
                <a:lnTo>
                  <a:pt x="192024" y="176021"/>
                </a:lnTo>
                <a:cubicBezTo>
                  <a:pt x="209677" y="176021"/>
                  <a:pt x="224028" y="161670"/>
                  <a:pt x="224028" y="144016"/>
                </a:cubicBezTo>
                <a:lnTo>
                  <a:pt x="224028" y="32002"/>
                </a:lnTo>
                <a:cubicBezTo>
                  <a:pt x="224028" y="14351"/>
                  <a:pt x="209677" y="-2"/>
                  <a:pt x="192024" y="-2"/>
                </a:cubicBezTo>
                <a:lnTo>
                  <a:pt x="32004" y="-2"/>
                </a:lnTo>
                <a:cubicBezTo>
                  <a:pt x="14351" y="-2"/>
                  <a:pt x="0" y="14349"/>
                  <a:pt x="0" y="32002"/>
                </a:cubicBezTo>
                <a:lnTo>
                  <a:pt x="0" y="144016"/>
                </a:lnTo>
                <a:cubicBezTo>
                  <a:pt x="0" y="161668"/>
                  <a:pt x="14351" y="176021"/>
                  <a:pt x="32004" y="176021"/>
                </a:cubicBezTo>
                <a:lnTo>
                  <a:pt x="32004" y="176021"/>
                </a:lnTo>
                <a:moveTo>
                  <a:pt x="92661" y="200026"/>
                </a:moveTo>
                <a:lnTo>
                  <a:pt x="100662" y="176023"/>
                </a:lnTo>
                <a:lnTo>
                  <a:pt x="123366" y="176023"/>
                </a:lnTo>
                <a:lnTo>
                  <a:pt x="131367" y="200026"/>
                </a:lnTo>
                <a:lnTo>
                  <a:pt x="92661" y="200026"/>
                </a:lnTo>
                <a:moveTo>
                  <a:pt x="264033" y="24002"/>
                </a:moveTo>
                <a:lnTo>
                  <a:pt x="296037" y="24002"/>
                </a:lnTo>
                <a:lnTo>
                  <a:pt x="296037" y="40005"/>
                </a:lnTo>
                <a:lnTo>
                  <a:pt x="264033" y="40005"/>
                </a:lnTo>
                <a:lnTo>
                  <a:pt x="264033" y="24002"/>
                </a:lnTo>
                <a:moveTo>
                  <a:pt x="264033" y="64007"/>
                </a:moveTo>
                <a:lnTo>
                  <a:pt x="296037" y="64007"/>
                </a:lnTo>
                <a:lnTo>
                  <a:pt x="296037" y="80009"/>
                </a:lnTo>
                <a:lnTo>
                  <a:pt x="264033" y="80009"/>
                </a:lnTo>
                <a:lnTo>
                  <a:pt x="264033" y="64007"/>
                </a:lnTo>
                <a:moveTo>
                  <a:pt x="296037" y="104014"/>
                </a:moveTo>
                <a:lnTo>
                  <a:pt x="296037" y="200026"/>
                </a:lnTo>
                <a:lnTo>
                  <a:pt x="264033" y="200026"/>
                </a:lnTo>
                <a:lnTo>
                  <a:pt x="264033" y="104014"/>
                </a:lnTo>
                <a:lnTo>
                  <a:pt x="296037" y="104014"/>
                </a:lnTo>
                <a:moveTo>
                  <a:pt x="240030" y="24002"/>
                </a:moveTo>
                <a:lnTo>
                  <a:pt x="240030" y="200023"/>
                </a:lnTo>
                <a:cubicBezTo>
                  <a:pt x="240030" y="213275"/>
                  <a:pt x="250780" y="224026"/>
                  <a:pt x="264033" y="224026"/>
                </a:cubicBezTo>
                <a:lnTo>
                  <a:pt x="296037" y="224026"/>
                </a:lnTo>
                <a:cubicBezTo>
                  <a:pt x="309290" y="224026"/>
                  <a:pt x="320040" y="213275"/>
                  <a:pt x="320040" y="200023"/>
                </a:cubicBezTo>
                <a:lnTo>
                  <a:pt x="320040" y="24002"/>
                </a:lnTo>
                <a:cubicBezTo>
                  <a:pt x="320040" y="10751"/>
                  <a:pt x="309290" y="0"/>
                  <a:pt x="296037" y="0"/>
                </a:cubicBezTo>
                <a:lnTo>
                  <a:pt x="264033" y="0"/>
                </a:lnTo>
                <a:cubicBezTo>
                  <a:pt x="250780" y="0"/>
                  <a:pt x="240030" y="10751"/>
                  <a:pt x="240030" y="24002"/>
                </a:cubicBezTo>
                <a:lnTo>
                  <a:pt x="240030" y="24002"/>
                </a:lnTo>
                <a:moveTo>
                  <a:pt x="280035" y="164020"/>
                </a:moveTo>
                <a:cubicBezTo>
                  <a:pt x="286663" y="164020"/>
                  <a:pt x="292037" y="158648"/>
                  <a:pt x="292037" y="152019"/>
                </a:cubicBezTo>
                <a:cubicBezTo>
                  <a:pt x="292037" y="145390"/>
                  <a:pt x="286663" y="140017"/>
                  <a:pt x="280035" y="140017"/>
                </a:cubicBezTo>
                <a:cubicBezTo>
                  <a:pt x="273407" y="140017"/>
                  <a:pt x="268034" y="145390"/>
                  <a:pt x="268034" y="152019"/>
                </a:cubicBezTo>
                <a:cubicBezTo>
                  <a:pt x="268034" y="158648"/>
                  <a:pt x="273407" y="164020"/>
                  <a:pt x="280035" y="164020"/>
                </a:cubicBezTo>
              </a:path>
            </a:pathLst>
          </a:custGeom>
          <a:solidFill>
            <a:srgbClr val="111111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EC917943-0DC0-E58A-A79F-7A0378EE8CEE}"/>
              </a:ext>
            </a:extLst>
          </p:cNvPr>
          <p:cNvSpPr/>
          <p:nvPr/>
        </p:nvSpPr>
        <p:spPr>
          <a:xfrm>
            <a:off x="5273041" y="3716319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111111"/>
                </a:solidFill>
                <a:latin typeface="Lexend Deca Bold" pitchFamily="34" charset="0"/>
                <a:ea typeface="Lexend Deca Bold" pitchFamily="34" charset="-122"/>
                <a:cs typeface="Lexend Deca Bold" pitchFamily="34" charset="-120"/>
              </a:rPr>
              <a:t>Physiological Sensors</a:t>
            </a:r>
            <a:endParaRPr lang="en-US" sz="12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672F4683-FE8C-83E7-4D56-028FAA067068}"/>
              </a:ext>
            </a:extLst>
          </p:cNvPr>
          <p:cNvSpPr/>
          <p:nvPr/>
        </p:nvSpPr>
        <p:spPr>
          <a:xfrm>
            <a:off x="5273041" y="4202602"/>
            <a:ext cx="1645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100" dirty="0">
                <a:solidFill>
                  <a:srgbClr val="111111"/>
                </a:solidFill>
                <a:latin typeface="Lexend Regular" pitchFamily="34" charset="0"/>
                <a:ea typeface="Lexend Regular" pitchFamily="34" charset="-122"/>
                <a:cs typeface="Lexend Regular" pitchFamily="34" charset="-120"/>
              </a:rPr>
              <a:t>Optional physiological sensors like heart rate monitors and skin conductance devices can be used.</a:t>
            </a:r>
            <a:endParaRPr lang="en-US" sz="1100" dirty="0"/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100" dirty="0">
                <a:solidFill>
                  <a:srgbClr val="111111"/>
                </a:solidFill>
                <a:latin typeface="Lexend Regular" pitchFamily="34" charset="0"/>
                <a:ea typeface="Lexend Regular" pitchFamily="34" charset="-122"/>
                <a:cs typeface="Lexend Regular" pitchFamily="34" charset="-120"/>
              </a:rPr>
              <a:t>These sensors provide additional data for comprehensive analysis.</a:t>
            </a:r>
            <a:endParaRPr lang="en-US" sz="11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DBB4DFDA-D1E4-DAAD-F295-AC531C50DF9A}"/>
              </a:ext>
            </a:extLst>
          </p:cNvPr>
          <p:cNvSpPr/>
          <p:nvPr/>
        </p:nvSpPr>
        <p:spPr>
          <a:xfrm>
            <a:off x="5273041" y="3292444"/>
            <a:ext cx="320040" cy="248920"/>
          </a:xfrm>
          <a:custGeom>
            <a:avLst/>
            <a:gdLst/>
            <a:ahLst/>
            <a:cxnLst/>
            <a:rect l="l" t="t" r="r" b="b"/>
            <a:pathLst>
              <a:path w="320040" h="248920">
                <a:moveTo>
                  <a:pt x="35560" y="26669"/>
                </a:moveTo>
                <a:cubicBezTo>
                  <a:pt x="30669" y="26669"/>
                  <a:pt x="26669" y="30669"/>
                  <a:pt x="26669" y="35558"/>
                </a:cubicBezTo>
                <a:lnTo>
                  <a:pt x="26669" y="115569"/>
                </a:lnTo>
                <a:lnTo>
                  <a:pt x="97788" y="115569"/>
                </a:lnTo>
                <a:cubicBezTo>
                  <a:pt x="102454" y="115569"/>
                  <a:pt x="106791" y="118013"/>
                  <a:pt x="109233" y="122070"/>
                </a:cubicBezTo>
                <a:lnTo>
                  <a:pt x="123401" y="145685"/>
                </a:lnTo>
                <a:lnTo>
                  <a:pt x="156960" y="78509"/>
                </a:lnTo>
                <a:cubicBezTo>
                  <a:pt x="159127" y="74176"/>
                  <a:pt x="163518" y="71343"/>
                  <a:pt x="168351" y="71176"/>
                </a:cubicBezTo>
                <a:cubicBezTo>
                  <a:pt x="173183" y="71009"/>
                  <a:pt x="177795" y="73454"/>
                  <a:pt x="180298" y="77621"/>
                </a:cubicBezTo>
                <a:lnTo>
                  <a:pt x="203078" y="115571"/>
                </a:lnTo>
                <a:lnTo>
                  <a:pt x="235527" y="115571"/>
                </a:lnTo>
                <a:cubicBezTo>
                  <a:pt x="242917" y="115571"/>
                  <a:pt x="248863" y="121515"/>
                  <a:pt x="248863" y="128906"/>
                </a:cubicBezTo>
                <a:cubicBezTo>
                  <a:pt x="248863" y="136296"/>
                  <a:pt x="242917" y="142240"/>
                  <a:pt x="235527" y="142240"/>
                </a:cubicBezTo>
                <a:lnTo>
                  <a:pt x="195522" y="142240"/>
                </a:lnTo>
                <a:cubicBezTo>
                  <a:pt x="190856" y="142240"/>
                  <a:pt x="186523" y="139796"/>
                  <a:pt x="184077" y="135739"/>
                </a:cubicBezTo>
                <a:lnTo>
                  <a:pt x="169909" y="112124"/>
                </a:lnTo>
                <a:lnTo>
                  <a:pt x="136404" y="179300"/>
                </a:lnTo>
                <a:cubicBezTo>
                  <a:pt x="134238" y="183633"/>
                  <a:pt x="129847" y="186466"/>
                  <a:pt x="125014" y="186633"/>
                </a:cubicBezTo>
                <a:cubicBezTo>
                  <a:pt x="120181" y="186800"/>
                  <a:pt x="115570" y="184355"/>
                  <a:pt x="113067" y="180188"/>
                </a:cubicBezTo>
                <a:lnTo>
                  <a:pt x="90287" y="142238"/>
                </a:lnTo>
                <a:lnTo>
                  <a:pt x="26669" y="142238"/>
                </a:lnTo>
                <a:lnTo>
                  <a:pt x="26669" y="213357"/>
                </a:lnTo>
                <a:cubicBezTo>
                  <a:pt x="26669" y="218246"/>
                  <a:pt x="30669" y="222246"/>
                  <a:pt x="35560" y="222246"/>
                </a:cubicBezTo>
                <a:lnTo>
                  <a:pt x="284480" y="222246"/>
                </a:lnTo>
                <a:cubicBezTo>
                  <a:pt x="289371" y="222246"/>
                  <a:pt x="293371" y="218246"/>
                  <a:pt x="293371" y="213357"/>
                </a:cubicBezTo>
                <a:lnTo>
                  <a:pt x="293371" y="35556"/>
                </a:lnTo>
                <a:cubicBezTo>
                  <a:pt x="293371" y="30667"/>
                  <a:pt x="289371" y="26667"/>
                  <a:pt x="284480" y="26667"/>
                </a:cubicBezTo>
                <a:lnTo>
                  <a:pt x="35560" y="26669"/>
                </a:lnTo>
                <a:moveTo>
                  <a:pt x="0" y="35561"/>
                </a:moveTo>
                <a:cubicBezTo>
                  <a:pt x="0" y="15948"/>
                  <a:pt x="15948" y="0"/>
                  <a:pt x="35560" y="0"/>
                </a:cubicBezTo>
                <a:lnTo>
                  <a:pt x="284480" y="0"/>
                </a:lnTo>
                <a:cubicBezTo>
                  <a:pt x="304092" y="0"/>
                  <a:pt x="320040" y="15946"/>
                  <a:pt x="320040" y="35561"/>
                </a:cubicBezTo>
                <a:lnTo>
                  <a:pt x="320040" y="213362"/>
                </a:lnTo>
                <a:cubicBezTo>
                  <a:pt x="320040" y="232974"/>
                  <a:pt x="304092" y="248923"/>
                  <a:pt x="284480" y="248923"/>
                </a:cubicBezTo>
                <a:lnTo>
                  <a:pt x="35560" y="248923"/>
                </a:lnTo>
                <a:cubicBezTo>
                  <a:pt x="15948" y="248923"/>
                  <a:pt x="0" y="232977"/>
                  <a:pt x="0" y="213362"/>
                </a:cubicBezTo>
                <a:lnTo>
                  <a:pt x="0" y="35561"/>
                </a:lnTo>
              </a:path>
            </a:pathLst>
          </a:custGeom>
          <a:solidFill>
            <a:srgbClr val="111111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FF7A604E-59F3-758C-FDC0-5A00CFAA960D}"/>
              </a:ext>
            </a:extLst>
          </p:cNvPr>
          <p:cNvSpPr/>
          <p:nvPr/>
        </p:nvSpPr>
        <p:spPr>
          <a:xfrm>
            <a:off x="3002281" y="3716319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111111"/>
                </a:solidFill>
                <a:latin typeface="Lexend Deca Bold" pitchFamily="34" charset="0"/>
                <a:ea typeface="Lexend Deca Bold" pitchFamily="34" charset="-122"/>
                <a:cs typeface="Lexend Deca Bold" pitchFamily="34" charset="-120"/>
              </a:rPr>
              <a:t>Microphone Array</a:t>
            </a:r>
            <a:endParaRPr lang="en-US" sz="120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DF81163C-722A-4BF2-9E03-3590B44BB400}"/>
              </a:ext>
            </a:extLst>
          </p:cNvPr>
          <p:cNvSpPr/>
          <p:nvPr/>
        </p:nvSpPr>
        <p:spPr>
          <a:xfrm>
            <a:off x="3002281" y="4202602"/>
            <a:ext cx="1645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endParaRPr lang="en-US" sz="11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A461714D-2471-8F8F-801B-4CEAF570E830}"/>
              </a:ext>
            </a:extLst>
          </p:cNvPr>
          <p:cNvSpPr/>
          <p:nvPr/>
        </p:nvSpPr>
        <p:spPr>
          <a:xfrm>
            <a:off x="3052287" y="3256884"/>
            <a:ext cx="220028" cy="320040"/>
          </a:xfrm>
          <a:custGeom>
            <a:avLst/>
            <a:gdLst/>
            <a:ahLst/>
            <a:cxnLst/>
            <a:rect l="l" t="t" r="r" b="b"/>
            <a:pathLst>
              <a:path w="220028" h="320040">
                <a:moveTo>
                  <a:pt x="140017" y="60008"/>
                </a:moveTo>
                <a:lnTo>
                  <a:pt x="140017" y="160020"/>
                </a:lnTo>
                <a:cubicBezTo>
                  <a:pt x="140017" y="176585"/>
                  <a:pt x="126577" y="190024"/>
                  <a:pt x="110014" y="190024"/>
                </a:cubicBezTo>
                <a:cubicBezTo>
                  <a:pt x="93450" y="190024"/>
                  <a:pt x="80011" y="176585"/>
                  <a:pt x="80011" y="160020"/>
                </a:cubicBezTo>
                <a:lnTo>
                  <a:pt x="80011" y="60008"/>
                </a:lnTo>
                <a:cubicBezTo>
                  <a:pt x="80011" y="43442"/>
                  <a:pt x="93450" y="30004"/>
                  <a:pt x="110014" y="30004"/>
                </a:cubicBezTo>
                <a:cubicBezTo>
                  <a:pt x="126577" y="30004"/>
                  <a:pt x="140017" y="43442"/>
                  <a:pt x="140017" y="60008"/>
                </a:cubicBezTo>
                <a:lnTo>
                  <a:pt x="140017" y="60008"/>
                </a:lnTo>
                <a:moveTo>
                  <a:pt x="50006" y="60008"/>
                </a:moveTo>
                <a:lnTo>
                  <a:pt x="50006" y="160020"/>
                </a:lnTo>
                <a:cubicBezTo>
                  <a:pt x="50006" y="193151"/>
                  <a:pt x="76884" y="220028"/>
                  <a:pt x="110014" y="220028"/>
                </a:cubicBezTo>
                <a:cubicBezTo>
                  <a:pt x="143143" y="220028"/>
                  <a:pt x="170022" y="193151"/>
                  <a:pt x="170022" y="160020"/>
                </a:cubicBezTo>
                <a:lnTo>
                  <a:pt x="170022" y="60008"/>
                </a:lnTo>
                <a:cubicBezTo>
                  <a:pt x="170022" y="26877"/>
                  <a:pt x="143143" y="0"/>
                  <a:pt x="110014" y="0"/>
                </a:cubicBezTo>
                <a:cubicBezTo>
                  <a:pt x="76884" y="0"/>
                  <a:pt x="50006" y="26877"/>
                  <a:pt x="50006" y="60008"/>
                </a:cubicBezTo>
                <a:lnTo>
                  <a:pt x="50006" y="60008"/>
                </a:lnTo>
                <a:moveTo>
                  <a:pt x="30003" y="135018"/>
                </a:moveTo>
                <a:cubicBezTo>
                  <a:pt x="30003" y="126704"/>
                  <a:pt x="23314" y="120018"/>
                  <a:pt x="15001" y="120018"/>
                </a:cubicBezTo>
                <a:cubicBezTo>
                  <a:pt x="6689" y="120018"/>
                  <a:pt x="0" y="126707"/>
                  <a:pt x="0" y="135022"/>
                </a:cubicBezTo>
                <a:lnTo>
                  <a:pt x="0" y="160026"/>
                </a:lnTo>
                <a:cubicBezTo>
                  <a:pt x="0" y="215720"/>
                  <a:pt x="41381" y="261726"/>
                  <a:pt x="95012" y="269038"/>
                </a:cubicBezTo>
                <a:lnTo>
                  <a:pt x="95012" y="290043"/>
                </a:lnTo>
                <a:lnTo>
                  <a:pt x="65009" y="290043"/>
                </a:lnTo>
                <a:cubicBezTo>
                  <a:pt x="56697" y="290043"/>
                  <a:pt x="50008" y="296732"/>
                  <a:pt x="50008" y="305046"/>
                </a:cubicBezTo>
                <a:cubicBezTo>
                  <a:pt x="50008" y="313361"/>
                  <a:pt x="56697" y="320050"/>
                  <a:pt x="65009" y="320050"/>
                </a:cubicBezTo>
                <a:lnTo>
                  <a:pt x="110016" y="320050"/>
                </a:lnTo>
                <a:lnTo>
                  <a:pt x="155023" y="320050"/>
                </a:lnTo>
                <a:cubicBezTo>
                  <a:pt x="163335" y="320050"/>
                  <a:pt x="170024" y="313361"/>
                  <a:pt x="170024" y="305049"/>
                </a:cubicBezTo>
                <a:cubicBezTo>
                  <a:pt x="170024" y="296735"/>
                  <a:pt x="163335" y="290049"/>
                  <a:pt x="155023" y="290049"/>
                </a:cubicBezTo>
                <a:lnTo>
                  <a:pt x="125020" y="290049"/>
                </a:lnTo>
                <a:lnTo>
                  <a:pt x="125020" y="269045"/>
                </a:lnTo>
                <a:cubicBezTo>
                  <a:pt x="178651" y="261732"/>
                  <a:pt x="220032" y="215726"/>
                  <a:pt x="220032" y="160033"/>
                </a:cubicBezTo>
                <a:lnTo>
                  <a:pt x="220032" y="135031"/>
                </a:lnTo>
                <a:cubicBezTo>
                  <a:pt x="220032" y="126717"/>
                  <a:pt x="213343" y="120031"/>
                  <a:pt x="205030" y="120031"/>
                </a:cubicBezTo>
                <a:cubicBezTo>
                  <a:pt x="196718" y="120031"/>
                  <a:pt x="190029" y="126720"/>
                  <a:pt x="190029" y="135035"/>
                </a:cubicBezTo>
                <a:lnTo>
                  <a:pt x="190029" y="160039"/>
                </a:lnTo>
                <a:cubicBezTo>
                  <a:pt x="190029" y="204234"/>
                  <a:pt x="154213" y="240049"/>
                  <a:pt x="110018" y="240049"/>
                </a:cubicBezTo>
                <a:cubicBezTo>
                  <a:pt x="65826" y="240049"/>
                  <a:pt x="30007" y="204234"/>
                  <a:pt x="30007" y="160039"/>
                </a:cubicBezTo>
                <a:lnTo>
                  <a:pt x="30003" y="135018"/>
                </a:lnTo>
              </a:path>
            </a:pathLst>
          </a:custGeom>
          <a:solidFill>
            <a:srgbClr val="111111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F324ABD4-31E8-F317-D67D-FDDC1938767B}"/>
              </a:ext>
            </a:extLst>
          </p:cNvPr>
          <p:cNvSpPr/>
          <p:nvPr/>
        </p:nvSpPr>
        <p:spPr>
          <a:xfrm>
            <a:off x="731521" y="3716319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endParaRPr lang="en-US" sz="120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9769662E-055D-BFC3-9AD5-EAE34CE93F34}"/>
              </a:ext>
            </a:extLst>
          </p:cNvPr>
          <p:cNvSpPr/>
          <p:nvPr/>
        </p:nvSpPr>
        <p:spPr>
          <a:xfrm>
            <a:off x="731521" y="4202602"/>
            <a:ext cx="1645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endParaRPr lang="en-US" sz="1100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018953F6-36E1-1626-A8D2-57275782F072}"/>
              </a:ext>
            </a:extLst>
          </p:cNvPr>
          <p:cNvSpPr/>
          <p:nvPr/>
        </p:nvSpPr>
        <p:spPr>
          <a:xfrm>
            <a:off x="-740928" y="-1531565"/>
            <a:ext cx="2743200" cy="2743200"/>
          </a:xfrm>
          <a:custGeom>
            <a:avLst/>
            <a:gdLst/>
            <a:ahLst/>
            <a:cxnLst/>
            <a:rect l="l" t="t" r="r" b="b"/>
            <a:pathLst>
              <a:path w="2743200" h="2743200">
                <a:moveTo>
                  <a:pt x="0" y="1371600"/>
                </a:moveTo>
                <a:cubicBezTo>
                  <a:pt x="0" y="614093"/>
                  <a:pt x="614093" y="0"/>
                  <a:pt x="1371600" y="0"/>
                </a:cubicBezTo>
                <a:cubicBezTo>
                  <a:pt x="2129107" y="0"/>
                  <a:pt x="2743200" y="614093"/>
                  <a:pt x="2743200" y="1371600"/>
                </a:cubicBezTo>
                <a:cubicBezTo>
                  <a:pt x="2743200" y="2129107"/>
                  <a:pt x="2129107" y="2743200"/>
                  <a:pt x="1371600" y="2743200"/>
                </a:cubicBezTo>
                <a:cubicBezTo>
                  <a:pt x="614093" y="2743200"/>
                  <a:pt x="0" y="2129107"/>
                  <a:pt x="0" y="1371600"/>
                </a:cubicBezTo>
              </a:path>
            </a:pathLst>
          </a:custGeom>
          <a:gradFill>
            <a:gsLst>
              <a:gs pos="0">
                <a:srgbClr val="FFFFFF">
                  <a:alpha val="100000"/>
                </a:srgbClr>
              </a:gs>
              <a:gs pos="100000">
                <a:srgbClr val="BFE5FF">
                  <a:alpha val="100000"/>
                </a:srgbClr>
              </a:gs>
            </a:gsLst>
            <a:lin ang="5400000"/>
          </a:gra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710BA428-6E4D-53BF-6816-1F595C2FA935}"/>
              </a:ext>
            </a:extLst>
          </p:cNvPr>
          <p:cNvSpPr/>
          <p:nvPr/>
        </p:nvSpPr>
        <p:spPr>
          <a:xfrm>
            <a:off x="502919" y="17233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EB8A65C-BF64-B40A-7E05-A7DBDD01C9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19" y="2396384"/>
            <a:ext cx="7092383" cy="3935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0396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0118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83604" y="6508085"/>
            <a:ext cx="5760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508085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88888"/>
                </a:solidFill>
                <a:latin typeface="Lexend Regular" pitchFamily="34" charset="0"/>
                <a:ea typeface="Lexend Regular" pitchFamily="34" charset="-122"/>
              </a:rPr>
              <a:t>21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-864824" y="3692376"/>
            <a:ext cx="2992629" cy="2360475"/>
          </a:xfrm>
          <a:custGeom>
            <a:avLst/>
            <a:gdLst/>
            <a:ahLst/>
            <a:cxnLst/>
            <a:rect l="l" t="t" r="r" b="b"/>
            <a:pathLst>
              <a:path w="2992629" h="2997418">
                <a:moveTo>
                  <a:pt x="1881406" y="825009"/>
                </a:moveTo>
                <a:lnTo>
                  <a:pt x="1881406" y="830495"/>
                </a:lnTo>
                <a:lnTo>
                  <a:pt x="1886134" y="827767"/>
                </a:lnTo>
                <a:cubicBezTo>
                  <a:pt x="2015446" y="753341"/>
                  <a:pt x="2139490" y="697889"/>
                  <a:pt x="2230556" y="673640"/>
                </a:cubicBezTo>
                <a:lnTo>
                  <a:pt x="2229748" y="670582"/>
                </a:lnTo>
                <a:lnTo>
                  <a:pt x="2230556" y="673640"/>
                </a:lnTo>
                <a:cubicBezTo>
                  <a:pt x="2552952" y="587674"/>
                  <a:pt x="2884745" y="779598"/>
                  <a:pt x="2971651" y="1102270"/>
                </a:cubicBezTo>
                <a:lnTo>
                  <a:pt x="2974703" y="1101431"/>
                </a:lnTo>
                <a:lnTo>
                  <a:pt x="2971651" y="1102270"/>
                </a:lnTo>
                <a:cubicBezTo>
                  <a:pt x="3058527" y="1424942"/>
                  <a:pt x="2867627" y="1756217"/>
                  <a:pt x="2545231" y="1842153"/>
                </a:cubicBezTo>
                <a:cubicBezTo>
                  <a:pt x="2452460" y="1866882"/>
                  <a:pt x="2313781" y="1880640"/>
                  <a:pt x="2161007" y="1879980"/>
                </a:cubicBezTo>
                <a:lnTo>
                  <a:pt x="2155471" y="1879950"/>
                </a:lnTo>
                <a:lnTo>
                  <a:pt x="2158254" y="1884746"/>
                </a:lnTo>
                <a:cubicBezTo>
                  <a:pt x="2235195" y="2016932"/>
                  <a:pt x="2292653" y="2144173"/>
                  <a:pt x="2317642" y="2237033"/>
                </a:cubicBezTo>
                <a:cubicBezTo>
                  <a:pt x="2404547" y="2559705"/>
                  <a:pt x="2213618" y="2890980"/>
                  <a:pt x="1891222" y="2976915"/>
                </a:cubicBezTo>
                <a:cubicBezTo>
                  <a:pt x="1568826" y="3062881"/>
                  <a:pt x="1237033" y="2870957"/>
                  <a:pt x="1150157" y="2548285"/>
                </a:cubicBezTo>
                <a:cubicBezTo>
                  <a:pt x="1125618" y="2457163"/>
                  <a:pt x="1111522" y="2321830"/>
                  <a:pt x="1111193" y="2172408"/>
                </a:cubicBezTo>
                <a:lnTo>
                  <a:pt x="1111193" y="2166923"/>
                </a:lnTo>
                <a:lnTo>
                  <a:pt x="1106465" y="2169651"/>
                </a:lnTo>
                <a:cubicBezTo>
                  <a:pt x="977153" y="2244107"/>
                  <a:pt x="853109" y="2299529"/>
                  <a:pt x="762043" y="2323808"/>
                </a:cubicBezTo>
                <a:cubicBezTo>
                  <a:pt x="439647" y="2409774"/>
                  <a:pt x="107854" y="2217849"/>
                  <a:pt x="20978" y="1895177"/>
                </a:cubicBezTo>
                <a:cubicBezTo>
                  <a:pt x="-65928" y="1572505"/>
                  <a:pt x="125002" y="1241231"/>
                  <a:pt x="447398" y="1155295"/>
                </a:cubicBezTo>
                <a:cubicBezTo>
                  <a:pt x="540170" y="1130566"/>
                  <a:pt x="678878" y="1116808"/>
                  <a:pt x="831622" y="1117467"/>
                </a:cubicBezTo>
                <a:lnTo>
                  <a:pt x="837158" y="1117497"/>
                </a:lnTo>
                <a:lnTo>
                  <a:pt x="834375" y="1112701"/>
                </a:lnTo>
                <a:cubicBezTo>
                  <a:pt x="757405" y="980515"/>
                  <a:pt x="699976" y="853275"/>
                  <a:pt x="674988" y="760415"/>
                </a:cubicBezTo>
                <a:cubicBezTo>
                  <a:pt x="588082" y="437743"/>
                  <a:pt x="779011" y="106468"/>
                  <a:pt x="1101407" y="20532"/>
                </a:cubicBezTo>
                <a:lnTo>
                  <a:pt x="1100599" y="17475"/>
                </a:lnTo>
                <a:lnTo>
                  <a:pt x="1101407" y="20532"/>
                </a:lnTo>
                <a:cubicBezTo>
                  <a:pt x="1423803" y="-65434"/>
                  <a:pt x="1755596" y="126491"/>
                  <a:pt x="1842472" y="449163"/>
                </a:cubicBezTo>
                <a:cubicBezTo>
                  <a:pt x="1867011" y="540284"/>
                  <a:pt x="1881107" y="675618"/>
                  <a:pt x="1881436" y="825039"/>
                </a:cubicBezTo>
                <a:lnTo>
                  <a:pt x="1881406" y="825009"/>
                </a:lnTo>
              </a:path>
            </a:pathLst>
          </a:custGeom>
          <a:solidFill>
            <a:srgbClr val="BFE5FF">
              <a:alpha val="8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-521479" y="3478242"/>
            <a:ext cx="2992629" cy="2997418"/>
          </a:xfrm>
          <a:custGeom>
            <a:avLst/>
            <a:gdLst/>
            <a:ahLst/>
            <a:cxnLst/>
            <a:rect l="l" t="t" r="r" b="b"/>
            <a:pathLst>
              <a:path w="2992629" h="2997418">
                <a:moveTo>
                  <a:pt x="1881406" y="825009"/>
                </a:moveTo>
                <a:lnTo>
                  <a:pt x="1881406" y="830495"/>
                </a:lnTo>
                <a:lnTo>
                  <a:pt x="1886134" y="827767"/>
                </a:lnTo>
                <a:cubicBezTo>
                  <a:pt x="2015446" y="753341"/>
                  <a:pt x="2139490" y="697889"/>
                  <a:pt x="2230556" y="673640"/>
                </a:cubicBezTo>
                <a:lnTo>
                  <a:pt x="2229748" y="670582"/>
                </a:lnTo>
                <a:lnTo>
                  <a:pt x="2230556" y="673640"/>
                </a:lnTo>
                <a:cubicBezTo>
                  <a:pt x="2552952" y="587674"/>
                  <a:pt x="2884745" y="779598"/>
                  <a:pt x="2971651" y="1102270"/>
                </a:cubicBezTo>
                <a:lnTo>
                  <a:pt x="2974703" y="1101431"/>
                </a:lnTo>
                <a:lnTo>
                  <a:pt x="2971651" y="1102270"/>
                </a:lnTo>
                <a:cubicBezTo>
                  <a:pt x="3058527" y="1424942"/>
                  <a:pt x="2867627" y="1756217"/>
                  <a:pt x="2545231" y="1842153"/>
                </a:cubicBezTo>
                <a:cubicBezTo>
                  <a:pt x="2452460" y="1866882"/>
                  <a:pt x="2313781" y="1880640"/>
                  <a:pt x="2161007" y="1879980"/>
                </a:cubicBezTo>
                <a:lnTo>
                  <a:pt x="2155471" y="1879950"/>
                </a:lnTo>
                <a:lnTo>
                  <a:pt x="2158254" y="1884746"/>
                </a:lnTo>
                <a:cubicBezTo>
                  <a:pt x="2235195" y="2016932"/>
                  <a:pt x="2292653" y="2144173"/>
                  <a:pt x="2317642" y="2237033"/>
                </a:cubicBezTo>
                <a:cubicBezTo>
                  <a:pt x="2404547" y="2559705"/>
                  <a:pt x="2213618" y="2890980"/>
                  <a:pt x="1891222" y="2976915"/>
                </a:cubicBezTo>
                <a:cubicBezTo>
                  <a:pt x="1568826" y="3062881"/>
                  <a:pt x="1237033" y="2870957"/>
                  <a:pt x="1150157" y="2548285"/>
                </a:cubicBezTo>
                <a:cubicBezTo>
                  <a:pt x="1125618" y="2457163"/>
                  <a:pt x="1111522" y="2321830"/>
                  <a:pt x="1111193" y="2172408"/>
                </a:cubicBezTo>
                <a:lnTo>
                  <a:pt x="1111193" y="2166923"/>
                </a:lnTo>
                <a:lnTo>
                  <a:pt x="1106465" y="2169651"/>
                </a:lnTo>
                <a:cubicBezTo>
                  <a:pt x="977153" y="2244107"/>
                  <a:pt x="853109" y="2299529"/>
                  <a:pt x="762043" y="2323808"/>
                </a:cubicBezTo>
                <a:cubicBezTo>
                  <a:pt x="439647" y="2409774"/>
                  <a:pt x="107854" y="2217849"/>
                  <a:pt x="20978" y="1895177"/>
                </a:cubicBezTo>
                <a:cubicBezTo>
                  <a:pt x="-65928" y="1572505"/>
                  <a:pt x="125002" y="1241231"/>
                  <a:pt x="447398" y="1155295"/>
                </a:cubicBezTo>
                <a:cubicBezTo>
                  <a:pt x="540170" y="1130566"/>
                  <a:pt x="678878" y="1116808"/>
                  <a:pt x="831622" y="1117467"/>
                </a:cubicBezTo>
                <a:lnTo>
                  <a:pt x="837158" y="1117497"/>
                </a:lnTo>
                <a:lnTo>
                  <a:pt x="834375" y="1112701"/>
                </a:lnTo>
                <a:cubicBezTo>
                  <a:pt x="757405" y="980515"/>
                  <a:pt x="699976" y="853275"/>
                  <a:pt x="674988" y="760415"/>
                </a:cubicBezTo>
                <a:cubicBezTo>
                  <a:pt x="588082" y="437743"/>
                  <a:pt x="779011" y="106468"/>
                  <a:pt x="1101407" y="20532"/>
                </a:cubicBezTo>
                <a:lnTo>
                  <a:pt x="1100599" y="17475"/>
                </a:lnTo>
                <a:lnTo>
                  <a:pt x="1101407" y="20532"/>
                </a:lnTo>
                <a:cubicBezTo>
                  <a:pt x="1423803" y="-65434"/>
                  <a:pt x="1755596" y="126491"/>
                  <a:pt x="1842472" y="449163"/>
                </a:cubicBezTo>
                <a:cubicBezTo>
                  <a:pt x="1867011" y="540284"/>
                  <a:pt x="1881107" y="675618"/>
                  <a:pt x="1881436" y="825039"/>
                </a:cubicBezTo>
                <a:lnTo>
                  <a:pt x="1881406" y="825009"/>
                </a:lnTo>
              </a:path>
            </a:pathLst>
          </a:custGeom>
          <a:solidFill>
            <a:srgbClr val="003860">
              <a:alpha val="8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02920" y="1796007"/>
            <a:ext cx="8636478" cy="789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800">
                <a:solidFill>
                  <a:srgbClr val="003860"/>
                </a:solidFill>
                <a:latin typeface="Lexend Deca Regular" pitchFamily="34" charset="0"/>
                <a:ea typeface="Lexend Deca Regular" pitchFamily="34" charset="-122"/>
                <a:cs typeface="Lexend Deca Regular" pitchFamily="34" charset="-120"/>
              </a:rPr>
              <a:t>Proposed System </a:t>
            </a:r>
            <a:r>
              <a:rPr lang="en-US" sz="4800" dirty="0">
                <a:solidFill>
                  <a:srgbClr val="003860"/>
                </a:solidFill>
                <a:latin typeface="Lexend Deca Regular" pitchFamily="34" charset="0"/>
                <a:ea typeface="Lexend Deca Regular" pitchFamily="34" charset="-122"/>
                <a:cs typeface="Lexend Deca Regular" pitchFamily="34" charset="-120"/>
              </a:rPr>
              <a:t>Architecture</a:t>
            </a:r>
          </a:p>
          <a:p>
            <a:pPr marL="0" indent="0" algn="l">
              <a:lnSpc>
                <a:spcPct val="90000"/>
              </a:lnSpc>
              <a:buNone/>
            </a:pPr>
            <a:endParaRPr lang="en-US" sz="4800" dirty="0">
              <a:solidFill>
                <a:srgbClr val="003860"/>
              </a:solidFill>
              <a:latin typeface="Lexend Deca Regular" pitchFamily="34" charset="0"/>
              <a:ea typeface="Lexend Deca Regular" pitchFamily="34" charset="-122"/>
            </a:endParaRPr>
          </a:p>
          <a:p>
            <a:pPr marL="0" indent="0" algn="l">
              <a:lnSpc>
                <a:spcPct val="90000"/>
              </a:lnSpc>
              <a:buNone/>
            </a:pP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2568119" y="828013"/>
            <a:ext cx="365158" cy="191854"/>
          </a:xfrm>
          <a:custGeom>
            <a:avLst/>
            <a:gdLst/>
            <a:ahLst/>
            <a:cxnLst/>
            <a:rect l="l" t="t" r="r" b="b"/>
            <a:pathLst>
              <a:path w="365158" h="191854">
                <a:moveTo>
                  <a:pt x="58137" y="184932"/>
                </a:moveTo>
                <a:cubicBezTo>
                  <a:pt x="51491" y="184932"/>
                  <a:pt x="44849" y="183547"/>
                  <a:pt x="38203" y="180778"/>
                </a:cubicBezTo>
                <a:cubicBezTo>
                  <a:pt x="12178" y="169705"/>
                  <a:pt x="0" y="139806"/>
                  <a:pt x="11072" y="113781"/>
                </a:cubicBezTo>
                <a:cubicBezTo>
                  <a:pt x="40142" y="44570"/>
                  <a:pt x="107415" y="-2"/>
                  <a:pt x="182437" y="-2"/>
                </a:cubicBezTo>
                <a:cubicBezTo>
                  <a:pt x="257462" y="-2"/>
                  <a:pt x="324735" y="44570"/>
                  <a:pt x="354079" y="113781"/>
                </a:cubicBezTo>
                <a:cubicBezTo>
                  <a:pt x="365154" y="139804"/>
                  <a:pt x="352973" y="169981"/>
                  <a:pt x="326948" y="180778"/>
                </a:cubicBezTo>
                <a:cubicBezTo>
                  <a:pt x="300923" y="191852"/>
                  <a:pt x="270750" y="179671"/>
                  <a:pt x="259952" y="153648"/>
                </a:cubicBezTo>
                <a:cubicBezTo>
                  <a:pt x="246664" y="122641"/>
                  <a:pt x="216210" y="102431"/>
                  <a:pt x="182437" y="102431"/>
                </a:cubicBezTo>
                <a:cubicBezTo>
                  <a:pt x="148663" y="102431"/>
                  <a:pt x="118487" y="122641"/>
                  <a:pt x="105198" y="153648"/>
                </a:cubicBezTo>
                <a:cubicBezTo>
                  <a:pt x="97169" y="173028"/>
                  <a:pt x="78067" y="184932"/>
                  <a:pt x="58133" y="184932"/>
                </a:cubicBezTo>
                <a:lnTo>
                  <a:pt x="58137" y="184932"/>
                </a:lnTo>
              </a:path>
            </a:pathLst>
          </a:custGeom>
          <a:solidFill>
            <a:srgbClr val="C6FD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748801" y="411480"/>
            <a:ext cx="365158" cy="191854"/>
          </a:xfrm>
          <a:custGeom>
            <a:avLst/>
            <a:gdLst/>
            <a:ahLst/>
            <a:cxnLst/>
            <a:rect l="l" t="t" r="r" b="b"/>
            <a:pathLst>
              <a:path w="365158" h="191854">
                <a:moveTo>
                  <a:pt x="58137" y="184932"/>
                </a:moveTo>
                <a:cubicBezTo>
                  <a:pt x="51491" y="184932"/>
                  <a:pt x="44849" y="183547"/>
                  <a:pt x="38203" y="180778"/>
                </a:cubicBezTo>
                <a:cubicBezTo>
                  <a:pt x="12178" y="169705"/>
                  <a:pt x="0" y="139806"/>
                  <a:pt x="11072" y="113781"/>
                </a:cubicBezTo>
                <a:cubicBezTo>
                  <a:pt x="40142" y="44570"/>
                  <a:pt x="107415" y="-2"/>
                  <a:pt x="182437" y="-2"/>
                </a:cubicBezTo>
                <a:cubicBezTo>
                  <a:pt x="257462" y="-2"/>
                  <a:pt x="324735" y="44570"/>
                  <a:pt x="354079" y="113781"/>
                </a:cubicBezTo>
                <a:cubicBezTo>
                  <a:pt x="365154" y="139804"/>
                  <a:pt x="352973" y="169981"/>
                  <a:pt x="326948" y="180778"/>
                </a:cubicBezTo>
                <a:cubicBezTo>
                  <a:pt x="300923" y="191852"/>
                  <a:pt x="270750" y="179671"/>
                  <a:pt x="259952" y="153648"/>
                </a:cubicBezTo>
                <a:cubicBezTo>
                  <a:pt x="246664" y="122641"/>
                  <a:pt x="216210" y="102431"/>
                  <a:pt x="182437" y="102431"/>
                </a:cubicBezTo>
                <a:cubicBezTo>
                  <a:pt x="148663" y="102431"/>
                  <a:pt x="118487" y="122641"/>
                  <a:pt x="105198" y="153648"/>
                </a:cubicBezTo>
                <a:cubicBezTo>
                  <a:pt x="97169" y="173028"/>
                  <a:pt x="78067" y="184932"/>
                  <a:pt x="58133" y="184932"/>
                </a:cubicBezTo>
                <a:lnTo>
                  <a:pt x="58137" y="184932"/>
                </a:lnTo>
              </a:path>
            </a:pathLst>
          </a:custGeom>
          <a:solidFill>
            <a:srgbClr val="0070C0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1118841" y="6212687"/>
            <a:ext cx="570088" cy="299524"/>
          </a:xfrm>
          <a:custGeom>
            <a:avLst/>
            <a:gdLst/>
            <a:ahLst/>
            <a:cxnLst/>
            <a:rect l="l" t="t" r="r" b="b"/>
            <a:pathLst>
              <a:path w="570088" h="299524">
                <a:moveTo>
                  <a:pt x="90764" y="288718"/>
                </a:moveTo>
                <a:cubicBezTo>
                  <a:pt x="80388" y="288718"/>
                  <a:pt x="70018" y="286555"/>
                  <a:pt x="59643" y="282233"/>
                </a:cubicBezTo>
                <a:cubicBezTo>
                  <a:pt x="19012" y="264944"/>
                  <a:pt x="0" y="218266"/>
                  <a:pt x="17285" y="177636"/>
                </a:cubicBezTo>
                <a:cubicBezTo>
                  <a:pt x="62670" y="69583"/>
                  <a:pt x="167697" y="-3"/>
                  <a:pt x="284822" y="-3"/>
                </a:cubicBezTo>
                <a:cubicBezTo>
                  <a:pt x="401952" y="-3"/>
                  <a:pt x="506979" y="69583"/>
                  <a:pt x="552791" y="177636"/>
                </a:cubicBezTo>
                <a:cubicBezTo>
                  <a:pt x="570082" y="218263"/>
                  <a:pt x="551064" y="265376"/>
                  <a:pt x="510434" y="282233"/>
                </a:cubicBezTo>
                <a:cubicBezTo>
                  <a:pt x="469804" y="299521"/>
                  <a:pt x="422697" y="280505"/>
                  <a:pt x="405840" y="239877"/>
                </a:cubicBezTo>
                <a:cubicBezTo>
                  <a:pt x="385094" y="191468"/>
                  <a:pt x="337549" y="159916"/>
                  <a:pt x="284822" y="159916"/>
                </a:cubicBezTo>
                <a:cubicBezTo>
                  <a:pt x="232094" y="159916"/>
                  <a:pt x="184982" y="191468"/>
                  <a:pt x="164237" y="239877"/>
                </a:cubicBezTo>
                <a:cubicBezTo>
                  <a:pt x="151700" y="270132"/>
                  <a:pt x="121879" y="288718"/>
                  <a:pt x="90758" y="288718"/>
                </a:cubicBezTo>
                <a:lnTo>
                  <a:pt x="90764" y="288718"/>
                </a:lnTo>
              </a:path>
            </a:pathLst>
          </a:custGeom>
          <a:solidFill>
            <a:srgbClr val="006E71">
              <a:alpha val="31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380300" y="6266443"/>
            <a:ext cx="382770" cy="382770"/>
          </a:xfrm>
          <a:custGeom>
            <a:avLst/>
            <a:gdLst/>
            <a:ahLst/>
            <a:cxnLst/>
            <a:rect l="l" t="t" r="r" b="b"/>
            <a:pathLst>
              <a:path w="382770" h="382770">
                <a:moveTo>
                  <a:pt x="263729" y="20899"/>
                </a:moveTo>
                <a:lnTo>
                  <a:pt x="274408" y="88420"/>
                </a:lnTo>
                <a:cubicBezTo>
                  <a:pt x="279763" y="122284"/>
                  <a:pt x="296865" y="153173"/>
                  <a:pt x="322718" y="175692"/>
                </a:cubicBezTo>
                <a:lnTo>
                  <a:pt x="374269" y="220587"/>
                </a:lnTo>
                <a:cubicBezTo>
                  <a:pt x="381523" y="226906"/>
                  <a:pt x="384466" y="236858"/>
                  <a:pt x="381806" y="246106"/>
                </a:cubicBezTo>
                <a:cubicBezTo>
                  <a:pt x="379149" y="255354"/>
                  <a:pt x="371375" y="262228"/>
                  <a:pt x="361871" y="263729"/>
                </a:cubicBezTo>
                <a:lnTo>
                  <a:pt x="294351" y="274408"/>
                </a:lnTo>
                <a:cubicBezTo>
                  <a:pt x="260487" y="279763"/>
                  <a:pt x="229597" y="296865"/>
                  <a:pt x="207079" y="322718"/>
                </a:cubicBezTo>
                <a:lnTo>
                  <a:pt x="162184" y="374269"/>
                </a:lnTo>
                <a:cubicBezTo>
                  <a:pt x="155864" y="381523"/>
                  <a:pt x="145912" y="384466"/>
                  <a:pt x="136664" y="381806"/>
                </a:cubicBezTo>
                <a:cubicBezTo>
                  <a:pt x="127417" y="379149"/>
                  <a:pt x="120542" y="371375"/>
                  <a:pt x="119042" y="361871"/>
                </a:cubicBezTo>
                <a:lnTo>
                  <a:pt x="108362" y="294351"/>
                </a:lnTo>
                <a:cubicBezTo>
                  <a:pt x="103007" y="260487"/>
                  <a:pt x="85905" y="229597"/>
                  <a:pt x="60053" y="207079"/>
                </a:cubicBezTo>
                <a:lnTo>
                  <a:pt x="8501" y="162184"/>
                </a:lnTo>
                <a:cubicBezTo>
                  <a:pt x="1248" y="155864"/>
                  <a:pt x="-1696" y="145912"/>
                  <a:pt x="965" y="136664"/>
                </a:cubicBezTo>
                <a:cubicBezTo>
                  <a:pt x="3621" y="127417"/>
                  <a:pt x="11395" y="120542"/>
                  <a:pt x="20899" y="119042"/>
                </a:cubicBezTo>
                <a:lnTo>
                  <a:pt x="88420" y="108362"/>
                </a:lnTo>
                <a:cubicBezTo>
                  <a:pt x="122284" y="103007"/>
                  <a:pt x="153173" y="85905"/>
                  <a:pt x="175692" y="60053"/>
                </a:cubicBezTo>
                <a:lnTo>
                  <a:pt x="220587" y="8501"/>
                </a:lnTo>
                <a:cubicBezTo>
                  <a:pt x="226906" y="1248"/>
                  <a:pt x="236858" y="-1696"/>
                  <a:pt x="246106" y="965"/>
                </a:cubicBezTo>
                <a:cubicBezTo>
                  <a:pt x="255354" y="3621"/>
                  <a:pt x="262228" y="11395"/>
                  <a:pt x="263729" y="20899"/>
                </a:cubicBezTo>
                <a:lnTo>
                  <a:pt x="263729" y="20899"/>
                </a:lnTo>
              </a:path>
            </a:pathLst>
          </a:custGeom>
          <a:solidFill>
            <a:srgbClr val="006E71">
              <a:alpha val="20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9711803" y="4315491"/>
            <a:ext cx="2011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711806" y="3768559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spcBef>
                <a:spcPts val="943"/>
              </a:spcBef>
              <a:buNone/>
            </a:pP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7409587" y="4315491"/>
            <a:ext cx="2011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409590" y="3768559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spcBef>
                <a:spcPts val="943"/>
              </a:spcBef>
              <a:buNone/>
            </a:pP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5107368" y="4315491"/>
            <a:ext cx="2011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107370" y="3768559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spcBef>
                <a:spcPts val="943"/>
              </a:spcBef>
              <a:buNone/>
            </a:pPr>
            <a:endParaRPr lang="en-US" sz="1320" dirty="0"/>
          </a:p>
        </p:txBody>
      </p:sp>
      <p:sp>
        <p:nvSpPr>
          <p:cNvPr id="23" name="Text 21"/>
          <p:cNvSpPr/>
          <p:nvPr/>
        </p:nvSpPr>
        <p:spPr>
          <a:xfrm>
            <a:off x="2805146" y="4298163"/>
            <a:ext cx="2011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805147" y="3768481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spcBef>
                <a:spcPts val="943"/>
              </a:spcBef>
              <a:buNone/>
            </a:pPr>
            <a:endParaRPr lang="en-US" sz="1320" dirty="0"/>
          </a:p>
        </p:txBody>
      </p:sp>
      <p:sp>
        <p:nvSpPr>
          <p:cNvPr id="26" name="Text 24"/>
          <p:cNvSpPr/>
          <p:nvPr/>
        </p:nvSpPr>
        <p:spPr>
          <a:xfrm>
            <a:off x="502920" y="376863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spcBef>
                <a:spcPts val="943"/>
              </a:spcBef>
              <a:buNone/>
            </a:pPr>
            <a:endParaRPr lang="en-US" sz="1320" dirty="0"/>
          </a:p>
        </p:txBody>
      </p:sp>
      <p:sp>
        <p:nvSpPr>
          <p:cNvPr id="27" name="Text 25"/>
          <p:cNvSpPr/>
          <p:nvPr/>
        </p:nvSpPr>
        <p:spPr>
          <a:xfrm>
            <a:off x="502920" y="4294623"/>
            <a:ext cx="2011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-740928" y="-1531565"/>
            <a:ext cx="2743200" cy="2743200"/>
          </a:xfrm>
          <a:custGeom>
            <a:avLst/>
            <a:gdLst/>
            <a:ahLst/>
            <a:cxnLst/>
            <a:rect l="l" t="t" r="r" b="b"/>
            <a:pathLst>
              <a:path w="2743200" h="2743200">
                <a:moveTo>
                  <a:pt x="0" y="1371600"/>
                </a:moveTo>
                <a:cubicBezTo>
                  <a:pt x="0" y="614093"/>
                  <a:pt x="614093" y="0"/>
                  <a:pt x="1371600" y="0"/>
                </a:cubicBezTo>
                <a:cubicBezTo>
                  <a:pt x="2129107" y="0"/>
                  <a:pt x="2743200" y="614093"/>
                  <a:pt x="2743200" y="1371600"/>
                </a:cubicBezTo>
                <a:cubicBezTo>
                  <a:pt x="2743200" y="2129107"/>
                  <a:pt x="2129107" y="2743200"/>
                  <a:pt x="1371600" y="2743200"/>
                </a:cubicBezTo>
                <a:cubicBezTo>
                  <a:pt x="614093" y="2743200"/>
                  <a:pt x="0" y="2129107"/>
                  <a:pt x="0" y="1371600"/>
                </a:cubicBezTo>
              </a:path>
            </a:pathLst>
          </a:custGeom>
          <a:gradFill>
            <a:gsLst>
              <a:gs pos="0">
                <a:srgbClr val="FFFFFF">
                  <a:alpha val="100000"/>
                </a:srgbClr>
              </a:gs>
              <a:gs pos="100000">
                <a:srgbClr val="BFE5FF">
                  <a:alpha val="100000"/>
                </a:srgbClr>
              </a:gs>
            </a:gsLst>
            <a:lin ang="5400000"/>
          </a:gra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02919" y="17233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19C8DF2-E2A0-0240-CB23-38A6DB8E55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2542508"/>
            <a:ext cx="8186898" cy="349301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DA6F3-DC61-E2E0-A358-26017BC74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64BAD09-6494-EC2C-6753-E6D2B1958B24}"/>
              </a:ext>
            </a:extLst>
          </p:cNvPr>
          <p:cNvSpPr/>
          <p:nvPr/>
        </p:nvSpPr>
        <p:spPr>
          <a:xfrm>
            <a:off x="230118" y="0"/>
            <a:ext cx="12192000" cy="651221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F6BC9B1-9121-8FFE-41AC-693290B7D332}"/>
              </a:ext>
            </a:extLst>
          </p:cNvPr>
          <p:cNvSpPr/>
          <p:nvPr/>
        </p:nvSpPr>
        <p:spPr>
          <a:xfrm>
            <a:off x="783604" y="6508085"/>
            <a:ext cx="5760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endParaRPr lang="en-US" sz="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4FDE34A-7EC7-AFBA-D310-612DA040CB53}"/>
              </a:ext>
            </a:extLst>
          </p:cNvPr>
          <p:cNvSpPr/>
          <p:nvPr/>
        </p:nvSpPr>
        <p:spPr>
          <a:xfrm>
            <a:off x="-864824" y="3692376"/>
            <a:ext cx="2992629" cy="2360475"/>
          </a:xfrm>
          <a:custGeom>
            <a:avLst/>
            <a:gdLst/>
            <a:ahLst/>
            <a:cxnLst/>
            <a:rect l="l" t="t" r="r" b="b"/>
            <a:pathLst>
              <a:path w="2992629" h="2997418">
                <a:moveTo>
                  <a:pt x="1881406" y="825009"/>
                </a:moveTo>
                <a:lnTo>
                  <a:pt x="1881406" y="830495"/>
                </a:lnTo>
                <a:lnTo>
                  <a:pt x="1886134" y="827767"/>
                </a:lnTo>
                <a:cubicBezTo>
                  <a:pt x="2015446" y="753341"/>
                  <a:pt x="2139490" y="697889"/>
                  <a:pt x="2230556" y="673640"/>
                </a:cubicBezTo>
                <a:lnTo>
                  <a:pt x="2229748" y="670582"/>
                </a:lnTo>
                <a:lnTo>
                  <a:pt x="2230556" y="673640"/>
                </a:lnTo>
                <a:cubicBezTo>
                  <a:pt x="2552952" y="587674"/>
                  <a:pt x="2884745" y="779598"/>
                  <a:pt x="2971651" y="1102270"/>
                </a:cubicBezTo>
                <a:lnTo>
                  <a:pt x="2974703" y="1101431"/>
                </a:lnTo>
                <a:lnTo>
                  <a:pt x="2971651" y="1102270"/>
                </a:lnTo>
                <a:cubicBezTo>
                  <a:pt x="3058527" y="1424942"/>
                  <a:pt x="2867627" y="1756217"/>
                  <a:pt x="2545231" y="1842153"/>
                </a:cubicBezTo>
                <a:cubicBezTo>
                  <a:pt x="2452460" y="1866882"/>
                  <a:pt x="2313781" y="1880640"/>
                  <a:pt x="2161007" y="1879980"/>
                </a:cubicBezTo>
                <a:lnTo>
                  <a:pt x="2155471" y="1879950"/>
                </a:lnTo>
                <a:lnTo>
                  <a:pt x="2158254" y="1884746"/>
                </a:lnTo>
                <a:cubicBezTo>
                  <a:pt x="2235195" y="2016932"/>
                  <a:pt x="2292653" y="2144173"/>
                  <a:pt x="2317642" y="2237033"/>
                </a:cubicBezTo>
                <a:cubicBezTo>
                  <a:pt x="2404547" y="2559705"/>
                  <a:pt x="2213618" y="2890980"/>
                  <a:pt x="1891222" y="2976915"/>
                </a:cubicBezTo>
                <a:cubicBezTo>
                  <a:pt x="1568826" y="3062881"/>
                  <a:pt x="1237033" y="2870957"/>
                  <a:pt x="1150157" y="2548285"/>
                </a:cubicBezTo>
                <a:cubicBezTo>
                  <a:pt x="1125618" y="2457163"/>
                  <a:pt x="1111522" y="2321830"/>
                  <a:pt x="1111193" y="2172408"/>
                </a:cubicBezTo>
                <a:lnTo>
                  <a:pt x="1111193" y="2166923"/>
                </a:lnTo>
                <a:lnTo>
                  <a:pt x="1106465" y="2169651"/>
                </a:lnTo>
                <a:cubicBezTo>
                  <a:pt x="977153" y="2244107"/>
                  <a:pt x="853109" y="2299529"/>
                  <a:pt x="762043" y="2323808"/>
                </a:cubicBezTo>
                <a:cubicBezTo>
                  <a:pt x="439647" y="2409774"/>
                  <a:pt x="107854" y="2217849"/>
                  <a:pt x="20978" y="1895177"/>
                </a:cubicBezTo>
                <a:cubicBezTo>
                  <a:pt x="-65928" y="1572505"/>
                  <a:pt x="125002" y="1241231"/>
                  <a:pt x="447398" y="1155295"/>
                </a:cubicBezTo>
                <a:cubicBezTo>
                  <a:pt x="540170" y="1130566"/>
                  <a:pt x="678878" y="1116808"/>
                  <a:pt x="831622" y="1117467"/>
                </a:cubicBezTo>
                <a:lnTo>
                  <a:pt x="837158" y="1117497"/>
                </a:lnTo>
                <a:lnTo>
                  <a:pt x="834375" y="1112701"/>
                </a:lnTo>
                <a:cubicBezTo>
                  <a:pt x="757405" y="980515"/>
                  <a:pt x="699976" y="853275"/>
                  <a:pt x="674988" y="760415"/>
                </a:cubicBezTo>
                <a:cubicBezTo>
                  <a:pt x="588082" y="437743"/>
                  <a:pt x="779011" y="106468"/>
                  <a:pt x="1101407" y="20532"/>
                </a:cubicBezTo>
                <a:lnTo>
                  <a:pt x="1100599" y="17475"/>
                </a:lnTo>
                <a:lnTo>
                  <a:pt x="1101407" y="20532"/>
                </a:lnTo>
                <a:cubicBezTo>
                  <a:pt x="1423803" y="-65434"/>
                  <a:pt x="1755596" y="126491"/>
                  <a:pt x="1842472" y="449163"/>
                </a:cubicBezTo>
                <a:cubicBezTo>
                  <a:pt x="1867011" y="540284"/>
                  <a:pt x="1881107" y="675618"/>
                  <a:pt x="1881436" y="825039"/>
                </a:cubicBezTo>
                <a:lnTo>
                  <a:pt x="1881406" y="825009"/>
                </a:lnTo>
              </a:path>
            </a:pathLst>
          </a:custGeom>
          <a:solidFill>
            <a:srgbClr val="BFE5FF">
              <a:alpha val="8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03B10C2-AC65-3EC4-CB74-468600E05B80}"/>
              </a:ext>
            </a:extLst>
          </p:cNvPr>
          <p:cNvSpPr/>
          <p:nvPr/>
        </p:nvSpPr>
        <p:spPr>
          <a:xfrm>
            <a:off x="-521479" y="3478242"/>
            <a:ext cx="2992629" cy="2997418"/>
          </a:xfrm>
          <a:custGeom>
            <a:avLst/>
            <a:gdLst/>
            <a:ahLst/>
            <a:cxnLst/>
            <a:rect l="l" t="t" r="r" b="b"/>
            <a:pathLst>
              <a:path w="2992629" h="2997418">
                <a:moveTo>
                  <a:pt x="1881406" y="825009"/>
                </a:moveTo>
                <a:lnTo>
                  <a:pt x="1881406" y="830495"/>
                </a:lnTo>
                <a:lnTo>
                  <a:pt x="1886134" y="827767"/>
                </a:lnTo>
                <a:cubicBezTo>
                  <a:pt x="2015446" y="753341"/>
                  <a:pt x="2139490" y="697889"/>
                  <a:pt x="2230556" y="673640"/>
                </a:cubicBezTo>
                <a:lnTo>
                  <a:pt x="2229748" y="670582"/>
                </a:lnTo>
                <a:lnTo>
                  <a:pt x="2230556" y="673640"/>
                </a:lnTo>
                <a:cubicBezTo>
                  <a:pt x="2552952" y="587674"/>
                  <a:pt x="2884745" y="779598"/>
                  <a:pt x="2971651" y="1102270"/>
                </a:cubicBezTo>
                <a:lnTo>
                  <a:pt x="2974703" y="1101431"/>
                </a:lnTo>
                <a:lnTo>
                  <a:pt x="2971651" y="1102270"/>
                </a:lnTo>
                <a:cubicBezTo>
                  <a:pt x="3058527" y="1424942"/>
                  <a:pt x="2867627" y="1756217"/>
                  <a:pt x="2545231" y="1842153"/>
                </a:cubicBezTo>
                <a:cubicBezTo>
                  <a:pt x="2452460" y="1866882"/>
                  <a:pt x="2313781" y="1880640"/>
                  <a:pt x="2161007" y="1879980"/>
                </a:cubicBezTo>
                <a:lnTo>
                  <a:pt x="2155471" y="1879950"/>
                </a:lnTo>
                <a:lnTo>
                  <a:pt x="2158254" y="1884746"/>
                </a:lnTo>
                <a:cubicBezTo>
                  <a:pt x="2235195" y="2016932"/>
                  <a:pt x="2292653" y="2144173"/>
                  <a:pt x="2317642" y="2237033"/>
                </a:cubicBezTo>
                <a:cubicBezTo>
                  <a:pt x="2404547" y="2559705"/>
                  <a:pt x="2213618" y="2890980"/>
                  <a:pt x="1891222" y="2976915"/>
                </a:cubicBezTo>
                <a:cubicBezTo>
                  <a:pt x="1568826" y="3062881"/>
                  <a:pt x="1237033" y="2870957"/>
                  <a:pt x="1150157" y="2548285"/>
                </a:cubicBezTo>
                <a:cubicBezTo>
                  <a:pt x="1125618" y="2457163"/>
                  <a:pt x="1111522" y="2321830"/>
                  <a:pt x="1111193" y="2172408"/>
                </a:cubicBezTo>
                <a:lnTo>
                  <a:pt x="1111193" y="2166923"/>
                </a:lnTo>
                <a:lnTo>
                  <a:pt x="1106465" y="2169651"/>
                </a:lnTo>
                <a:cubicBezTo>
                  <a:pt x="977153" y="2244107"/>
                  <a:pt x="853109" y="2299529"/>
                  <a:pt x="762043" y="2323808"/>
                </a:cubicBezTo>
                <a:cubicBezTo>
                  <a:pt x="439647" y="2409774"/>
                  <a:pt x="107854" y="2217849"/>
                  <a:pt x="20978" y="1895177"/>
                </a:cubicBezTo>
                <a:cubicBezTo>
                  <a:pt x="-65928" y="1572505"/>
                  <a:pt x="125002" y="1241231"/>
                  <a:pt x="447398" y="1155295"/>
                </a:cubicBezTo>
                <a:cubicBezTo>
                  <a:pt x="540170" y="1130566"/>
                  <a:pt x="678878" y="1116808"/>
                  <a:pt x="831622" y="1117467"/>
                </a:cubicBezTo>
                <a:lnTo>
                  <a:pt x="837158" y="1117497"/>
                </a:lnTo>
                <a:lnTo>
                  <a:pt x="834375" y="1112701"/>
                </a:lnTo>
                <a:cubicBezTo>
                  <a:pt x="757405" y="980515"/>
                  <a:pt x="699976" y="853275"/>
                  <a:pt x="674988" y="760415"/>
                </a:cubicBezTo>
                <a:cubicBezTo>
                  <a:pt x="588082" y="437743"/>
                  <a:pt x="779011" y="106468"/>
                  <a:pt x="1101407" y="20532"/>
                </a:cubicBezTo>
                <a:lnTo>
                  <a:pt x="1100599" y="17475"/>
                </a:lnTo>
                <a:lnTo>
                  <a:pt x="1101407" y="20532"/>
                </a:lnTo>
                <a:cubicBezTo>
                  <a:pt x="1423803" y="-65434"/>
                  <a:pt x="1755596" y="126491"/>
                  <a:pt x="1842472" y="449163"/>
                </a:cubicBezTo>
                <a:cubicBezTo>
                  <a:pt x="1867011" y="540284"/>
                  <a:pt x="1881107" y="675618"/>
                  <a:pt x="1881436" y="825039"/>
                </a:cubicBezTo>
                <a:lnTo>
                  <a:pt x="1881406" y="825009"/>
                </a:lnTo>
              </a:path>
            </a:pathLst>
          </a:custGeom>
          <a:solidFill>
            <a:srgbClr val="003860">
              <a:alpha val="8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CB8E7EA-2EA6-8582-9021-AD16DDE3ABF4}"/>
              </a:ext>
            </a:extLst>
          </p:cNvPr>
          <p:cNvSpPr/>
          <p:nvPr/>
        </p:nvSpPr>
        <p:spPr>
          <a:xfrm>
            <a:off x="502920" y="1796007"/>
            <a:ext cx="8636478" cy="789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800" dirty="0">
                <a:solidFill>
                  <a:srgbClr val="003860"/>
                </a:solidFill>
                <a:latin typeface="Lexend Deca Regular" pitchFamily="34" charset="0"/>
                <a:ea typeface="Lexend Deca Regular" pitchFamily="34" charset="-122"/>
                <a:cs typeface="Lexend Deca Regular" pitchFamily="34" charset="-120"/>
              </a:rPr>
              <a:t>Timeline &amp; References</a:t>
            </a:r>
          </a:p>
          <a:p>
            <a:pPr marL="0" indent="0" algn="l">
              <a:lnSpc>
                <a:spcPct val="90000"/>
              </a:lnSpc>
              <a:buNone/>
            </a:pPr>
            <a:endParaRPr lang="en-US" sz="4800" dirty="0">
              <a:solidFill>
                <a:srgbClr val="003860"/>
              </a:solidFill>
              <a:latin typeface="Lexend Deca Regular" pitchFamily="34" charset="0"/>
              <a:ea typeface="Lexend Deca Regular" pitchFamily="34" charset="-122"/>
              <a:cs typeface="Lexend Deca Regular" pitchFamily="34" charset="-120"/>
            </a:endParaRPr>
          </a:p>
          <a:p>
            <a:pPr marL="0" indent="0" algn="l">
              <a:lnSpc>
                <a:spcPct val="90000"/>
              </a:lnSpc>
              <a:buNone/>
            </a:pPr>
            <a:r>
              <a:rPr lang="en-US" sz="1400" dirty="0">
                <a:solidFill>
                  <a:srgbClr val="003860"/>
                </a:solidFill>
                <a:latin typeface="Lexend Deca Regular" pitchFamily="34" charset="0"/>
                <a:ea typeface="Lexend Deca Regular" pitchFamily="34" charset="-122"/>
                <a:cs typeface="Lexend Deca Regular" pitchFamily="34" charset="-120"/>
              </a:rPr>
              <a:t>10 September, 2025 </a:t>
            </a:r>
            <a:r>
              <a:rPr lang="en-US" sz="1400">
                <a:solidFill>
                  <a:srgbClr val="003860"/>
                </a:solidFill>
                <a:latin typeface="Lexend Deca Regular" pitchFamily="34" charset="0"/>
                <a:ea typeface="Lexend Deca Regular" pitchFamily="34" charset="-122"/>
                <a:cs typeface="Lexend Deca Regular" pitchFamily="34" charset="-120"/>
              </a:rPr>
              <a:t>to 19 </a:t>
            </a:r>
            <a:r>
              <a:rPr lang="en-US" sz="1400" dirty="0">
                <a:solidFill>
                  <a:srgbClr val="003860"/>
                </a:solidFill>
                <a:latin typeface="Lexend Deca Regular" pitchFamily="34" charset="0"/>
                <a:ea typeface="Lexend Deca Regular" pitchFamily="34" charset="-122"/>
                <a:cs typeface="Lexend Deca Regular" pitchFamily="34" charset="-120"/>
              </a:rPr>
              <a:t>November, 2025 (duration 2 months)</a:t>
            </a:r>
          </a:p>
          <a:p>
            <a:pPr marL="0" indent="0" algn="l">
              <a:lnSpc>
                <a:spcPct val="90000"/>
              </a:lnSpc>
              <a:buNone/>
            </a:pPr>
            <a:endParaRPr lang="en-US" sz="1400" dirty="0">
              <a:solidFill>
                <a:srgbClr val="003860"/>
              </a:solidFill>
              <a:latin typeface="Lexend Deca Regular" pitchFamily="34" charset="0"/>
              <a:ea typeface="Lexend Deca Regular" pitchFamily="34" charset="-122"/>
              <a:cs typeface="Lexend Deca Regular" pitchFamily="34" charset="-120"/>
            </a:endParaRPr>
          </a:p>
          <a:p>
            <a:pPr>
              <a:lnSpc>
                <a:spcPct val="90000"/>
              </a:lnSpc>
            </a:pPr>
            <a:endParaRPr lang="en-US" sz="1400" dirty="0">
              <a:solidFill>
                <a:srgbClr val="003860"/>
              </a:solidFill>
              <a:latin typeface="Lexend Deca Regular" pitchFamily="34" charset="0"/>
              <a:ea typeface="Lexend Deca Regular" pitchFamily="34" charset="-122"/>
              <a:cs typeface="Lexend Deca Regular" pitchFamily="34" charset="-120"/>
            </a:endParaRPr>
          </a:p>
          <a:p>
            <a:pPr marL="0" indent="0" algn="l">
              <a:lnSpc>
                <a:spcPct val="90000"/>
              </a:lnSpc>
              <a:buNone/>
            </a:pPr>
            <a:endParaRPr lang="en-US" sz="1400" dirty="0">
              <a:solidFill>
                <a:srgbClr val="003860"/>
              </a:solidFill>
              <a:latin typeface="Lexend Deca Regular" pitchFamily="34" charset="0"/>
              <a:ea typeface="Lexend Deca Regular" pitchFamily="34" charset="-122"/>
              <a:cs typeface="Lexend Deca Regular" pitchFamily="34" charset="-120"/>
            </a:endParaRPr>
          </a:p>
          <a:p>
            <a:pPr marL="0" indent="0" algn="l">
              <a:lnSpc>
                <a:spcPct val="90000"/>
              </a:lnSpc>
              <a:buNone/>
            </a:pPr>
            <a:endParaRPr lang="en-US" sz="1400" dirty="0">
              <a:solidFill>
                <a:srgbClr val="003860"/>
              </a:solidFill>
              <a:latin typeface="Lexend Deca Regular" pitchFamily="34" charset="0"/>
              <a:ea typeface="Lexend Deca Regular" pitchFamily="34" charset="-122"/>
              <a:cs typeface="Lexend Deca Regular" pitchFamily="34" charset="-120"/>
            </a:endParaRPr>
          </a:p>
          <a:p>
            <a:pPr marL="0" indent="0" algn="l">
              <a:lnSpc>
                <a:spcPct val="90000"/>
              </a:lnSpc>
              <a:buNone/>
            </a:pPr>
            <a:endParaRPr lang="en-US" sz="48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33A9B9C-48AA-F631-43B4-B543D544EBAF}"/>
              </a:ext>
            </a:extLst>
          </p:cNvPr>
          <p:cNvSpPr/>
          <p:nvPr/>
        </p:nvSpPr>
        <p:spPr>
          <a:xfrm>
            <a:off x="2568119" y="828013"/>
            <a:ext cx="365158" cy="191854"/>
          </a:xfrm>
          <a:custGeom>
            <a:avLst/>
            <a:gdLst/>
            <a:ahLst/>
            <a:cxnLst/>
            <a:rect l="l" t="t" r="r" b="b"/>
            <a:pathLst>
              <a:path w="365158" h="191854">
                <a:moveTo>
                  <a:pt x="58137" y="184932"/>
                </a:moveTo>
                <a:cubicBezTo>
                  <a:pt x="51491" y="184932"/>
                  <a:pt x="44849" y="183547"/>
                  <a:pt x="38203" y="180778"/>
                </a:cubicBezTo>
                <a:cubicBezTo>
                  <a:pt x="12178" y="169705"/>
                  <a:pt x="0" y="139806"/>
                  <a:pt x="11072" y="113781"/>
                </a:cubicBezTo>
                <a:cubicBezTo>
                  <a:pt x="40142" y="44570"/>
                  <a:pt x="107415" y="-2"/>
                  <a:pt x="182437" y="-2"/>
                </a:cubicBezTo>
                <a:cubicBezTo>
                  <a:pt x="257462" y="-2"/>
                  <a:pt x="324735" y="44570"/>
                  <a:pt x="354079" y="113781"/>
                </a:cubicBezTo>
                <a:cubicBezTo>
                  <a:pt x="365154" y="139804"/>
                  <a:pt x="352973" y="169981"/>
                  <a:pt x="326948" y="180778"/>
                </a:cubicBezTo>
                <a:cubicBezTo>
                  <a:pt x="300923" y="191852"/>
                  <a:pt x="270750" y="179671"/>
                  <a:pt x="259952" y="153648"/>
                </a:cubicBezTo>
                <a:cubicBezTo>
                  <a:pt x="246664" y="122641"/>
                  <a:pt x="216210" y="102431"/>
                  <a:pt x="182437" y="102431"/>
                </a:cubicBezTo>
                <a:cubicBezTo>
                  <a:pt x="148663" y="102431"/>
                  <a:pt x="118487" y="122641"/>
                  <a:pt x="105198" y="153648"/>
                </a:cubicBezTo>
                <a:cubicBezTo>
                  <a:pt x="97169" y="173028"/>
                  <a:pt x="78067" y="184932"/>
                  <a:pt x="58133" y="184932"/>
                </a:cubicBezTo>
                <a:lnTo>
                  <a:pt x="58137" y="184932"/>
                </a:lnTo>
              </a:path>
            </a:pathLst>
          </a:custGeom>
          <a:solidFill>
            <a:srgbClr val="C6FD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30A3EB3-E3F9-9105-4518-C07FA0B0A78E}"/>
              </a:ext>
            </a:extLst>
          </p:cNvPr>
          <p:cNvSpPr/>
          <p:nvPr/>
        </p:nvSpPr>
        <p:spPr>
          <a:xfrm>
            <a:off x="6748801" y="411480"/>
            <a:ext cx="365158" cy="191854"/>
          </a:xfrm>
          <a:custGeom>
            <a:avLst/>
            <a:gdLst/>
            <a:ahLst/>
            <a:cxnLst/>
            <a:rect l="l" t="t" r="r" b="b"/>
            <a:pathLst>
              <a:path w="365158" h="191854">
                <a:moveTo>
                  <a:pt x="58137" y="184932"/>
                </a:moveTo>
                <a:cubicBezTo>
                  <a:pt x="51491" y="184932"/>
                  <a:pt x="44849" y="183547"/>
                  <a:pt x="38203" y="180778"/>
                </a:cubicBezTo>
                <a:cubicBezTo>
                  <a:pt x="12178" y="169705"/>
                  <a:pt x="0" y="139806"/>
                  <a:pt x="11072" y="113781"/>
                </a:cubicBezTo>
                <a:cubicBezTo>
                  <a:pt x="40142" y="44570"/>
                  <a:pt x="107415" y="-2"/>
                  <a:pt x="182437" y="-2"/>
                </a:cubicBezTo>
                <a:cubicBezTo>
                  <a:pt x="257462" y="-2"/>
                  <a:pt x="324735" y="44570"/>
                  <a:pt x="354079" y="113781"/>
                </a:cubicBezTo>
                <a:cubicBezTo>
                  <a:pt x="365154" y="139804"/>
                  <a:pt x="352973" y="169981"/>
                  <a:pt x="326948" y="180778"/>
                </a:cubicBezTo>
                <a:cubicBezTo>
                  <a:pt x="300923" y="191852"/>
                  <a:pt x="270750" y="179671"/>
                  <a:pt x="259952" y="153648"/>
                </a:cubicBezTo>
                <a:cubicBezTo>
                  <a:pt x="246664" y="122641"/>
                  <a:pt x="216210" y="102431"/>
                  <a:pt x="182437" y="102431"/>
                </a:cubicBezTo>
                <a:cubicBezTo>
                  <a:pt x="148663" y="102431"/>
                  <a:pt x="118487" y="122641"/>
                  <a:pt x="105198" y="153648"/>
                </a:cubicBezTo>
                <a:cubicBezTo>
                  <a:pt x="97169" y="173028"/>
                  <a:pt x="78067" y="184932"/>
                  <a:pt x="58133" y="184932"/>
                </a:cubicBezTo>
                <a:lnTo>
                  <a:pt x="58137" y="184932"/>
                </a:lnTo>
              </a:path>
            </a:pathLst>
          </a:custGeom>
          <a:solidFill>
            <a:srgbClr val="0070C0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3139631-26C9-3875-E5FF-F56026DF52A5}"/>
              </a:ext>
            </a:extLst>
          </p:cNvPr>
          <p:cNvSpPr/>
          <p:nvPr/>
        </p:nvSpPr>
        <p:spPr>
          <a:xfrm>
            <a:off x="11118841" y="6212687"/>
            <a:ext cx="570088" cy="299524"/>
          </a:xfrm>
          <a:custGeom>
            <a:avLst/>
            <a:gdLst/>
            <a:ahLst/>
            <a:cxnLst/>
            <a:rect l="l" t="t" r="r" b="b"/>
            <a:pathLst>
              <a:path w="570088" h="299524">
                <a:moveTo>
                  <a:pt x="90764" y="288718"/>
                </a:moveTo>
                <a:cubicBezTo>
                  <a:pt x="80388" y="288718"/>
                  <a:pt x="70018" y="286555"/>
                  <a:pt x="59643" y="282233"/>
                </a:cubicBezTo>
                <a:cubicBezTo>
                  <a:pt x="19012" y="264944"/>
                  <a:pt x="0" y="218266"/>
                  <a:pt x="17285" y="177636"/>
                </a:cubicBezTo>
                <a:cubicBezTo>
                  <a:pt x="62670" y="69583"/>
                  <a:pt x="167697" y="-3"/>
                  <a:pt x="284822" y="-3"/>
                </a:cubicBezTo>
                <a:cubicBezTo>
                  <a:pt x="401952" y="-3"/>
                  <a:pt x="506979" y="69583"/>
                  <a:pt x="552791" y="177636"/>
                </a:cubicBezTo>
                <a:cubicBezTo>
                  <a:pt x="570082" y="218263"/>
                  <a:pt x="551064" y="265376"/>
                  <a:pt x="510434" y="282233"/>
                </a:cubicBezTo>
                <a:cubicBezTo>
                  <a:pt x="469804" y="299521"/>
                  <a:pt x="422697" y="280505"/>
                  <a:pt x="405840" y="239877"/>
                </a:cubicBezTo>
                <a:cubicBezTo>
                  <a:pt x="385094" y="191468"/>
                  <a:pt x="337549" y="159916"/>
                  <a:pt x="284822" y="159916"/>
                </a:cubicBezTo>
                <a:cubicBezTo>
                  <a:pt x="232094" y="159916"/>
                  <a:pt x="184982" y="191468"/>
                  <a:pt x="164237" y="239877"/>
                </a:cubicBezTo>
                <a:cubicBezTo>
                  <a:pt x="151700" y="270132"/>
                  <a:pt x="121879" y="288718"/>
                  <a:pt x="90758" y="288718"/>
                </a:cubicBezTo>
                <a:lnTo>
                  <a:pt x="90764" y="288718"/>
                </a:lnTo>
              </a:path>
            </a:pathLst>
          </a:custGeom>
          <a:solidFill>
            <a:srgbClr val="006E71">
              <a:alpha val="31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7611093A-9036-0C61-B85E-465F28AB2EDF}"/>
              </a:ext>
            </a:extLst>
          </p:cNvPr>
          <p:cNvSpPr/>
          <p:nvPr/>
        </p:nvSpPr>
        <p:spPr>
          <a:xfrm>
            <a:off x="4380300" y="6266443"/>
            <a:ext cx="382770" cy="382770"/>
          </a:xfrm>
          <a:custGeom>
            <a:avLst/>
            <a:gdLst/>
            <a:ahLst/>
            <a:cxnLst/>
            <a:rect l="l" t="t" r="r" b="b"/>
            <a:pathLst>
              <a:path w="382770" h="382770">
                <a:moveTo>
                  <a:pt x="263729" y="20899"/>
                </a:moveTo>
                <a:lnTo>
                  <a:pt x="274408" y="88420"/>
                </a:lnTo>
                <a:cubicBezTo>
                  <a:pt x="279763" y="122284"/>
                  <a:pt x="296865" y="153173"/>
                  <a:pt x="322718" y="175692"/>
                </a:cubicBezTo>
                <a:lnTo>
                  <a:pt x="374269" y="220587"/>
                </a:lnTo>
                <a:cubicBezTo>
                  <a:pt x="381523" y="226906"/>
                  <a:pt x="384466" y="236858"/>
                  <a:pt x="381806" y="246106"/>
                </a:cubicBezTo>
                <a:cubicBezTo>
                  <a:pt x="379149" y="255354"/>
                  <a:pt x="371375" y="262228"/>
                  <a:pt x="361871" y="263729"/>
                </a:cubicBezTo>
                <a:lnTo>
                  <a:pt x="294351" y="274408"/>
                </a:lnTo>
                <a:cubicBezTo>
                  <a:pt x="260487" y="279763"/>
                  <a:pt x="229597" y="296865"/>
                  <a:pt x="207079" y="322718"/>
                </a:cubicBezTo>
                <a:lnTo>
                  <a:pt x="162184" y="374269"/>
                </a:lnTo>
                <a:cubicBezTo>
                  <a:pt x="155864" y="381523"/>
                  <a:pt x="145912" y="384466"/>
                  <a:pt x="136664" y="381806"/>
                </a:cubicBezTo>
                <a:cubicBezTo>
                  <a:pt x="127417" y="379149"/>
                  <a:pt x="120542" y="371375"/>
                  <a:pt x="119042" y="361871"/>
                </a:cubicBezTo>
                <a:lnTo>
                  <a:pt x="108362" y="294351"/>
                </a:lnTo>
                <a:cubicBezTo>
                  <a:pt x="103007" y="260487"/>
                  <a:pt x="85905" y="229597"/>
                  <a:pt x="60053" y="207079"/>
                </a:cubicBezTo>
                <a:lnTo>
                  <a:pt x="8501" y="162184"/>
                </a:lnTo>
                <a:cubicBezTo>
                  <a:pt x="1248" y="155864"/>
                  <a:pt x="-1696" y="145912"/>
                  <a:pt x="965" y="136664"/>
                </a:cubicBezTo>
                <a:cubicBezTo>
                  <a:pt x="3621" y="127417"/>
                  <a:pt x="11395" y="120542"/>
                  <a:pt x="20899" y="119042"/>
                </a:cubicBezTo>
                <a:lnTo>
                  <a:pt x="88420" y="108362"/>
                </a:lnTo>
                <a:cubicBezTo>
                  <a:pt x="122284" y="103007"/>
                  <a:pt x="153173" y="85905"/>
                  <a:pt x="175692" y="60053"/>
                </a:cubicBezTo>
                <a:lnTo>
                  <a:pt x="220587" y="8501"/>
                </a:lnTo>
                <a:cubicBezTo>
                  <a:pt x="226906" y="1248"/>
                  <a:pt x="236858" y="-1696"/>
                  <a:pt x="246106" y="965"/>
                </a:cubicBezTo>
                <a:cubicBezTo>
                  <a:pt x="255354" y="3621"/>
                  <a:pt x="262228" y="11395"/>
                  <a:pt x="263729" y="20899"/>
                </a:cubicBezTo>
                <a:lnTo>
                  <a:pt x="263729" y="20899"/>
                </a:lnTo>
              </a:path>
            </a:pathLst>
          </a:custGeom>
          <a:solidFill>
            <a:srgbClr val="006E71">
              <a:alpha val="20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1FB1CDAD-7E8A-FC84-30B9-E8341136DE11}"/>
              </a:ext>
            </a:extLst>
          </p:cNvPr>
          <p:cNvSpPr/>
          <p:nvPr/>
        </p:nvSpPr>
        <p:spPr>
          <a:xfrm>
            <a:off x="9711803" y="4315491"/>
            <a:ext cx="2011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endParaRPr lang="en-US" sz="13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5C2C2915-73EC-D94D-95C9-DC11FAFE8C62}"/>
              </a:ext>
            </a:extLst>
          </p:cNvPr>
          <p:cNvSpPr/>
          <p:nvPr/>
        </p:nvSpPr>
        <p:spPr>
          <a:xfrm>
            <a:off x="9711806" y="3768559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spcBef>
                <a:spcPts val="943"/>
              </a:spcBef>
              <a:buNone/>
            </a:pPr>
            <a:endParaRPr lang="en-US" sz="132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A6AB5E3B-5B7B-4C93-654E-7E5C76E5522B}"/>
              </a:ext>
            </a:extLst>
          </p:cNvPr>
          <p:cNvSpPr/>
          <p:nvPr/>
        </p:nvSpPr>
        <p:spPr>
          <a:xfrm>
            <a:off x="7409587" y="4315491"/>
            <a:ext cx="2011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endParaRPr lang="en-US" sz="13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327F86C6-FCF3-CE47-88DE-D27FAC347272}"/>
              </a:ext>
            </a:extLst>
          </p:cNvPr>
          <p:cNvSpPr/>
          <p:nvPr/>
        </p:nvSpPr>
        <p:spPr>
          <a:xfrm>
            <a:off x="7409590" y="3768559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spcBef>
                <a:spcPts val="943"/>
              </a:spcBef>
              <a:buNone/>
            </a:pPr>
            <a:endParaRPr lang="en-US" sz="132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FFDB146E-696A-A12F-2F8C-FE47EBDA1E92}"/>
              </a:ext>
            </a:extLst>
          </p:cNvPr>
          <p:cNvSpPr/>
          <p:nvPr/>
        </p:nvSpPr>
        <p:spPr>
          <a:xfrm>
            <a:off x="5107368" y="4315491"/>
            <a:ext cx="2011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endParaRPr lang="en-US" sz="13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49F7576C-0D49-4071-5AAB-61C2CA0ED3C0}"/>
              </a:ext>
            </a:extLst>
          </p:cNvPr>
          <p:cNvSpPr/>
          <p:nvPr/>
        </p:nvSpPr>
        <p:spPr>
          <a:xfrm>
            <a:off x="5107370" y="3768559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spcBef>
                <a:spcPts val="943"/>
              </a:spcBef>
              <a:buNone/>
            </a:pPr>
            <a:endParaRPr lang="en-US" sz="132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701DED5D-E8CA-D13D-C1FB-80632BE4190D}"/>
              </a:ext>
            </a:extLst>
          </p:cNvPr>
          <p:cNvSpPr/>
          <p:nvPr/>
        </p:nvSpPr>
        <p:spPr>
          <a:xfrm>
            <a:off x="2805146" y="4298163"/>
            <a:ext cx="2011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endParaRPr lang="en-US" sz="13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A0E2A4F8-7FC5-555A-9F8C-BFBEDC6C2027}"/>
              </a:ext>
            </a:extLst>
          </p:cNvPr>
          <p:cNvSpPr/>
          <p:nvPr/>
        </p:nvSpPr>
        <p:spPr>
          <a:xfrm>
            <a:off x="2805147" y="3768481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spcBef>
                <a:spcPts val="943"/>
              </a:spcBef>
              <a:buNone/>
            </a:pPr>
            <a:endParaRPr lang="en-US" sz="132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F8F2D6F6-1B11-56F6-C9A0-4B27C055F759}"/>
              </a:ext>
            </a:extLst>
          </p:cNvPr>
          <p:cNvSpPr/>
          <p:nvPr/>
        </p:nvSpPr>
        <p:spPr>
          <a:xfrm>
            <a:off x="502920" y="376863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spcBef>
                <a:spcPts val="943"/>
              </a:spcBef>
              <a:buNone/>
            </a:pPr>
            <a:endParaRPr lang="en-US" sz="132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56D34340-213D-522E-191E-CEF5EBF93C87}"/>
              </a:ext>
            </a:extLst>
          </p:cNvPr>
          <p:cNvSpPr/>
          <p:nvPr/>
        </p:nvSpPr>
        <p:spPr>
          <a:xfrm>
            <a:off x="502920" y="4294623"/>
            <a:ext cx="2011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endParaRPr lang="en-US" sz="13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F5D3107E-5271-3417-E86D-F8587653563D}"/>
              </a:ext>
            </a:extLst>
          </p:cNvPr>
          <p:cNvSpPr/>
          <p:nvPr/>
        </p:nvSpPr>
        <p:spPr>
          <a:xfrm>
            <a:off x="-740928" y="-1531565"/>
            <a:ext cx="2743200" cy="2743200"/>
          </a:xfrm>
          <a:custGeom>
            <a:avLst/>
            <a:gdLst/>
            <a:ahLst/>
            <a:cxnLst/>
            <a:rect l="l" t="t" r="r" b="b"/>
            <a:pathLst>
              <a:path w="2743200" h="2743200">
                <a:moveTo>
                  <a:pt x="0" y="1371600"/>
                </a:moveTo>
                <a:cubicBezTo>
                  <a:pt x="0" y="614093"/>
                  <a:pt x="614093" y="0"/>
                  <a:pt x="1371600" y="0"/>
                </a:cubicBezTo>
                <a:cubicBezTo>
                  <a:pt x="2129107" y="0"/>
                  <a:pt x="2743200" y="614093"/>
                  <a:pt x="2743200" y="1371600"/>
                </a:cubicBezTo>
                <a:cubicBezTo>
                  <a:pt x="2743200" y="2129107"/>
                  <a:pt x="2129107" y="2743200"/>
                  <a:pt x="1371600" y="2743200"/>
                </a:cubicBezTo>
                <a:cubicBezTo>
                  <a:pt x="614093" y="2743200"/>
                  <a:pt x="0" y="2129107"/>
                  <a:pt x="0" y="1371600"/>
                </a:cubicBezTo>
              </a:path>
            </a:pathLst>
          </a:custGeom>
          <a:gradFill>
            <a:gsLst>
              <a:gs pos="0">
                <a:srgbClr val="FFFFFF">
                  <a:alpha val="100000"/>
                </a:srgbClr>
              </a:gs>
              <a:gs pos="100000">
                <a:srgbClr val="BFE5FF">
                  <a:alpha val="100000"/>
                </a:srgbClr>
              </a:gs>
            </a:gsLst>
            <a:lin ang="5400000"/>
          </a:gra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79644AA1-8C9D-81D1-9179-97143F65DEBA}"/>
              </a:ext>
            </a:extLst>
          </p:cNvPr>
          <p:cNvSpPr/>
          <p:nvPr/>
        </p:nvSpPr>
        <p:spPr>
          <a:xfrm>
            <a:off x="502919" y="17233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46599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EF42D-357C-0690-CAD6-8C5A7BDDC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5FC13CF-C146-60EC-CCFC-DC58F8A66886}"/>
              </a:ext>
            </a:extLst>
          </p:cNvPr>
          <p:cNvSpPr/>
          <p:nvPr/>
        </p:nvSpPr>
        <p:spPr>
          <a:xfrm>
            <a:off x="230118" y="0"/>
            <a:ext cx="12192000" cy="651221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9CD97CD-710C-33B8-4951-9D35186B9B9A}"/>
              </a:ext>
            </a:extLst>
          </p:cNvPr>
          <p:cNvSpPr/>
          <p:nvPr/>
        </p:nvSpPr>
        <p:spPr>
          <a:xfrm>
            <a:off x="783604" y="6508085"/>
            <a:ext cx="5760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endParaRPr lang="en-US" sz="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7C88A75-EBF2-6411-3B21-B27ADC2DAD5D}"/>
              </a:ext>
            </a:extLst>
          </p:cNvPr>
          <p:cNvSpPr/>
          <p:nvPr/>
        </p:nvSpPr>
        <p:spPr>
          <a:xfrm>
            <a:off x="-864824" y="3692376"/>
            <a:ext cx="2992629" cy="2360475"/>
          </a:xfrm>
          <a:custGeom>
            <a:avLst/>
            <a:gdLst/>
            <a:ahLst/>
            <a:cxnLst/>
            <a:rect l="l" t="t" r="r" b="b"/>
            <a:pathLst>
              <a:path w="2992629" h="2997418">
                <a:moveTo>
                  <a:pt x="1881406" y="825009"/>
                </a:moveTo>
                <a:lnTo>
                  <a:pt x="1881406" y="830495"/>
                </a:lnTo>
                <a:lnTo>
                  <a:pt x="1886134" y="827767"/>
                </a:lnTo>
                <a:cubicBezTo>
                  <a:pt x="2015446" y="753341"/>
                  <a:pt x="2139490" y="697889"/>
                  <a:pt x="2230556" y="673640"/>
                </a:cubicBezTo>
                <a:lnTo>
                  <a:pt x="2229748" y="670582"/>
                </a:lnTo>
                <a:lnTo>
                  <a:pt x="2230556" y="673640"/>
                </a:lnTo>
                <a:cubicBezTo>
                  <a:pt x="2552952" y="587674"/>
                  <a:pt x="2884745" y="779598"/>
                  <a:pt x="2971651" y="1102270"/>
                </a:cubicBezTo>
                <a:lnTo>
                  <a:pt x="2974703" y="1101431"/>
                </a:lnTo>
                <a:lnTo>
                  <a:pt x="2971651" y="1102270"/>
                </a:lnTo>
                <a:cubicBezTo>
                  <a:pt x="3058527" y="1424942"/>
                  <a:pt x="2867627" y="1756217"/>
                  <a:pt x="2545231" y="1842153"/>
                </a:cubicBezTo>
                <a:cubicBezTo>
                  <a:pt x="2452460" y="1866882"/>
                  <a:pt x="2313781" y="1880640"/>
                  <a:pt x="2161007" y="1879980"/>
                </a:cubicBezTo>
                <a:lnTo>
                  <a:pt x="2155471" y="1879950"/>
                </a:lnTo>
                <a:lnTo>
                  <a:pt x="2158254" y="1884746"/>
                </a:lnTo>
                <a:cubicBezTo>
                  <a:pt x="2235195" y="2016932"/>
                  <a:pt x="2292653" y="2144173"/>
                  <a:pt x="2317642" y="2237033"/>
                </a:cubicBezTo>
                <a:cubicBezTo>
                  <a:pt x="2404547" y="2559705"/>
                  <a:pt x="2213618" y="2890980"/>
                  <a:pt x="1891222" y="2976915"/>
                </a:cubicBezTo>
                <a:cubicBezTo>
                  <a:pt x="1568826" y="3062881"/>
                  <a:pt x="1237033" y="2870957"/>
                  <a:pt x="1150157" y="2548285"/>
                </a:cubicBezTo>
                <a:cubicBezTo>
                  <a:pt x="1125618" y="2457163"/>
                  <a:pt x="1111522" y="2321830"/>
                  <a:pt x="1111193" y="2172408"/>
                </a:cubicBezTo>
                <a:lnTo>
                  <a:pt x="1111193" y="2166923"/>
                </a:lnTo>
                <a:lnTo>
                  <a:pt x="1106465" y="2169651"/>
                </a:lnTo>
                <a:cubicBezTo>
                  <a:pt x="977153" y="2244107"/>
                  <a:pt x="853109" y="2299529"/>
                  <a:pt x="762043" y="2323808"/>
                </a:cubicBezTo>
                <a:cubicBezTo>
                  <a:pt x="439647" y="2409774"/>
                  <a:pt x="107854" y="2217849"/>
                  <a:pt x="20978" y="1895177"/>
                </a:cubicBezTo>
                <a:cubicBezTo>
                  <a:pt x="-65928" y="1572505"/>
                  <a:pt x="125002" y="1241231"/>
                  <a:pt x="447398" y="1155295"/>
                </a:cubicBezTo>
                <a:cubicBezTo>
                  <a:pt x="540170" y="1130566"/>
                  <a:pt x="678878" y="1116808"/>
                  <a:pt x="831622" y="1117467"/>
                </a:cubicBezTo>
                <a:lnTo>
                  <a:pt x="837158" y="1117497"/>
                </a:lnTo>
                <a:lnTo>
                  <a:pt x="834375" y="1112701"/>
                </a:lnTo>
                <a:cubicBezTo>
                  <a:pt x="757405" y="980515"/>
                  <a:pt x="699976" y="853275"/>
                  <a:pt x="674988" y="760415"/>
                </a:cubicBezTo>
                <a:cubicBezTo>
                  <a:pt x="588082" y="437743"/>
                  <a:pt x="779011" y="106468"/>
                  <a:pt x="1101407" y="20532"/>
                </a:cubicBezTo>
                <a:lnTo>
                  <a:pt x="1100599" y="17475"/>
                </a:lnTo>
                <a:lnTo>
                  <a:pt x="1101407" y="20532"/>
                </a:lnTo>
                <a:cubicBezTo>
                  <a:pt x="1423803" y="-65434"/>
                  <a:pt x="1755596" y="126491"/>
                  <a:pt x="1842472" y="449163"/>
                </a:cubicBezTo>
                <a:cubicBezTo>
                  <a:pt x="1867011" y="540284"/>
                  <a:pt x="1881107" y="675618"/>
                  <a:pt x="1881436" y="825039"/>
                </a:cubicBezTo>
                <a:lnTo>
                  <a:pt x="1881406" y="825009"/>
                </a:lnTo>
              </a:path>
            </a:pathLst>
          </a:custGeom>
          <a:solidFill>
            <a:srgbClr val="BFE5FF">
              <a:alpha val="8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C40B54C-74E6-4F6C-CA42-C81FDFB93170}"/>
              </a:ext>
            </a:extLst>
          </p:cNvPr>
          <p:cNvSpPr/>
          <p:nvPr/>
        </p:nvSpPr>
        <p:spPr>
          <a:xfrm>
            <a:off x="-521479" y="3478242"/>
            <a:ext cx="2992629" cy="2997418"/>
          </a:xfrm>
          <a:custGeom>
            <a:avLst/>
            <a:gdLst/>
            <a:ahLst/>
            <a:cxnLst/>
            <a:rect l="l" t="t" r="r" b="b"/>
            <a:pathLst>
              <a:path w="2992629" h="2997418">
                <a:moveTo>
                  <a:pt x="1881406" y="825009"/>
                </a:moveTo>
                <a:lnTo>
                  <a:pt x="1881406" y="830495"/>
                </a:lnTo>
                <a:lnTo>
                  <a:pt x="1886134" y="827767"/>
                </a:lnTo>
                <a:cubicBezTo>
                  <a:pt x="2015446" y="753341"/>
                  <a:pt x="2139490" y="697889"/>
                  <a:pt x="2230556" y="673640"/>
                </a:cubicBezTo>
                <a:lnTo>
                  <a:pt x="2229748" y="670582"/>
                </a:lnTo>
                <a:lnTo>
                  <a:pt x="2230556" y="673640"/>
                </a:lnTo>
                <a:cubicBezTo>
                  <a:pt x="2552952" y="587674"/>
                  <a:pt x="2884745" y="779598"/>
                  <a:pt x="2971651" y="1102270"/>
                </a:cubicBezTo>
                <a:lnTo>
                  <a:pt x="2974703" y="1101431"/>
                </a:lnTo>
                <a:lnTo>
                  <a:pt x="2971651" y="1102270"/>
                </a:lnTo>
                <a:cubicBezTo>
                  <a:pt x="3058527" y="1424942"/>
                  <a:pt x="2867627" y="1756217"/>
                  <a:pt x="2545231" y="1842153"/>
                </a:cubicBezTo>
                <a:cubicBezTo>
                  <a:pt x="2452460" y="1866882"/>
                  <a:pt x="2313781" y="1880640"/>
                  <a:pt x="2161007" y="1879980"/>
                </a:cubicBezTo>
                <a:lnTo>
                  <a:pt x="2155471" y="1879950"/>
                </a:lnTo>
                <a:lnTo>
                  <a:pt x="2158254" y="1884746"/>
                </a:lnTo>
                <a:cubicBezTo>
                  <a:pt x="2235195" y="2016932"/>
                  <a:pt x="2292653" y="2144173"/>
                  <a:pt x="2317642" y="2237033"/>
                </a:cubicBezTo>
                <a:cubicBezTo>
                  <a:pt x="2404547" y="2559705"/>
                  <a:pt x="2213618" y="2890980"/>
                  <a:pt x="1891222" y="2976915"/>
                </a:cubicBezTo>
                <a:cubicBezTo>
                  <a:pt x="1568826" y="3062881"/>
                  <a:pt x="1237033" y="2870957"/>
                  <a:pt x="1150157" y="2548285"/>
                </a:cubicBezTo>
                <a:cubicBezTo>
                  <a:pt x="1125618" y="2457163"/>
                  <a:pt x="1111522" y="2321830"/>
                  <a:pt x="1111193" y="2172408"/>
                </a:cubicBezTo>
                <a:lnTo>
                  <a:pt x="1111193" y="2166923"/>
                </a:lnTo>
                <a:lnTo>
                  <a:pt x="1106465" y="2169651"/>
                </a:lnTo>
                <a:cubicBezTo>
                  <a:pt x="977153" y="2244107"/>
                  <a:pt x="853109" y="2299529"/>
                  <a:pt x="762043" y="2323808"/>
                </a:cubicBezTo>
                <a:cubicBezTo>
                  <a:pt x="439647" y="2409774"/>
                  <a:pt x="107854" y="2217849"/>
                  <a:pt x="20978" y="1895177"/>
                </a:cubicBezTo>
                <a:cubicBezTo>
                  <a:pt x="-65928" y="1572505"/>
                  <a:pt x="125002" y="1241231"/>
                  <a:pt x="447398" y="1155295"/>
                </a:cubicBezTo>
                <a:cubicBezTo>
                  <a:pt x="540170" y="1130566"/>
                  <a:pt x="678878" y="1116808"/>
                  <a:pt x="831622" y="1117467"/>
                </a:cubicBezTo>
                <a:lnTo>
                  <a:pt x="837158" y="1117497"/>
                </a:lnTo>
                <a:lnTo>
                  <a:pt x="834375" y="1112701"/>
                </a:lnTo>
                <a:cubicBezTo>
                  <a:pt x="757405" y="980515"/>
                  <a:pt x="699976" y="853275"/>
                  <a:pt x="674988" y="760415"/>
                </a:cubicBezTo>
                <a:cubicBezTo>
                  <a:pt x="588082" y="437743"/>
                  <a:pt x="779011" y="106468"/>
                  <a:pt x="1101407" y="20532"/>
                </a:cubicBezTo>
                <a:lnTo>
                  <a:pt x="1100599" y="17475"/>
                </a:lnTo>
                <a:lnTo>
                  <a:pt x="1101407" y="20532"/>
                </a:lnTo>
                <a:cubicBezTo>
                  <a:pt x="1423803" y="-65434"/>
                  <a:pt x="1755596" y="126491"/>
                  <a:pt x="1842472" y="449163"/>
                </a:cubicBezTo>
                <a:cubicBezTo>
                  <a:pt x="1867011" y="540284"/>
                  <a:pt x="1881107" y="675618"/>
                  <a:pt x="1881436" y="825039"/>
                </a:cubicBezTo>
                <a:lnTo>
                  <a:pt x="1881406" y="825009"/>
                </a:lnTo>
              </a:path>
            </a:pathLst>
          </a:custGeom>
          <a:solidFill>
            <a:srgbClr val="003860">
              <a:alpha val="8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95763B8-ABDB-5B43-10D7-BD5822A52A8A}"/>
              </a:ext>
            </a:extLst>
          </p:cNvPr>
          <p:cNvSpPr/>
          <p:nvPr/>
        </p:nvSpPr>
        <p:spPr>
          <a:xfrm>
            <a:off x="502920" y="1796007"/>
            <a:ext cx="8636478" cy="789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800" dirty="0">
                <a:solidFill>
                  <a:srgbClr val="003860"/>
                </a:solidFill>
                <a:latin typeface="Lexend Deca Regular" pitchFamily="34" charset="0"/>
                <a:ea typeface="Lexend Deca Regular" pitchFamily="34" charset="-122"/>
                <a:cs typeface="Lexend Deca Regular" pitchFamily="34" charset="-120"/>
              </a:rPr>
              <a:t>References</a:t>
            </a:r>
          </a:p>
          <a:p>
            <a:pPr marL="0" indent="0" algn="l">
              <a:lnSpc>
                <a:spcPct val="90000"/>
              </a:lnSpc>
              <a:buNone/>
            </a:pPr>
            <a:endParaRPr lang="en-US" sz="1400" dirty="0">
              <a:solidFill>
                <a:srgbClr val="003860"/>
              </a:solidFill>
              <a:latin typeface="Lexend Deca Regular" pitchFamily="34" charset="0"/>
              <a:ea typeface="Lexend Deca Regular" pitchFamily="34" charset="-122"/>
              <a:cs typeface="Lexend Deca Regular" pitchFamily="34" charset="-120"/>
            </a:endParaRPr>
          </a:p>
          <a:p>
            <a:pPr>
              <a:lnSpc>
                <a:spcPct val="90000"/>
              </a:lnSpc>
            </a:pPr>
            <a:r>
              <a:rPr lang="en-US" sz="1400" dirty="0">
                <a:solidFill>
                  <a:srgbClr val="003860"/>
                </a:solidFill>
                <a:latin typeface="Lexend Deca Regular" pitchFamily="34" charset="0"/>
                <a:ea typeface="Lexend Deca Regular" pitchFamily="34" charset="-122"/>
                <a:cs typeface="Lexend Deca Regular" pitchFamily="34" charset="-120"/>
                <a:hlinkClick r:id="rId3"/>
              </a:rPr>
              <a:t>https://link.springer.com/article/10.1007/s00530-024-01302-2</a:t>
            </a:r>
            <a:endParaRPr lang="en-US" sz="1400" dirty="0">
              <a:solidFill>
                <a:srgbClr val="003860"/>
              </a:solidFill>
              <a:latin typeface="Lexend Deca Regular" pitchFamily="34" charset="0"/>
              <a:ea typeface="Lexend Deca Regular" pitchFamily="34" charset="-122"/>
              <a:cs typeface="Lexend Deca Regular" pitchFamily="34" charset="-120"/>
            </a:endParaRPr>
          </a:p>
          <a:p>
            <a:pPr>
              <a:lnSpc>
                <a:spcPct val="90000"/>
              </a:lnSpc>
            </a:pPr>
            <a:endParaRPr lang="en-US" sz="1400" dirty="0">
              <a:solidFill>
                <a:srgbClr val="003860"/>
              </a:solidFill>
              <a:latin typeface="Lexend Deca Regular" pitchFamily="34" charset="0"/>
              <a:ea typeface="Lexend Deca Regular" pitchFamily="34" charset="-122"/>
              <a:cs typeface="Lexend Deca Regular" pitchFamily="34" charset="-120"/>
            </a:endParaRPr>
          </a:p>
          <a:p>
            <a:pPr>
              <a:lnSpc>
                <a:spcPct val="90000"/>
              </a:lnSpc>
            </a:pPr>
            <a:r>
              <a:rPr lang="en-US" sz="1400" dirty="0">
                <a:solidFill>
                  <a:srgbClr val="003860"/>
                </a:solidFill>
                <a:latin typeface="Lexend Deca Regular" pitchFamily="34" charset="0"/>
                <a:ea typeface="Lexend Deca Regular" pitchFamily="34" charset="-122"/>
                <a:cs typeface="Lexend Deca Regular" pitchFamily="34" charset="-120"/>
              </a:rPr>
              <a:t>Micro-Expression_Recognition_Using_Convolutional_Variational_Attention_Transformer_ConVAT_With_Multihead_Attention_Mechanism.pdf </a:t>
            </a:r>
            <a:r>
              <a:rPr lang="en-US" sz="1400" dirty="0">
                <a:solidFill>
                  <a:srgbClr val="003860"/>
                </a:solidFill>
                <a:latin typeface="Lexend Deca Regular" pitchFamily="34" charset="0"/>
                <a:ea typeface="Lexend Deca Regular" pitchFamily="34" charset="-122"/>
                <a:cs typeface="Lexend Deca Regular" pitchFamily="34" charset="-120"/>
                <a:hlinkClick r:id="rId4"/>
              </a:rPr>
              <a:t>https://share.google/K1dCjMqxmzUiXogf8</a:t>
            </a:r>
            <a:endParaRPr lang="en-US" sz="1400" dirty="0">
              <a:solidFill>
                <a:srgbClr val="003860"/>
              </a:solidFill>
              <a:latin typeface="Lexend Deca Regular" pitchFamily="34" charset="0"/>
              <a:ea typeface="Lexend Deca Regular" pitchFamily="34" charset="-122"/>
              <a:cs typeface="Lexend Deca Regular" pitchFamily="34" charset="-120"/>
            </a:endParaRPr>
          </a:p>
          <a:p>
            <a:pPr>
              <a:lnSpc>
                <a:spcPct val="90000"/>
              </a:lnSpc>
            </a:pPr>
            <a:endParaRPr lang="en-US" sz="1400" dirty="0">
              <a:solidFill>
                <a:srgbClr val="003860"/>
              </a:solidFill>
              <a:latin typeface="Lexend Deca Regular" pitchFamily="34" charset="0"/>
              <a:ea typeface="Lexend Deca Regular" pitchFamily="34" charset="-122"/>
              <a:cs typeface="Lexend Deca Regular" pitchFamily="34" charset="-120"/>
            </a:endParaRPr>
          </a:p>
          <a:p>
            <a:pPr>
              <a:lnSpc>
                <a:spcPct val="90000"/>
              </a:lnSpc>
            </a:pPr>
            <a:r>
              <a:rPr lang="en-US" sz="1400" dirty="0">
                <a:solidFill>
                  <a:srgbClr val="003860"/>
                </a:solidFill>
                <a:latin typeface="Lexend Deca Regular" pitchFamily="34" charset="0"/>
                <a:ea typeface="Lexend Deca Regular" pitchFamily="34" charset="-122"/>
                <a:cs typeface="Lexend Deca Regular" pitchFamily="34" charset="-120"/>
              </a:rPr>
              <a:t>A_Survey_on_the_Detection_and_Impacts_of_Deepfakes_in_Visual_Audio_and_Textual_Formats.pdf </a:t>
            </a:r>
            <a:r>
              <a:rPr lang="en-US" sz="1400" dirty="0">
                <a:solidFill>
                  <a:srgbClr val="003860"/>
                </a:solidFill>
                <a:latin typeface="Lexend Deca Regular" pitchFamily="34" charset="0"/>
                <a:ea typeface="Lexend Deca Regular" pitchFamily="34" charset="-122"/>
                <a:cs typeface="Lexend Deca Regular" pitchFamily="34" charset="-120"/>
                <a:hlinkClick r:id="rId5"/>
              </a:rPr>
              <a:t>https://share.google/vulPbawCbJD3zQESX</a:t>
            </a:r>
            <a:endParaRPr lang="en-US" sz="1400" dirty="0">
              <a:solidFill>
                <a:srgbClr val="003860"/>
              </a:solidFill>
              <a:latin typeface="Lexend Deca Regular" pitchFamily="34" charset="0"/>
              <a:ea typeface="Lexend Deca Regular" pitchFamily="34" charset="-122"/>
              <a:cs typeface="Lexend Deca Regular" pitchFamily="34" charset="-120"/>
            </a:endParaRPr>
          </a:p>
          <a:p>
            <a:pPr>
              <a:lnSpc>
                <a:spcPct val="90000"/>
              </a:lnSpc>
            </a:pPr>
            <a:endParaRPr lang="en-US" sz="1400" dirty="0">
              <a:solidFill>
                <a:srgbClr val="003860"/>
              </a:solidFill>
              <a:latin typeface="Lexend Deca Regular" pitchFamily="34" charset="0"/>
              <a:ea typeface="Lexend Deca Regular" pitchFamily="34" charset="-122"/>
              <a:cs typeface="Lexend Deca Regular" pitchFamily="34" charset="-120"/>
            </a:endParaRPr>
          </a:p>
          <a:p>
            <a:pPr>
              <a:lnSpc>
                <a:spcPct val="90000"/>
              </a:lnSpc>
            </a:pPr>
            <a:r>
              <a:rPr lang="en-US" sz="1400" dirty="0">
                <a:solidFill>
                  <a:srgbClr val="003860"/>
                </a:solidFill>
                <a:latin typeface="Lexend Deca Regular" pitchFamily="34" charset="0"/>
                <a:ea typeface="Lexend Deca Regular" pitchFamily="34" charset="-122"/>
                <a:cs typeface="Lexend Deca Regular" pitchFamily="34" charset="-120"/>
                <a:hlinkClick r:id="rId6"/>
              </a:rPr>
              <a:t>https://link.springer.com/article/10.1007/s44196-024-00406-x?fromPaywallRec=true</a:t>
            </a:r>
            <a:endParaRPr lang="en-US" sz="1400" dirty="0">
              <a:solidFill>
                <a:srgbClr val="003860"/>
              </a:solidFill>
              <a:latin typeface="Lexend Deca Regular" pitchFamily="34" charset="0"/>
              <a:ea typeface="Lexend Deca Regular" pitchFamily="34" charset="-122"/>
              <a:cs typeface="Lexend Deca Regular" pitchFamily="34" charset="-120"/>
            </a:endParaRPr>
          </a:p>
          <a:p>
            <a:pPr>
              <a:lnSpc>
                <a:spcPct val="90000"/>
              </a:lnSpc>
            </a:pPr>
            <a:endParaRPr lang="en-US" sz="1400" dirty="0">
              <a:solidFill>
                <a:srgbClr val="003860"/>
              </a:solidFill>
              <a:latin typeface="Lexend Deca Regular" pitchFamily="34" charset="0"/>
              <a:ea typeface="Lexend Deca Regular" pitchFamily="34" charset="-122"/>
              <a:cs typeface="Lexend Deca Regular" pitchFamily="34" charset="-120"/>
            </a:endParaRPr>
          </a:p>
          <a:p>
            <a:pPr>
              <a:lnSpc>
                <a:spcPct val="90000"/>
              </a:lnSpc>
            </a:pPr>
            <a:r>
              <a:rPr lang="en-US" sz="1400" dirty="0">
                <a:solidFill>
                  <a:srgbClr val="003860"/>
                </a:solidFill>
                <a:latin typeface="Lexend Deca Regular" pitchFamily="34" charset="0"/>
                <a:ea typeface="Lexend Deca Regular" pitchFamily="34" charset="-122"/>
                <a:cs typeface="Lexend Deca Regular" pitchFamily="34" charset="-120"/>
                <a:hlinkClick r:id="rId6"/>
              </a:rPr>
              <a:t>https://link.springer.com/article/10.1007/s44196-024-00406-x?fromPaywallRec=true</a:t>
            </a:r>
            <a:endParaRPr lang="en-US" sz="1400" dirty="0">
              <a:solidFill>
                <a:srgbClr val="003860"/>
              </a:solidFill>
              <a:latin typeface="Lexend Deca Regular" pitchFamily="34" charset="0"/>
              <a:ea typeface="Lexend Deca Regular" pitchFamily="34" charset="-122"/>
              <a:cs typeface="Lexend Deca Regular" pitchFamily="34" charset="-120"/>
            </a:endParaRPr>
          </a:p>
          <a:p>
            <a:pPr>
              <a:lnSpc>
                <a:spcPct val="90000"/>
              </a:lnSpc>
            </a:pPr>
            <a:endParaRPr lang="en-US" sz="1400" dirty="0">
              <a:solidFill>
                <a:srgbClr val="003860"/>
              </a:solidFill>
              <a:latin typeface="Lexend Deca Regular" pitchFamily="34" charset="0"/>
              <a:ea typeface="Lexend Deca Regular" pitchFamily="34" charset="-122"/>
              <a:cs typeface="Lexend Deca Regular" pitchFamily="34" charset="-120"/>
            </a:endParaRPr>
          </a:p>
          <a:p>
            <a:pPr marL="0" indent="0" algn="l">
              <a:lnSpc>
                <a:spcPct val="90000"/>
              </a:lnSpc>
              <a:buNone/>
            </a:pPr>
            <a:endParaRPr lang="en-US" sz="1400" dirty="0">
              <a:solidFill>
                <a:srgbClr val="003860"/>
              </a:solidFill>
              <a:latin typeface="Lexend Deca Regular" pitchFamily="34" charset="0"/>
              <a:ea typeface="Lexend Deca Regular" pitchFamily="34" charset="-122"/>
              <a:cs typeface="Lexend Deca Regular" pitchFamily="34" charset="-120"/>
            </a:endParaRPr>
          </a:p>
          <a:p>
            <a:pPr marL="0" indent="0" algn="l">
              <a:lnSpc>
                <a:spcPct val="90000"/>
              </a:lnSpc>
              <a:buNone/>
            </a:pPr>
            <a:endParaRPr lang="en-US" sz="1400" dirty="0">
              <a:solidFill>
                <a:srgbClr val="003860"/>
              </a:solidFill>
              <a:latin typeface="Lexend Deca Regular" pitchFamily="34" charset="0"/>
              <a:ea typeface="Lexend Deca Regular" pitchFamily="34" charset="-122"/>
              <a:cs typeface="Lexend Deca Regular" pitchFamily="34" charset="-120"/>
            </a:endParaRPr>
          </a:p>
          <a:p>
            <a:pPr marL="0" indent="0" algn="l">
              <a:lnSpc>
                <a:spcPct val="90000"/>
              </a:lnSpc>
              <a:buNone/>
            </a:pPr>
            <a:endParaRPr lang="en-US" sz="48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53EC049-C7CC-8D0D-1355-93ECF7BDB064}"/>
              </a:ext>
            </a:extLst>
          </p:cNvPr>
          <p:cNvSpPr/>
          <p:nvPr/>
        </p:nvSpPr>
        <p:spPr>
          <a:xfrm>
            <a:off x="2568119" y="828013"/>
            <a:ext cx="365158" cy="191854"/>
          </a:xfrm>
          <a:custGeom>
            <a:avLst/>
            <a:gdLst/>
            <a:ahLst/>
            <a:cxnLst/>
            <a:rect l="l" t="t" r="r" b="b"/>
            <a:pathLst>
              <a:path w="365158" h="191854">
                <a:moveTo>
                  <a:pt x="58137" y="184932"/>
                </a:moveTo>
                <a:cubicBezTo>
                  <a:pt x="51491" y="184932"/>
                  <a:pt x="44849" y="183547"/>
                  <a:pt x="38203" y="180778"/>
                </a:cubicBezTo>
                <a:cubicBezTo>
                  <a:pt x="12178" y="169705"/>
                  <a:pt x="0" y="139806"/>
                  <a:pt x="11072" y="113781"/>
                </a:cubicBezTo>
                <a:cubicBezTo>
                  <a:pt x="40142" y="44570"/>
                  <a:pt x="107415" y="-2"/>
                  <a:pt x="182437" y="-2"/>
                </a:cubicBezTo>
                <a:cubicBezTo>
                  <a:pt x="257462" y="-2"/>
                  <a:pt x="324735" y="44570"/>
                  <a:pt x="354079" y="113781"/>
                </a:cubicBezTo>
                <a:cubicBezTo>
                  <a:pt x="365154" y="139804"/>
                  <a:pt x="352973" y="169981"/>
                  <a:pt x="326948" y="180778"/>
                </a:cubicBezTo>
                <a:cubicBezTo>
                  <a:pt x="300923" y="191852"/>
                  <a:pt x="270750" y="179671"/>
                  <a:pt x="259952" y="153648"/>
                </a:cubicBezTo>
                <a:cubicBezTo>
                  <a:pt x="246664" y="122641"/>
                  <a:pt x="216210" y="102431"/>
                  <a:pt x="182437" y="102431"/>
                </a:cubicBezTo>
                <a:cubicBezTo>
                  <a:pt x="148663" y="102431"/>
                  <a:pt x="118487" y="122641"/>
                  <a:pt x="105198" y="153648"/>
                </a:cubicBezTo>
                <a:cubicBezTo>
                  <a:pt x="97169" y="173028"/>
                  <a:pt x="78067" y="184932"/>
                  <a:pt x="58133" y="184932"/>
                </a:cubicBezTo>
                <a:lnTo>
                  <a:pt x="58137" y="184932"/>
                </a:lnTo>
              </a:path>
            </a:pathLst>
          </a:custGeom>
          <a:solidFill>
            <a:srgbClr val="C6FD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E5625FA-2DDC-D600-BFAA-941B74A6E0DC}"/>
              </a:ext>
            </a:extLst>
          </p:cNvPr>
          <p:cNvSpPr/>
          <p:nvPr/>
        </p:nvSpPr>
        <p:spPr>
          <a:xfrm>
            <a:off x="6748801" y="411480"/>
            <a:ext cx="365158" cy="191854"/>
          </a:xfrm>
          <a:custGeom>
            <a:avLst/>
            <a:gdLst/>
            <a:ahLst/>
            <a:cxnLst/>
            <a:rect l="l" t="t" r="r" b="b"/>
            <a:pathLst>
              <a:path w="365158" h="191854">
                <a:moveTo>
                  <a:pt x="58137" y="184932"/>
                </a:moveTo>
                <a:cubicBezTo>
                  <a:pt x="51491" y="184932"/>
                  <a:pt x="44849" y="183547"/>
                  <a:pt x="38203" y="180778"/>
                </a:cubicBezTo>
                <a:cubicBezTo>
                  <a:pt x="12178" y="169705"/>
                  <a:pt x="0" y="139806"/>
                  <a:pt x="11072" y="113781"/>
                </a:cubicBezTo>
                <a:cubicBezTo>
                  <a:pt x="40142" y="44570"/>
                  <a:pt x="107415" y="-2"/>
                  <a:pt x="182437" y="-2"/>
                </a:cubicBezTo>
                <a:cubicBezTo>
                  <a:pt x="257462" y="-2"/>
                  <a:pt x="324735" y="44570"/>
                  <a:pt x="354079" y="113781"/>
                </a:cubicBezTo>
                <a:cubicBezTo>
                  <a:pt x="365154" y="139804"/>
                  <a:pt x="352973" y="169981"/>
                  <a:pt x="326948" y="180778"/>
                </a:cubicBezTo>
                <a:cubicBezTo>
                  <a:pt x="300923" y="191852"/>
                  <a:pt x="270750" y="179671"/>
                  <a:pt x="259952" y="153648"/>
                </a:cubicBezTo>
                <a:cubicBezTo>
                  <a:pt x="246664" y="122641"/>
                  <a:pt x="216210" y="102431"/>
                  <a:pt x="182437" y="102431"/>
                </a:cubicBezTo>
                <a:cubicBezTo>
                  <a:pt x="148663" y="102431"/>
                  <a:pt x="118487" y="122641"/>
                  <a:pt x="105198" y="153648"/>
                </a:cubicBezTo>
                <a:cubicBezTo>
                  <a:pt x="97169" y="173028"/>
                  <a:pt x="78067" y="184932"/>
                  <a:pt x="58133" y="184932"/>
                </a:cubicBezTo>
                <a:lnTo>
                  <a:pt x="58137" y="184932"/>
                </a:lnTo>
              </a:path>
            </a:pathLst>
          </a:custGeom>
          <a:solidFill>
            <a:srgbClr val="0070C0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D7043728-20FC-3F12-8E1C-D3B5CE776CC8}"/>
              </a:ext>
            </a:extLst>
          </p:cNvPr>
          <p:cNvSpPr/>
          <p:nvPr/>
        </p:nvSpPr>
        <p:spPr>
          <a:xfrm>
            <a:off x="11118841" y="6212687"/>
            <a:ext cx="570088" cy="299524"/>
          </a:xfrm>
          <a:custGeom>
            <a:avLst/>
            <a:gdLst/>
            <a:ahLst/>
            <a:cxnLst/>
            <a:rect l="l" t="t" r="r" b="b"/>
            <a:pathLst>
              <a:path w="570088" h="299524">
                <a:moveTo>
                  <a:pt x="90764" y="288718"/>
                </a:moveTo>
                <a:cubicBezTo>
                  <a:pt x="80388" y="288718"/>
                  <a:pt x="70018" y="286555"/>
                  <a:pt x="59643" y="282233"/>
                </a:cubicBezTo>
                <a:cubicBezTo>
                  <a:pt x="19012" y="264944"/>
                  <a:pt x="0" y="218266"/>
                  <a:pt x="17285" y="177636"/>
                </a:cubicBezTo>
                <a:cubicBezTo>
                  <a:pt x="62670" y="69583"/>
                  <a:pt x="167697" y="-3"/>
                  <a:pt x="284822" y="-3"/>
                </a:cubicBezTo>
                <a:cubicBezTo>
                  <a:pt x="401952" y="-3"/>
                  <a:pt x="506979" y="69583"/>
                  <a:pt x="552791" y="177636"/>
                </a:cubicBezTo>
                <a:cubicBezTo>
                  <a:pt x="570082" y="218263"/>
                  <a:pt x="551064" y="265376"/>
                  <a:pt x="510434" y="282233"/>
                </a:cubicBezTo>
                <a:cubicBezTo>
                  <a:pt x="469804" y="299521"/>
                  <a:pt x="422697" y="280505"/>
                  <a:pt x="405840" y="239877"/>
                </a:cubicBezTo>
                <a:cubicBezTo>
                  <a:pt x="385094" y="191468"/>
                  <a:pt x="337549" y="159916"/>
                  <a:pt x="284822" y="159916"/>
                </a:cubicBezTo>
                <a:cubicBezTo>
                  <a:pt x="232094" y="159916"/>
                  <a:pt x="184982" y="191468"/>
                  <a:pt x="164237" y="239877"/>
                </a:cubicBezTo>
                <a:cubicBezTo>
                  <a:pt x="151700" y="270132"/>
                  <a:pt x="121879" y="288718"/>
                  <a:pt x="90758" y="288718"/>
                </a:cubicBezTo>
                <a:lnTo>
                  <a:pt x="90764" y="288718"/>
                </a:lnTo>
              </a:path>
            </a:pathLst>
          </a:custGeom>
          <a:solidFill>
            <a:srgbClr val="006E71">
              <a:alpha val="31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8F0DF895-77A4-C072-258F-24293D7173F4}"/>
              </a:ext>
            </a:extLst>
          </p:cNvPr>
          <p:cNvSpPr/>
          <p:nvPr/>
        </p:nvSpPr>
        <p:spPr>
          <a:xfrm>
            <a:off x="4380300" y="6266443"/>
            <a:ext cx="382770" cy="382770"/>
          </a:xfrm>
          <a:custGeom>
            <a:avLst/>
            <a:gdLst/>
            <a:ahLst/>
            <a:cxnLst/>
            <a:rect l="l" t="t" r="r" b="b"/>
            <a:pathLst>
              <a:path w="382770" h="382770">
                <a:moveTo>
                  <a:pt x="263729" y="20899"/>
                </a:moveTo>
                <a:lnTo>
                  <a:pt x="274408" y="88420"/>
                </a:lnTo>
                <a:cubicBezTo>
                  <a:pt x="279763" y="122284"/>
                  <a:pt x="296865" y="153173"/>
                  <a:pt x="322718" y="175692"/>
                </a:cubicBezTo>
                <a:lnTo>
                  <a:pt x="374269" y="220587"/>
                </a:lnTo>
                <a:cubicBezTo>
                  <a:pt x="381523" y="226906"/>
                  <a:pt x="384466" y="236858"/>
                  <a:pt x="381806" y="246106"/>
                </a:cubicBezTo>
                <a:cubicBezTo>
                  <a:pt x="379149" y="255354"/>
                  <a:pt x="371375" y="262228"/>
                  <a:pt x="361871" y="263729"/>
                </a:cubicBezTo>
                <a:lnTo>
                  <a:pt x="294351" y="274408"/>
                </a:lnTo>
                <a:cubicBezTo>
                  <a:pt x="260487" y="279763"/>
                  <a:pt x="229597" y="296865"/>
                  <a:pt x="207079" y="322718"/>
                </a:cubicBezTo>
                <a:lnTo>
                  <a:pt x="162184" y="374269"/>
                </a:lnTo>
                <a:cubicBezTo>
                  <a:pt x="155864" y="381523"/>
                  <a:pt x="145912" y="384466"/>
                  <a:pt x="136664" y="381806"/>
                </a:cubicBezTo>
                <a:cubicBezTo>
                  <a:pt x="127417" y="379149"/>
                  <a:pt x="120542" y="371375"/>
                  <a:pt x="119042" y="361871"/>
                </a:cubicBezTo>
                <a:lnTo>
                  <a:pt x="108362" y="294351"/>
                </a:lnTo>
                <a:cubicBezTo>
                  <a:pt x="103007" y="260487"/>
                  <a:pt x="85905" y="229597"/>
                  <a:pt x="60053" y="207079"/>
                </a:cubicBezTo>
                <a:lnTo>
                  <a:pt x="8501" y="162184"/>
                </a:lnTo>
                <a:cubicBezTo>
                  <a:pt x="1248" y="155864"/>
                  <a:pt x="-1696" y="145912"/>
                  <a:pt x="965" y="136664"/>
                </a:cubicBezTo>
                <a:cubicBezTo>
                  <a:pt x="3621" y="127417"/>
                  <a:pt x="11395" y="120542"/>
                  <a:pt x="20899" y="119042"/>
                </a:cubicBezTo>
                <a:lnTo>
                  <a:pt x="88420" y="108362"/>
                </a:lnTo>
                <a:cubicBezTo>
                  <a:pt x="122284" y="103007"/>
                  <a:pt x="153173" y="85905"/>
                  <a:pt x="175692" y="60053"/>
                </a:cubicBezTo>
                <a:lnTo>
                  <a:pt x="220587" y="8501"/>
                </a:lnTo>
                <a:cubicBezTo>
                  <a:pt x="226906" y="1248"/>
                  <a:pt x="236858" y="-1696"/>
                  <a:pt x="246106" y="965"/>
                </a:cubicBezTo>
                <a:cubicBezTo>
                  <a:pt x="255354" y="3621"/>
                  <a:pt x="262228" y="11395"/>
                  <a:pt x="263729" y="20899"/>
                </a:cubicBezTo>
                <a:lnTo>
                  <a:pt x="263729" y="20899"/>
                </a:lnTo>
              </a:path>
            </a:pathLst>
          </a:custGeom>
          <a:solidFill>
            <a:srgbClr val="006E71">
              <a:alpha val="20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AFF30B59-BE2E-03C2-7048-A67734957A4A}"/>
              </a:ext>
            </a:extLst>
          </p:cNvPr>
          <p:cNvSpPr/>
          <p:nvPr/>
        </p:nvSpPr>
        <p:spPr>
          <a:xfrm>
            <a:off x="9711803" y="4315491"/>
            <a:ext cx="2011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endParaRPr lang="en-US" sz="13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723E1137-EE29-CC6D-7542-ACA191C32AED}"/>
              </a:ext>
            </a:extLst>
          </p:cNvPr>
          <p:cNvSpPr/>
          <p:nvPr/>
        </p:nvSpPr>
        <p:spPr>
          <a:xfrm>
            <a:off x="9711806" y="3768559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spcBef>
                <a:spcPts val="943"/>
              </a:spcBef>
              <a:buNone/>
            </a:pPr>
            <a:endParaRPr lang="en-US" sz="132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B2862B37-4D97-7433-DADA-A4FF95BBEABB}"/>
              </a:ext>
            </a:extLst>
          </p:cNvPr>
          <p:cNvSpPr/>
          <p:nvPr/>
        </p:nvSpPr>
        <p:spPr>
          <a:xfrm>
            <a:off x="7409587" y="4315491"/>
            <a:ext cx="2011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endParaRPr lang="en-US" sz="13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E67417D7-54FA-5E93-3787-9D1C07444A5C}"/>
              </a:ext>
            </a:extLst>
          </p:cNvPr>
          <p:cNvSpPr/>
          <p:nvPr/>
        </p:nvSpPr>
        <p:spPr>
          <a:xfrm>
            <a:off x="7409590" y="3768559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spcBef>
                <a:spcPts val="943"/>
              </a:spcBef>
              <a:buNone/>
            </a:pPr>
            <a:endParaRPr lang="en-US" sz="132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1181373A-771F-D431-1B5C-04CE585E16BE}"/>
              </a:ext>
            </a:extLst>
          </p:cNvPr>
          <p:cNvSpPr/>
          <p:nvPr/>
        </p:nvSpPr>
        <p:spPr>
          <a:xfrm>
            <a:off x="5107368" y="4315491"/>
            <a:ext cx="2011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endParaRPr lang="en-US" sz="13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5A34F7F1-E82F-B382-2517-C337AEEE29E0}"/>
              </a:ext>
            </a:extLst>
          </p:cNvPr>
          <p:cNvSpPr/>
          <p:nvPr/>
        </p:nvSpPr>
        <p:spPr>
          <a:xfrm>
            <a:off x="5107370" y="3768559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spcBef>
                <a:spcPts val="943"/>
              </a:spcBef>
              <a:buNone/>
            </a:pPr>
            <a:endParaRPr lang="en-US" sz="132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FBE9F30B-C83D-FD8D-047C-07593FE206F9}"/>
              </a:ext>
            </a:extLst>
          </p:cNvPr>
          <p:cNvSpPr/>
          <p:nvPr/>
        </p:nvSpPr>
        <p:spPr>
          <a:xfrm>
            <a:off x="2805146" y="4298163"/>
            <a:ext cx="2011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endParaRPr lang="en-US" sz="13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48F9A4CB-B0C1-88A1-6DE8-612B2B5829E8}"/>
              </a:ext>
            </a:extLst>
          </p:cNvPr>
          <p:cNvSpPr/>
          <p:nvPr/>
        </p:nvSpPr>
        <p:spPr>
          <a:xfrm>
            <a:off x="2805147" y="3768481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spcBef>
                <a:spcPts val="943"/>
              </a:spcBef>
              <a:buNone/>
            </a:pPr>
            <a:endParaRPr lang="en-US" sz="132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27702DEF-BCEE-A4DC-520B-8A7E5CF3E9C6}"/>
              </a:ext>
            </a:extLst>
          </p:cNvPr>
          <p:cNvSpPr/>
          <p:nvPr/>
        </p:nvSpPr>
        <p:spPr>
          <a:xfrm>
            <a:off x="502920" y="376863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spcBef>
                <a:spcPts val="943"/>
              </a:spcBef>
              <a:buNone/>
            </a:pPr>
            <a:endParaRPr lang="en-US" sz="132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2A5707A8-B9E9-0B56-6B93-09D3BA3D71F0}"/>
              </a:ext>
            </a:extLst>
          </p:cNvPr>
          <p:cNvSpPr/>
          <p:nvPr/>
        </p:nvSpPr>
        <p:spPr>
          <a:xfrm>
            <a:off x="502920" y="4294623"/>
            <a:ext cx="2011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endParaRPr lang="en-US" sz="13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ADB44108-E8AC-9EA5-6420-C8BA5214FC5A}"/>
              </a:ext>
            </a:extLst>
          </p:cNvPr>
          <p:cNvSpPr/>
          <p:nvPr/>
        </p:nvSpPr>
        <p:spPr>
          <a:xfrm>
            <a:off x="-740928" y="-1531565"/>
            <a:ext cx="2743200" cy="2743200"/>
          </a:xfrm>
          <a:custGeom>
            <a:avLst/>
            <a:gdLst/>
            <a:ahLst/>
            <a:cxnLst/>
            <a:rect l="l" t="t" r="r" b="b"/>
            <a:pathLst>
              <a:path w="2743200" h="2743200">
                <a:moveTo>
                  <a:pt x="0" y="1371600"/>
                </a:moveTo>
                <a:cubicBezTo>
                  <a:pt x="0" y="614093"/>
                  <a:pt x="614093" y="0"/>
                  <a:pt x="1371600" y="0"/>
                </a:cubicBezTo>
                <a:cubicBezTo>
                  <a:pt x="2129107" y="0"/>
                  <a:pt x="2743200" y="614093"/>
                  <a:pt x="2743200" y="1371600"/>
                </a:cubicBezTo>
                <a:cubicBezTo>
                  <a:pt x="2743200" y="2129107"/>
                  <a:pt x="2129107" y="2743200"/>
                  <a:pt x="1371600" y="2743200"/>
                </a:cubicBezTo>
                <a:cubicBezTo>
                  <a:pt x="614093" y="2743200"/>
                  <a:pt x="0" y="2129107"/>
                  <a:pt x="0" y="1371600"/>
                </a:cubicBezTo>
              </a:path>
            </a:pathLst>
          </a:custGeom>
          <a:gradFill>
            <a:gsLst>
              <a:gs pos="0">
                <a:srgbClr val="FFFFFF">
                  <a:alpha val="100000"/>
                </a:srgbClr>
              </a:gs>
              <a:gs pos="100000">
                <a:srgbClr val="BFE5FF">
                  <a:alpha val="100000"/>
                </a:srgbClr>
              </a:gs>
            </a:gsLst>
            <a:lin ang="5400000"/>
          </a:gra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4435F355-C5F9-119C-4F31-6347AA463184}"/>
              </a:ext>
            </a:extLst>
          </p:cNvPr>
          <p:cNvSpPr/>
          <p:nvPr/>
        </p:nvSpPr>
        <p:spPr>
          <a:xfrm>
            <a:off x="502919" y="17233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763170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201</TotalTime>
  <Words>1538</Words>
  <Application>Microsoft Office PowerPoint</Application>
  <PresentationFormat>Widescreen</PresentationFormat>
  <Paragraphs>291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Arial</vt:lpstr>
      <vt:lpstr>Lexend Bold</vt:lpstr>
      <vt:lpstr>Lexend Deca Bold</vt:lpstr>
      <vt:lpstr>Lexend Deca Regular</vt:lpstr>
      <vt:lpstr>Lexend Regular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SlideSpeak</dc:creator>
  <cp:lastModifiedBy>HP</cp:lastModifiedBy>
  <cp:revision>86</cp:revision>
  <dcterms:created xsi:type="dcterms:W3CDTF">2025-09-23T04:36:12Z</dcterms:created>
  <dcterms:modified xsi:type="dcterms:W3CDTF">2025-11-11T16:29:08Z</dcterms:modified>
</cp:coreProperties>
</file>